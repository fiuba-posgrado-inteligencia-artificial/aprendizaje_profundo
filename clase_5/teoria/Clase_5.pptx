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  <p:sldId id="265" r:id="rId11"/>
    <p:sldId id="266" r:id="rId12"/>
    <p:sldId id="268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302" r:id="rId26"/>
    <p:sldId id="282" r:id="rId27"/>
    <p:sldId id="283" r:id="rId28"/>
    <p:sldId id="284" r:id="rId29"/>
    <p:sldId id="285" r:id="rId30"/>
    <p:sldId id="303" r:id="rId31"/>
    <p:sldId id="286" r:id="rId32"/>
    <p:sldId id="287" r:id="rId33"/>
    <p:sldId id="288" r:id="rId34"/>
    <p:sldId id="289" r:id="rId35"/>
    <p:sldId id="291" r:id="rId36"/>
    <p:sldId id="292" r:id="rId37"/>
    <p:sldId id="293" r:id="rId38"/>
    <p:sldId id="294" r:id="rId39"/>
    <p:sldId id="297" r:id="rId40"/>
    <p:sldId id="298" r:id="rId41"/>
    <p:sldId id="301" r:id="rId42"/>
    <p:sldId id="300" r:id="rId43"/>
    <p:sldId id="295" r:id="rId44"/>
    <p:sldId id="296" r:id="rId45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47"/>
    </p:embeddedFont>
    <p:embeddedFont>
      <p:font typeface="Consolas" panose="020B0609020204030204" pitchFamily="49" charset="0"/>
      <p:regular r:id="rId48"/>
      <p:bold r:id="rId49"/>
      <p:italic r:id="rId50"/>
      <p:boldItalic r:id="rId51"/>
    </p:embeddedFont>
    <p:embeddedFont>
      <p:font typeface="Roboto" panose="02000000000000000000" pitchFamily="2" charset="0"/>
      <p:regular r:id="rId52"/>
      <p:bold r:id="rId53"/>
      <p:italic r:id="rId54"/>
      <p:boldItalic r:id="rId55"/>
    </p:embeddedFont>
    <p:embeddedFont>
      <p:font typeface="Roboto Mono" panose="00000009000000000000" pitchFamily="49" charset="0"/>
      <p:regular r:id="rId56"/>
      <p:bold r:id="rId57"/>
      <p:italic r:id="rId58"/>
      <p:boldItalic r:id="rId5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BFB94B-C5E6-491A-B1FD-C4BB6A3AFC91}" v="492" dt="2026-07-29T01:09:54.468"/>
  </p1510:revLst>
</p1510:revInfo>
</file>

<file path=ppt/tableStyles.xml><?xml version="1.0" encoding="utf-8"?>
<a:tblStyleLst xmlns:a="http://schemas.openxmlformats.org/drawingml/2006/main" def="{785B5045-CBB6-46CF-AA46-B7B1FD946A01}">
  <a:tblStyle styleId="{785B5045-CBB6-46CF-AA46-B7B1FD946A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FF6E8"/>
          </a:solidFill>
        </a:fill>
      </a:tcStyle>
    </a:wholeTbl>
    <a:band1H>
      <a:tcTxStyle/>
      <a:tcStyle>
        <a:tcBdr/>
        <a:fill>
          <a:solidFill>
            <a:srgbClr val="DDEDCE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DEDCE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84E427A-3D55-4303-BF80-6455036E1DE7}" styleName="Estilo temático 1 - Énfasis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906" y="72"/>
      </p:cViewPr>
      <p:guideLst>
        <p:guide orient="horz" pos="162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1.fntdata"/><Relationship Id="rId50" Type="http://schemas.openxmlformats.org/officeDocument/2006/relationships/font" Target="fonts/font4.fntdata"/><Relationship Id="rId55" Type="http://schemas.openxmlformats.org/officeDocument/2006/relationships/font" Target="fonts/font9.fntdata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7.fntdata"/><Relationship Id="rId58" Type="http://schemas.openxmlformats.org/officeDocument/2006/relationships/font" Target="fonts/font12.fntdata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2.fntdata"/><Relationship Id="rId56" Type="http://schemas.openxmlformats.org/officeDocument/2006/relationships/font" Target="fonts/font10.fntdata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font" Target="fonts/font5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59" Type="http://schemas.openxmlformats.org/officeDocument/2006/relationships/font" Target="fonts/font1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8.fntdata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3.fntdata"/><Relationship Id="rId57" Type="http://schemas.openxmlformats.org/officeDocument/2006/relationships/font" Target="fonts/font11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6.fntdata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os Maillot" userId="fa14b39d-e966-4ebb-a436-4f96f84b9577" providerId="ADAL" clId="{152A8D8E-FC9A-4326-9172-4A160D290924}"/>
    <pc:docChg chg="undo custSel addSld delSld modSld sldOrd">
      <pc:chgData name="Marcos Maillot" userId="fa14b39d-e966-4ebb-a436-4f96f84b9577" providerId="ADAL" clId="{152A8D8E-FC9A-4326-9172-4A160D290924}" dt="2026-07-29T01:11:08.211" v="3152" actId="478"/>
      <pc:docMkLst>
        <pc:docMk/>
      </pc:docMkLst>
      <pc:sldChg chg="modSp mod">
        <pc:chgData name="Marcos Maillot" userId="fa14b39d-e966-4ebb-a436-4f96f84b9577" providerId="ADAL" clId="{152A8D8E-FC9A-4326-9172-4A160D290924}" dt="2026-07-28T14:39:42.771" v="91" actId="20577"/>
        <pc:sldMkLst>
          <pc:docMk/>
          <pc:sldMk cId="0" sldId="262"/>
        </pc:sldMkLst>
        <pc:spChg chg="mod">
          <ac:chgData name="Marcos Maillot" userId="fa14b39d-e966-4ebb-a436-4f96f84b9577" providerId="ADAL" clId="{152A8D8E-FC9A-4326-9172-4A160D290924}" dt="2026-07-28T14:39:42.771" v="91" actId="20577"/>
          <ac:spMkLst>
            <pc:docMk/>
            <pc:sldMk cId="0" sldId="262"/>
            <ac:spMk id="131" creationId="{00000000-0000-0000-0000-000000000000}"/>
          </ac:spMkLst>
        </pc:spChg>
      </pc:sldChg>
      <pc:sldChg chg="addSp delSp modSp mod">
        <pc:chgData name="Marcos Maillot" userId="fa14b39d-e966-4ebb-a436-4f96f84b9577" providerId="ADAL" clId="{152A8D8E-FC9A-4326-9172-4A160D290924}" dt="2026-07-28T15:11:37.775" v="1209" actId="1076"/>
        <pc:sldMkLst>
          <pc:docMk/>
          <pc:sldMk cId="0" sldId="263"/>
        </pc:sldMkLst>
        <pc:spChg chg="add mod">
          <ac:chgData name="Marcos Maillot" userId="fa14b39d-e966-4ebb-a436-4f96f84b9577" providerId="ADAL" clId="{152A8D8E-FC9A-4326-9172-4A160D290924}" dt="2026-07-28T15:11:37.775" v="1209" actId="1076"/>
          <ac:spMkLst>
            <pc:docMk/>
            <pc:sldMk cId="0" sldId="263"/>
            <ac:spMk id="2" creationId="{67606608-C9F5-435F-FDBD-07A3AF9BB12D}"/>
          </ac:spMkLst>
        </pc:spChg>
        <pc:spChg chg="add del mod">
          <ac:chgData name="Marcos Maillot" userId="fa14b39d-e966-4ebb-a436-4f96f84b9577" providerId="ADAL" clId="{152A8D8E-FC9A-4326-9172-4A160D290924}" dt="2026-07-28T15:09:24.106" v="1129" actId="478"/>
          <ac:spMkLst>
            <pc:docMk/>
            <pc:sldMk cId="0" sldId="263"/>
            <ac:spMk id="4" creationId="{416794D7-BC2B-2535-FF74-E7D366575F13}"/>
          </ac:spMkLst>
        </pc:spChg>
        <pc:spChg chg="add mod">
          <ac:chgData name="Marcos Maillot" userId="fa14b39d-e966-4ebb-a436-4f96f84b9577" providerId="ADAL" clId="{152A8D8E-FC9A-4326-9172-4A160D290924}" dt="2026-07-28T15:11:25.958" v="1208" actId="1076"/>
          <ac:spMkLst>
            <pc:docMk/>
            <pc:sldMk cId="0" sldId="263"/>
            <ac:spMk id="6" creationId="{8A4D6689-ECDF-0C10-259C-2F4A26C9EAF8}"/>
          </ac:spMkLst>
        </pc:spChg>
        <pc:spChg chg="add del">
          <ac:chgData name="Marcos Maillot" userId="fa14b39d-e966-4ebb-a436-4f96f84b9577" providerId="ADAL" clId="{152A8D8E-FC9A-4326-9172-4A160D290924}" dt="2026-07-28T14:50:34.089" v="494" actId="478"/>
          <ac:spMkLst>
            <pc:docMk/>
            <pc:sldMk cId="0" sldId="263"/>
            <ac:spMk id="8" creationId="{7E485548-90D4-F078-F84D-7E37C508809B}"/>
          </ac:spMkLst>
        </pc:spChg>
        <pc:spChg chg="mod">
          <ac:chgData name="Marcos Maillot" userId="fa14b39d-e966-4ebb-a436-4f96f84b9577" providerId="ADAL" clId="{152A8D8E-FC9A-4326-9172-4A160D290924}" dt="2026-07-28T14:47:32.880" v="347" actId="1076"/>
          <ac:spMkLst>
            <pc:docMk/>
            <pc:sldMk cId="0" sldId="263"/>
            <ac:spMk id="141" creationId="{00000000-0000-0000-0000-000000000000}"/>
          </ac:spMkLst>
        </pc:spChg>
        <pc:spChg chg="del mod">
          <ac:chgData name="Marcos Maillot" userId="fa14b39d-e966-4ebb-a436-4f96f84b9577" providerId="ADAL" clId="{152A8D8E-FC9A-4326-9172-4A160D290924}" dt="2026-07-28T14:45:09.229" v="316" actId="478"/>
          <ac:spMkLst>
            <pc:docMk/>
            <pc:sldMk cId="0" sldId="263"/>
            <ac:spMk id="142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7-28T14:45:53.986" v="328" actId="478"/>
          <ac:spMkLst>
            <pc:docMk/>
            <pc:sldMk cId="0" sldId="263"/>
            <ac:spMk id="143" creationId="{00000000-0000-0000-0000-000000000000}"/>
          </ac:spMkLst>
        </pc:spChg>
        <pc:spChg chg="del mod">
          <ac:chgData name="Marcos Maillot" userId="fa14b39d-e966-4ebb-a436-4f96f84b9577" providerId="ADAL" clId="{152A8D8E-FC9A-4326-9172-4A160D290924}" dt="2026-07-28T15:09:22.755" v="1128" actId="478"/>
          <ac:spMkLst>
            <pc:docMk/>
            <pc:sldMk cId="0" sldId="263"/>
            <ac:spMk id="144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7-28T15:09:52.271" v="1153" actId="1076"/>
          <ac:spMkLst>
            <pc:docMk/>
            <pc:sldMk cId="0" sldId="263"/>
            <ac:spMk id="145" creationId="{00000000-0000-0000-0000-000000000000}"/>
          </ac:spMkLst>
        </pc:spChg>
      </pc:sldChg>
      <pc:sldChg chg="modSp mod ord">
        <pc:chgData name="Marcos Maillot" userId="fa14b39d-e966-4ebb-a436-4f96f84b9577" providerId="ADAL" clId="{152A8D8E-FC9A-4326-9172-4A160D290924}" dt="2026-07-28T14:57:52.097" v="761" actId="20577"/>
        <pc:sldMkLst>
          <pc:docMk/>
          <pc:sldMk cId="0" sldId="264"/>
        </pc:sldMkLst>
        <pc:spChg chg="mod">
          <ac:chgData name="Marcos Maillot" userId="fa14b39d-e966-4ebb-a436-4f96f84b9577" providerId="ADAL" clId="{152A8D8E-FC9A-4326-9172-4A160D290924}" dt="2026-07-28T14:57:52.097" v="761" actId="20577"/>
          <ac:spMkLst>
            <pc:docMk/>
            <pc:sldMk cId="0" sldId="264"/>
            <ac:spMk id="152" creationId="{00000000-0000-0000-0000-000000000000}"/>
          </ac:spMkLst>
        </pc:spChg>
        <pc:picChg chg="mod">
          <ac:chgData name="Marcos Maillot" userId="fa14b39d-e966-4ebb-a436-4f96f84b9577" providerId="ADAL" clId="{152A8D8E-FC9A-4326-9172-4A160D290924}" dt="2026-07-28T14:44:10.368" v="309" actId="1076"/>
          <ac:picMkLst>
            <pc:docMk/>
            <pc:sldMk cId="0" sldId="264"/>
            <ac:picMk id="154" creationId="{00000000-0000-0000-0000-000000000000}"/>
          </ac:picMkLst>
        </pc:picChg>
      </pc:sldChg>
      <pc:sldChg chg="addSp delSp modSp mod">
        <pc:chgData name="Marcos Maillot" userId="fa14b39d-e966-4ebb-a436-4f96f84b9577" providerId="ADAL" clId="{152A8D8E-FC9A-4326-9172-4A160D290924}" dt="2026-07-28T15:16:27.641" v="1397" actId="20577"/>
        <pc:sldMkLst>
          <pc:docMk/>
          <pc:sldMk cId="0" sldId="265"/>
        </pc:sldMkLst>
        <pc:spChg chg="add mod">
          <ac:chgData name="Marcos Maillot" userId="fa14b39d-e966-4ebb-a436-4f96f84b9577" providerId="ADAL" clId="{152A8D8E-FC9A-4326-9172-4A160D290924}" dt="2026-07-28T15:16:19.171" v="1396" actId="20577"/>
          <ac:spMkLst>
            <pc:docMk/>
            <pc:sldMk cId="0" sldId="265"/>
            <ac:spMk id="3" creationId="{5FA3F27F-5C14-D39B-7F29-E74FA0A46DF0}"/>
          </ac:spMkLst>
        </pc:spChg>
        <pc:spChg chg="add mod">
          <ac:chgData name="Marcos Maillot" userId="fa14b39d-e966-4ebb-a436-4f96f84b9577" providerId="ADAL" clId="{152A8D8E-FC9A-4326-9172-4A160D290924}" dt="2026-07-28T15:14:07.215" v="1229" actId="1076"/>
          <ac:spMkLst>
            <pc:docMk/>
            <pc:sldMk cId="0" sldId="265"/>
            <ac:spMk id="5" creationId="{692AC290-20B9-20BB-DB17-459B295BC323}"/>
          </ac:spMkLst>
        </pc:spChg>
        <pc:spChg chg="add mod">
          <ac:chgData name="Marcos Maillot" userId="fa14b39d-e966-4ebb-a436-4f96f84b9577" providerId="ADAL" clId="{152A8D8E-FC9A-4326-9172-4A160D290924}" dt="2026-07-28T15:12:57.663" v="1223" actId="1076"/>
          <ac:spMkLst>
            <pc:docMk/>
            <pc:sldMk cId="0" sldId="265"/>
            <ac:spMk id="7" creationId="{61480E96-255E-942D-6490-675306472504}"/>
          </ac:spMkLst>
        </pc:spChg>
        <pc:spChg chg="add mod">
          <ac:chgData name="Marcos Maillot" userId="fa14b39d-e966-4ebb-a436-4f96f84b9577" providerId="ADAL" clId="{152A8D8E-FC9A-4326-9172-4A160D290924}" dt="2026-07-28T15:16:27.641" v="1397" actId="20577"/>
          <ac:spMkLst>
            <pc:docMk/>
            <pc:sldMk cId="0" sldId="265"/>
            <ac:spMk id="9" creationId="{515C06B9-82C7-E396-DEE8-3ED3A93BB4FB}"/>
          </ac:spMkLst>
        </pc:spChg>
        <pc:spChg chg="del mod">
          <ac:chgData name="Marcos Maillot" userId="fa14b39d-e966-4ebb-a436-4f96f84b9577" providerId="ADAL" clId="{152A8D8E-FC9A-4326-9172-4A160D290924}" dt="2026-07-28T15:16:10.153" v="1394" actId="478"/>
          <ac:spMkLst>
            <pc:docMk/>
            <pc:sldMk cId="0" sldId="265"/>
            <ac:spMk id="163" creationId="{00000000-0000-0000-0000-000000000000}"/>
          </ac:spMkLst>
        </pc:spChg>
        <pc:spChg chg="del mod">
          <ac:chgData name="Marcos Maillot" userId="fa14b39d-e966-4ebb-a436-4f96f84b9577" providerId="ADAL" clId="{152A8D8E-FC9A-4326-9172-4A160D290924}" dt="2026-07-28T15:12:51.342" v="1222" actId="478"/>
          <ac:spMkLst>
            <pc:docMk/>
            <pc:sldMk cId="0" sldId="265"/>
            <ac:spMk id="165" creationId="{00000000-0000-0000-0000-000000000000}"/>
          </ac:spMkLst>
        </pc:spChg>
        <pc:cxnChg chg="mod">
          <ac:chgData name="Marcos Maillot" userId="fa14b39d-e966-4ebb-a436-4f96f84b9577" providerId="ADAL" clId="{152A8D8E-FC9A-4326-9172-4A160D290924}" dt="2026-07-28T15:13:00.239" v="1224" actId="1076"/>
          <ac:cxnSpMkLst>
            <pc:docMk/>
            <pc:sldMk cId="0" sldId="265"/>
            <ac:cxnSpMk id="166" creationId="{00000000-0000-0000-0000-000000000000}"/>
          </ac:cxnSpMkLst>
        </pc:cxnChg>
        <pc:cxnChg chg="mod">
          <ac:chgData name="Marcos Maillot" userId="fa14b39d-e966-4ebb-a436-4f96f84b9577" providerId="ADAL" clId="{152A8D8E-FC9A-4326-9172-4A160D290924}" dt="2026-07-28T15:13:02.286" v="1225" actId="1076"/>
          <ac:cxnSpMkLst>
            <pc:docMk/>
            <pc:sldMk cId="0" sldId="265"/>
            <ac:cxnSpMk id="167" creationId="{00000000-0000-0000-0000-000000000000}"/>
          </ac:cxnSpMkLst>
        </pc:cxnChg>
      </pc:sldChg>
      <pc:sldChg chg="modSp mod">
        <pc:chgData name="Marcos Maillot" userId="fa14b39d-e966-4ebb-a436-4f96f84b9577" providerId="ADAL" clId="{152A8D8E-FC9A-4326-9172-4A160D290924}" dt="2026-07-28T15:18:12.702" v="1506" actId="14100"/>
        <pc:sldMkLst>
          <pc:docMk/>
          <pc:sldMk cId="0" sldId="266"/>
        </pc:sldMkLst>
        <pc:spChg chg="mod">
          <ac:chgData name="Marcos Maillot" userId="fa14b39d-e966-4ebb-a436-4f96f84b9577" providerId="ADAL" clId="{152A8D8E-FC9A-4326-9172-4A160D290924}" dt="2026-07-28T15:18:12.702" v="1506" actId="14100"/>
          <ac:spMkLst>
            <pc:docMk/>
            <pc:sldMk cId="0" sldId="266"/>
            <ac:spMk id="175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7-28T15:17:52.870" v="1503" actId="1076"/>
          <ac:spMkLst>
            <pc:docMk/>
            <pc:sldMk cId="0" sldId="266"/>
            <ac:spMk id="177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7-28T15:17:49.702" v="1502" actId="1076"/>
          <ac:spMkLst>
            <pc:docMk/>
            <pc:sldMk cId="0" sldId="266"/>
            <ac:spMk id="179" creationId="{00000000-0000-0000-0000-000000000000}"/>
          </ac:spMkLst>
        </pc:spChg>
        <pc:picChg chg="mod">
          <ac:chgData name="Marcos Maillot" userId="fa14b39d-e966-4ebb-a436-4f96f84b9577" providerId="ADAL" clId="{152A8D8E-FC9A-4326-9172-4A160D290924}" dt="2026-07-28T15:17:40.942" v="1500" actId="1076"/>
          <ac:picMkLst>
            <pc:docMk/>
            <pc:sldMk cId="0" sldId="266"/>
            <ac:picMk id="176" creationId="{00000000-0000-0000-0000-000000000000}"/>
          </ac:picMkLst>
        </pc:picChg>
        <pc:cxnChg chg="mod">
          <ac:chgData name="Marcos Maillot" userId="fa14b39d-e966-4ebb-a436-4f96f84b9577" providerId="ADAL" clId="{152A8D8E-FC9A-4326-9172-4A160D290924}" dt="2026-07-28T15:17:46.678" v="1501" actId="1076"/>
          <ac:cxnSpMkLst>
            <pc:docMk/>
            <pc:sldMk cId="0" sldId="266"/>
            <ac:cxnSpMk id="178" creationId="{00000000-0000-0000-0000-000000000000}"/>
          </ac:cxnSpMkLst>
        </pc:cxnChg>
      </pc:sldChg>
      <pc:sldChg chg="addSp modSp mod">
        <pc:chgData name="Marcos Maillot" userId="fa14b39d-e966-4ebb-a436-4f96f84b9577" providerId="ADAL" clId="{152A8D8E-FC9A-4326-9172-4A160D290924}" dt="2026-07-28T15:24:12.174" v="1770" actId="1076"/>
        <pc:sldMkLst>
          <pc:docMk/>
          <pc:sldMk cId="0" sldId="268"/>
        </pc:sldMkLst>
        <pc:spChg chg="add mod">
          <ac:chgData name="Marcos Maillot" userId="fa14b39d-e966-4ebb-a436-4f96f84b9577" providerId="ADAL" clId="{152A8D8E-FC9A-4326-9172-4A160D290924}" dt="2026-07-28T15:24:07.014" v="1769" actId="404"/>
          <ac:spMkLst>
            <pc:docMk/>
            <pc:sldMk cId="0" sldId="268"/>
            <ac:spMk id="3" creationId="{031744E8-0A85-EDE0-7C5B-90ABA9EEDF71}"/>
          </ac:spMkLst>
        </pc:spChg>
        <pc:spChg chg="mod">
          <ac:chgData name="Marcos Maillot" userId="fa14b39d-e966-4ebb-a436-4f96f84b9577" providerId="ADAL" clId="{152A8D8E-FC9A-4326-9172-4A160D290924}" dt="2026-07-28T15:24:12.174" v="1770" actId="1076"/>
          <ac:spMkLst>
            <pc:docMk/>
            <pc:sldMk cId="0" sldId="268"/>
            <ac:spMk id="204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7-28T15:22:48.854" v="1734" actId="1076"/>
          <ac:spMkLst>
            <pc:docMk/>
            <pc:sldMk cId="0" sldId="268"/>
            <ac:spMk id="206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7-28T15:22:46.062" v="1733" actId="1076"/>
          <ac:spMkLst>
            <pc:docMk/>
            <pc:sldMk cId="0" sldId="268"/>
            <ac:spMk id="208" creationId="{00000000-0000-0000-0000-000000000000}"/>
          </ac:spMkLst>
        </pc:spChg>
        <pc:picChg chg="mod">
          <ac:chgData name="Marcos Maillot" userId="fa14b39d-e966-4ebb-a436-4f96f84b9577" providerId="ADAL" clId="{152A8D8E-FC9A-4326-9172-4A160D290924}" dt="2026-07-28T15:20:14.350" v="1516" actId="1076"/>
          <ac:picMkLst>
            <pc:docMk/>
            <pc:sldMk cId="0" sldId="268"/>
            <ac:picMk id="203" creationId="{00000000-0000-0000-0000-000000000000}"/>
          </ac:picMkLst>
        </pc:picChg>
        <pc:picChg chg="mod">
          <ac:chgData name="Marcos Maillot" userId="fa14b39d-e966-4ebb-a436-4f96f84b9577" providerId="ADAL" clId="{152A8D8E-FC9A-4326-9172-4A160D290924}" dt="2026-07-28T15:20:15.678" v="1517" actId="1076"/>
          <ac:picMkLst>
            <pc:docMk/>
            <pc:sldMk cId="0" sldId="268"/>
            <ac:picMk id="205" creationId="{00000000-0000-0000-0000-000000000000}"/>
          </ac:picMkLst>
        </pc:picChg>
      </pc:sldChg>
      <pc:sldChg chg="del">
        <pc:chgData name="Marcos Maillot" userId="fa14b39d-e966-4ebb-a436-4f96f84b9577" providerId="ADAL" clId="{152A8D8E-FC9A-4326-9172-4A160D290924}" dt="2026-07-28T15:24:25.670" v="1771" actId="47"/>
        <pc:sldMkLst>
          <pc:docMk/>
          <pc:sldMk cId="0" sldId="269"/>
        </pc:sldMkLst>
      </pc:sldChg>
      <pc:sldChg chg="modSp mod">
        <pc:chgData name="Marcos Maillot" userId="fa14b39d-e966-4ebb-a436-4f96f84b9577" providerId="ADAL" clId="{152A8D8E-FC9A-4326-9172-4A160D290924}" dt="2026-07-28T22:44:30.060" v="3091" actId="1076"/>
        <pc:sldMkLst>
          <pc:docMk/>
          <pc:sldMk cId="0" sldId="272"/>
        </pc:sldMkLst>
        <pc:spChg chg="mod">
          <ac:chgData name="Marcos Maillot" userId="fa14b39d-e966-4ebb-a436-4f96f84b9577" providerId="ADAL" clId="{152A8D8E-FC9A-4326-9172-4A160D290924}" dt="2026-07-28T22:44:30.060" v="3091" actId="1076"/>
          <ac:spMkLst>
            <pc:docMk/>
            <pc:sldMk cId="0" sldId="272"/>
            <ac:spMk id="249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7-28T22:44:30.060" v="3091" actId="1076"/>
          <ac:spMkLst>
            <pc:docMk/>
            <pc:sldMk cId="0" sldId="272"/>
            <ac:spMk id="250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7-28T22:44:30.060" v="3091" actId="1076"/>
          <ac:spMkLst>
            <pc:docMk/>
            <pc:sldMk cId="0" sldId="272"/>
            <ac:spMk id="251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7-28T22:44:30.060" v="3091" actId="1076"/>
          <ac:spMkLst>
            <pc:docMk/>
            <pc:sldMk cId="0" sldId="272"/>
            <ac:spMk id="252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7-28T22:44:30.060" v="3091" actId="1076"/>
          <ac:spMkLst>
            <pc:docMk/>
            <pc:sldMk cId="0" sldId="272"/>
            <ac:spMk id="253" creationId="{00000000-0000-0000-0000-000000000000}"/>
          </ac:spMkLst>
        </pc:spChg>
        <pc:cxnChg chg="mod">
          <ac:chgData name="Marcos Maillot" userId="fa14b39d-e966-4ebb-a436-4f96f84b9577" providerId="ADAL" clId="{152A8D8E-FC9A-4326-9172-4A160D290924}" dt="2026-07-28T22:44:30.060" v="3091" actId="1076"/>
          <ac:cxnSpMkLst>
            <pc:docMk/>
            <pc:sldMk cId="0" sldId="272"/>
            <ac:cxnSpMk id="254" creationId="{00000000-0000-0000-0000-000000000000}"/>
          </ac:cxnSpMkLst>
        </pc:cxnChg>
        <pc:cxnChg chg="mod">
          <ac:chgData name="Marcos Maillot" userId="fa14b39d-e966-4ebb-a436-4f96f84b9577" providerId="ADAL" clId="{152A8D8E-FC9A-4326-9172-4A160D290924}" dt="2026-07-28T22:44:30.060" v="3091" actId="1076"/>
          <ac:cxnSpMkLst>
            <pc:docMk/>
            <pc:sldMk cId="0" sldId="272"/>
            <ac:cxnSpMk id="255" creationId="{00000000-0000-0000-0000-000000000000}"/>
          </ac:cxnSpMkLst>
        </pc:cxnChg>
        <pc:cxnChg chg="mod">
          <ac:chgData name="Marcos Maillot" userId="fa14b39d-e966-4ebb-a436-4f96f84b9577" providerId="ADAL" clId="{152A8D8E-FC9A-4326-9172-4A160D290924}" dt="2026-07-28T22:44:30.060" v="3091" actId="1076"/>
          <ac:cxnSpMkLst>
            <pc:docMk/>
            <pc:sldMk cId="0" sldId="272"/>
            <ac:cxnSpMk id="256" creationId="{00000000-0000-0000-0000-000000000000}"/>
          </ac:cxnSpMkLst>
        </pc:cxnChg>
      </pc:sldChg>
      <pc:sldChg chg="addSp modSp mod">
        <pc:chgData name="Marcos Maillot" userId="fa14b39d-e966-4ebb-a436-4f96f84b9577" providerId="ADAL" clId="{152A8D8E-FC9A-4326-9172-4A160D290924}" dt="2026-07-28T17:13:20.892" v="3043" actId="20577"/>
        <pc:sldMkLst>
          <pc:docMk/>
          <pc:sldMk cId="0" sldId="280"/>
        </pc:sldMkLst>
        <pc:spChg chg="add mod">
          <ac:chgData name="Marcos Maillot" userId="fa14b39d-e966-4ebb-a436-4f96f84b9577" providerId="ADAL" clId="{152A8D8E-FC9A-4326-9172-4A160D290924}" dt="2026-07-28T15:27:11.614" v="1906" actId="1076"/>
          <ac:spMkLst>
            <pc:docMk/>
            <pc:sldMk cId="0" sldId="280"/>
            <ac:spMk id="3" creationId="{9EDD52B6-B3AD-1F8F-A2AE-D59FAAAE1CAE}"/>
          </ac:spMkLst>
        </pc:spChg>
        <pc:spChg chg="add mod">
          <ac:chgData name="Marcos Maillot" userId="fa14b39d-e966-4ebb-a436-4f96f84b9577" providerId="ADAL" clId="{152A8D8E-FC9A-4326-9172-4A160D290924}" dt="2026-07-28T15:29:11.463" v="1944" actId="1076"/>
          <ac:spMkLst>
            <pc:docMk/>
            <pc:sldMk cId="0" sldId="280"/>
            <ac:spMk id="6" creationId="{92CFDABA-AFB7-D45F-2D31-AD75261ED647}"/>
          </ac:spMkLst>
        </pc:spChg>
        <pc:spChg chg="add mod">
          <ac:chgData name="Marcos Maillot" userId="fa14b39d-e966-4ebb-a436-4f96f84b9577" providerId="ADAL" clId="{152A8D8E-FC9A-4326-9172-4A160D290924}" dt="2026-07-28T15:29:11.463" v="1944" actId="1076"/>
          <ac:spMkLst>
            <pc:docMk/>
            <pc:sldMk cId="0" sldId="280"/>
            <ac:spMk id="8" creationId="{BE3D7AB3-8A7B-B630-0DA3-383C209A3FE0}"/>
          </ac:spMkLst>
        </pc:spChg>
        <pc:spChg chg="add mod">
          <ac:chgData name="Marcos Maillot" userId="fa14b39d-e966-4ebb-a436-4f96f84b9577" providerId="ADAL" clId="{152A8D8E-FC9A-4326-9172-4A160D290924}" dt="2026-07-28T15:29:11.463" v="1944" actId="1076"/>
          <ac:spMkLst>
            <pc:docMk/>
            <pc:sldMk cId="0" sldId="280"/>
            <ac:spMk id="10" creationId="{22CD2830-0E75-2324-F464-E5B8460FE691}"/>
          </ac:spMkLst>
        </pc:spChg>
        <pc:spChg chg="add mod">
          <ac:chgData name="Marcos Maillot" userId="fa14b39d-e966-4ebb-a436-4f96f84b9577" providerId="ADAL" clId="{152A8D8E-FC9A-4326-9172-4A160D290924}" dt="2026-07-28T15:29:35.222" v="1954" actId="1076"/>
          <ac:spMkLst>
            <pc:docMk/>
            <pc:sldMk cId="0" sldId="280"/>
            <ac:spMk id="26" creationId="{460B514D-43B2-5E21-47DE-486BCF7BAA41}"/>
          </ac:spMkLst>
        </pc:spChg>
        <pc:spChg chg="add mod">
          <ac:chgData name="Marcos Maillot" userId="fa14b39d-e966-4ebb-a436-4f96f84b9577" providerId="ADAL" clId="{152A8D8E-FC9A-4326-9172-4A160D290924}" dt="2026-07-28T15:29:49.886" v="1974" actId="1076"/>
          <ac:spMkLst>
            <pc:docMk/>
            <pc:sldMk cId="0" sldId="280"/>
            <ac:spMk id="28" creationId="{21309FC2-58A9-4DFD-1848-05C5D165754A}"/>
          </ac:spMkLst>
        </pc:spChg>
        <pc:spChg chg="mod">
          <ac:chgData name="Marcos Maillot" userId="fa14b39d-e966-4ebb-a436-4f96f84b9577" providerId="ADAL" clId="{152A8D8E-FC9A-4326-9172-4A160D290924}" dt="2026-07-28T17:13:20.892" v="3043" actId="20577"/>
          <ac:spMkLst>
            <pc:docMk/>
            <pc:sldMk cId="0" sldId="280"/>
            <ac:spMk id="340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7-28T15:26:04.594" v="1876" actId="20577"/>
          <ac:spMkLst>
            <pc:docMk/>
            <pc:sldMk cId="0" sldId="280"/>
            <ac:spMk id="341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7-28T15:26:00.184" v="1873" actId="20577"/>
          <ac:spMkLst>
            <pc:docMk/>
            <pc:sldMk cId="0" sldId="280"/>
            <ac:spMk id="342" creationId="{00000000-0000-0000-0000-000000000000}"/>
          </ac:spMkLst>
        </pc:spChg>
        <pc:picChg chg="add mod modCrop">
          <ac:chgData name="Marcos Maillot" userId="fa14b39d-e966-4ebb-a436-4f96f84b9577" providerId="ADAL" clId="{152A8D8E-FC9A-4326-9172-4A160D290924}" dt="2026-07-28T15:29:11.463" v="1944" actId="1076"/>
          <ac:picMkLst>
            <pc:docMk/>
            <pc:sldMk cId="0" sldId="280"/>
            <ac:picMk id="5" creationId="{8E7DE2B5-25AF-19A5-71EC-ADEFA1FEDBDA}"/>
          </ac:picMkLst>
        </pc:picChg>
        <pc:picChg chg="mod modCrop">
          <ac:chgData name="Marcos Maillot" userId="fa14b39d-e966-4ebb-a436-4f96f84b9577" providerId="ADAL" clId="{152A8D8E-FC9A-4326-9172-4A160D290924}" dt="2026-07-28T15:29:11.463" v="1944" actId="1076"/>
          <ac:picMkLst>
            <pc:docMk/>
            <pc:sldMk cId="0" sldId="280"/>
            <ac:picMk id="343" creationId="{00000000-0000-0000-0000-000000000000}"/>
          </ac:picMkLst>
        </pc:picChg>
        <pc:cxnChg chg="add mod">
          <ac:chgData name="Marcos Maillot" userId="fa14b39d-e966-4ebb-a436-4f96f84b9577" providerId="ADAL" clId="{152A8D8E-FC9A-4326-9172-4A160D290924}" dt="2026-07-28T15:29:11.463" v="1944" actId="1076"/>
          <ac:cxnSpMkLst>
            <pc:docMk/>
            <pc:sldMk cId="0" sldId="280"/>
            <ac:cxnSpMk id="12" creationId="{5CB3EDCC-2B86-07EC-7790-365E1DB21ED6}"/>
          </ac:cxnSpMkLst>
        </pc:cxnChg>
        <pc:cxnChg chg="add mod">
          <ac:chgData name="Marcos Maillot" userId="fa14b39d-e966-4ebb-a436-4f96f84b9577" providerId="ADAL" clId="{152A8D8E-FC9A-4326-9172-4A160D290924}" dt="2026-07-28T15:29:11.463" v="1944" actId="1076"/>
          <ac:cxnSpMkLst>
            <pc:docMk/>
            <pc:sldMk cId="0" sldId="280"/>
            <ac:cxnSpMk id="14" creationId="{C69AE17D-8E0A-08A2-9D1A-5502B191C9FB}"/>
          </ac:cxnSpMkLst>
        </pc:cxnChg>
        <pc:cxnChg chg="add mod">
          <ac:chgData name="Marcos Maillot" userId="fa14b39d-e966-4ebb-a436-4f96f84b9577" providerId="ADAL" clId="{152A8D8E-FC9A-4326-9172-4A160D290924}" dt="2026-07-28T15:29:11.463" v="1944" actId="1076"/>
          <ac:cxnSpMkLst>
            <pc:docMk/>
            <pc:sldMk cId="0" sldId="280"/>
            <ac:cxnSpMk id="16" creationId="{006D9582-9DCB-326E-BDCC-6BE7B956A175}"/>
          </ac:cxnSpMkLst>
        </pc:cxnChg>
        <pc:cxnChg chg="add mod">
          <ac:chgData name="Marcos Maillot" userId="fa14b39d-e966-4ebb-a436-4f96f84b9577" providerId="ADAL" clId="{152A8D8E-FC9A-4326-9172-4A160D290924}" dt="2026-07-28T15:29:11.463" v="1944" actId="1076"/>
          <ac:cxnSpMkLst>
            <pc:docMk/>
            <pc:sldMk cId="0" sldId="280"/>
            <ac:cxnSpMk id="18" creationId="{72939EE3-C7A8-8337-908B-9D35814923EE}"/>
          </ac:cxnSpMkLst>
        </pc:cxnChg>
      </pc:sldChg>
      <pc:sldChg chg="modSp mod">
        <pc:chgData name="Marcos Maillot" userId="fa14b39d-e966-4ebb-a436-4f96f84b9577" providerId="ADAL" clId="{152A8D8E-FC9A-4326-9172-4A160D290924}" dt="2026-07-28T15:54:19.663" v="2477" actId="6549"/>
        <pc:sldMkLst>
          <pc:docMk/>
          <pc:sldMk cId="0" sldId="283"/>
        </pc:sldMkLst>
        <pc:spChg chg="mod">
          <ac:chgData name="Marcos Maillot" userId="fa14b39d-e966-4ebb-a436-4f96f84b9577" providerId="ADAL" clId="{152A8D8E-FC9A-4326-9172-4A160D290924}" dt="2026-07-28T15:52:28.775" v="2336" actId="14100"/>
          <ac:spMkLst>
            <pc:docMk/>
            <pc:sldMk cId="0" sldId="283"/>
            <ac:spMk id="368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7-28T15:54:19.663" v="2477" actId="6549"/>
          <ac:spMkLst>
            <pc:docMk/>
            <pc:sldMk cId="0" sldId="283"/>
            <ac:spMk id="369" creationId="{00000000-0000-0000-0000-000000000000}"/>
          </ac:spMkLst>
        </pc:spChg>
      </pc:sldChg>
      <pc:sldChg chg="addSp modSp mod">
        <pc:chgData name="Marcos Maillot" userId="fa14b39d-e966-4ebb-a436-4f96f84b9577" providerId="ADAL" clId="{152A8D8E-FC9A-4326-9172-4A160D290924}" dt="2026-07-28T17:14:14.070" v="3090" actId="20577"/>
        <pc:sldMkLst>
          <pc:docMk/>
          <pc:sldMk cId="0" sldId="284"/>
        </pc:sldMkLst>
        <pc:spChg chg="add mod">
          <ac:chgData name="Marcos Maillot" userId="fa14b39d-e966-4ebb-a436-4f96f84b9577" providerId="ADAL" clId="{152A8D8E-FC9A-4326-9172-4A160D290924}" dt="2026-07-28T17:14:14.070" v="3090" actId="20577"/>
          <ac:spMkLst>
            <pc:docMk/>
            <pc:sldMk cId="0" sldId="284"/>
            <ac:spMk id="3" creationId="{BFF53953-4378-E8C1-6D4E-43DFCE0AD1DB}"/>
          </ac:spMkLst>
        </pc:spChg>
        <pc:picChg chg="mod">
          <ac:chgData name="Marcos Maillot" userId="fa14b39d-e966-4ebb-a436-4f96f84b9577" providerId="ADAL" clId="{152A8D8E-FC9A-4326-9172-4A160D290924}" dt="2026-07-28T15:54:29.157" v="2478" actId="1076"/>
          <ac:picMkLst>
            <pc:docMk/>
            <pc:sldMk cId="0" sldId="284"/>
            <ac:picMk id="377" creationId="{00000000-0000-0000-0000-000000000000}"/>
          </ac:picMkLst>
        </pc:picChg>
      </pc:sldChg>
      <pc:sldChg chg="addSp delSp modSp mod">
        <pc:chgData name="Marcos Maillot" userId="fa14b39d-e966-4ebb-a436-4f96f84b9577" providerId="ADAL" clId="{152A8D8E-FC9A-4326-9172-4A160D290924}" dt="2026-07-28T16:04:27.387" v="2946" actId="22"/>
        <pc:sldMkLst>
          <pc:docMk/>
          <pc:sldMk cId="0" sldId="285"/>
        </pc:sldMkLst>
        <pc:spChg chg="add mod">
          <ac:chgData name="Marcos Maillot" userId="fa14b39d-e966-4ebb-a436-4f96f84b9577" providerId="ADAL" clId="{152A8D8E-FC9A-4326-9172-4A160D290924}" dt="2026-07-28T16:03:34.955" v="2944" actId="20577"/>
          <ac:spMkLst>
            <pc:docMk/>
            <pc:sldMk cId="0" sldId="285"/>
            <ac:spMk id="3" creationId="{8C348C77-8928-9D8D-EB2C-D204565D4FD6}"/>
          </ac:spMkLst>
        </pc:spChg>
        <pc:spChg chg="add del">
          <ac:chgData name="Marcos Maillot" userId="fa14b39d-e966-4ebb-a436-4f96f84b9577" providerId="ADAL" clId="{152A8D8E-FC9A-4326-9172-4A160D290924}" dt="2026-07-28T16:04:27.387" v="2946" actId="22"/>
          <ac:spMkLst>
            <pc:docMk/>
            <pc:sldMk cId="0" sldId="285"/>
            <ac:spMk id="5" creationId="{8FD924F8-58C3-A4AE-2A9F-E80F420B83BE}"/>
          </ac:spMkLst>
        </pc:spChg>
        <pc:spChg chg="del">
          <ac:chgData name="Marcos Maillot" userId="fa14b39d-e966-4ebb-a436-4f96f84b9577" providerId="ADAL" clId="{152A8D8E-FC9A-4326-9172-4A160D290924}" dt="2026-07-28T15:50:53.427" v="2327" actId="478"/>
          <ac:spMkLst>
            <pc:docMk/>
            <pc:sldMk cId="0" sldId="285"/>
            <ac:spMk id="385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7-28T15:55:51.050" v="2622" actId="1076"/>
          <ac:spMkLst>
            <pc:docMk/>
            <pc:sldMk cId="0" sldId="285"/>
            <ac:spMk id="386" creationId="{00000000-0000-0000-0000-000000000000}"/>
          </ac:spMkLst>
        </pc:spChg>
      </pc:sldChg>
      <pc:sldChg chg="modSp mod">
        <pc:chgData name="Marcos Maillot" userId="fa14b39d-e966-4ebb-a436-4f96f84b9577" providerId="ADAL" clId="{152A8D8E-FC9A-4326-9172-4A160D290924}" dt="2026-07-28T16:08:54.966" v="2999" actId="1076"/>
        <pc:sldMkLst>
          <pc:docMk/>
          <pc:sldMk cId="0" sldId="289"/>
        </pc:sldMkLst>
        <pc:picChg chg="mod">
          <ac:chgData name="Marcos Maillot" userId="fa14b39d-e966-4ebb-a436-4f96f84b9577" providerId="ADAL" clId="{152A8D8E-FC9A-4326-9172-4A160D290924}" dt="2026-07-28T16:08:54.966" v="2999" actId="1076"/>
          <ac:picMkLst>
            <pc:docMk/>
            <pc:sldMk cId="0" sldId="289"/>
            <ac:picMk id="425" creationId="{00000000-0000-0000-0000-000000000000}"/>
          </ac:picMkLst>
        </pc:picChg>
      </pc:sldChg>
      <pc:sldChg chg="del">
        <pc:chgData name="Marcos Maillot" userId="fa14b39d-e966-4ebb-a436-4f96f84b9577" providerId="ADAL" clId="{152A8D8E-FC9A-4326-9172-4A160D290924}" dt="2026-07-28T16:08:47.547" v="2998" actId="47"/>
        <pc:sldMkLst>
          <pc:docMk/>
          <pc:sldMk cId="0" sldId="290"/>
        </pc:sldMkLst>
      </pc:sldChg>
      <pc:sldChg chg="addSp delSp modSp mod">
        <pc:chgData name="Marcos Maillot" userId="fa14b39d-e966-4ebb-a436-4f96f84b9577" providerId="ADAL" clId="{152A8D8E-FC9A-4326-9172-4A160D290924}" dt="2026-07-29T01:11:08.211" v="3152" actId="478"/>
        <pc:sldMkLst>
          <pc:docMk/>
          <pc:sldMk cId="0" sldId="295"/>
        </pc:sldMkLst>
        <pc:grpChg chg="del mod">
          <ac:chgData name="Marcos Maillot" userId="fa14b39d-e966-4ebb-a436-4f96f84b9577" providerId="ADAL" clId="{152A8D8E-FC9A-4326-9172-4A160D290924}" dt="2026-07-29T01:08:36.888" v="3099"/>
          <ac:grpSpMkLst>
            <pc:docMk/>
            <pc:sldMk cId="0" sldId="295"/>
            <ac:grpSpMk id="5" creationId="{5A769164-EB86-B125-072B-827152C03CAF}"/>
          </ac:grpSpMkLst>
        </pc:grpChg>
        <pc:grpChg chg="del mod">
          <ac:chgData name="Marcos Maillot" userId="fa14b39d-e966-4ebb-a436-4f96f84b9577" providerId="ADAL" clId="{152A8D8E-FC9A-4326-9172-4A160D290924}" dt="2026-07-29T01:08:38.384" v="3102"/>
          <ac:grpSpMkLst>
            <pc:docMk/>
            <pc:sldMk cId="0" sldId="295"/>
            <ac:grpSpMk id="9" creationId="{3DF39EDC-0717-C702-5A06-1998F498240B}"/>
          </ac:grpSpMkLst>
        </pc:grpChg>
        <pc:grpChg chg="del mod">
          <ac:chgData name="Marcos Maillot" userId="fa14b39d-e966-4ebb-a436-4f96f84b9577" providerId="ADAL" clId="{152A8D8E-FC9A-4326-9172-4A160D290924}" dt="2026-07-29T01:08:46.930" v="3104"/>
          <ac:grpSpMkLst>
            <pc:docMk/>
            <pc:sldMk cId="0" sldId="295"/>
            <ac:grpSpMk id="12" creationId="{77701137-F158-B18A-76C1-B30B75471FFC}"/>
          </ac:grpSpMkLst>
        </pc:grpChg>
        <pc:grpChg chg="del mod">
          <ac:chgData name="Marcos Maillot" userId="fa14b39d-e966-4ebb-a436-4f96f84b9577" providerId="ADAL" clId="{152A8D8E-FC9A-4326-9172-4A160D290924}" dt="2026-07-29T01:08:54.587" v="3112"/>
          <ac:grpSpMkLst>
            <pc:docMk/>
            <pc:sldMk cId="0" sldId="295"/>
            <ac:grpSpMk id="14" creationId="{335D8BDC-78E0-C8C7-9C4C-B2471E5EFC38}"/>
          </ac:grpSpMkLst>
        </pc:grpChg>
        <pc:grpChg chg="del mod">
          <ac:chgData name="Marcos Maillot" userId="fa14b39d-e966-4ebb-a436-4f96f84b9577" providerId="ADAL" clId="{152A8D8E-FC9A-4326-9172-4A160D290924}" dt="2026-07-29T01:09:13.949" v="3117"/>
          <ac:grpSpMkLst>
            <pc:docMk/>
            <pc:sldMk cId="0" sldId="295"/>
            <ac:grpSpMk id="22" creationId="{8FF8F588-6D00-DD1D-56B2-1731A514494B}"/>
          </ac:grpSpMkLst>
        </pc:grpChg>
        <pc:grpChg chg="del mod">
          <ac:chgData name="Marcos Maillot" userId="fa14b39d-e966-4ebb-a436-4f96f84b9577" providerId="ADAL" clId="{152A8D8E-FC9A-4326-9172-4A160D290924}" dt="2026-07-29T01:09:43.048" v="3125"/>
          <ac:grpSpMkLst>
            <pc:docMk/>
            <pc:sldMk cId="0" sldId="295"/>
            <ac:grpSpMk id="27" creationId="{7B6675DD-2AA7-1DA6-5B84-779F4F77B6FE}"/>
          </ac:grpSpMkLst>
        </pc:grpChg>
        <pc:grpChg chg="del mod">
          <ac:chgData name="Marcos Maillot" userId="fa14b39d-e966-4ebb-a436-4f96f84b9577" providerId="ADAL" clId="{152A8D8E-FC9A-4326-9172-4A160D290924}" dt="2026-07-29T01:09:43.048" v="3125"/>
          <ac:grpSpMkLst>
            <pc:docMk/>
            <pc:sldMk cId="0" sldId="295"/>
            <ac:grpSpMk id="32" creationId="{3AF6FAFD-1ADB-E1F0-E05C-D28C4C8C06FC}"/>
          </ac:grpSpMkLst>
        </pc:grpChg>
        <pc:grpChg chg="del mod">
          <ac:chgData name="Marcos Maillot" userId="fa14b39d-e966-4ebb-a436-4f96f84b9577" providerId="ADAL" clId="{152A8D8E-FC9A-4326-9172-4A160D290924}" dt="2026-07-29T01:09:45.963" v="3128"/>
          <ac:grpSpMkLst>
            <pc:docMk/>
            <pc:sldMk cId="0" sldId="295"/>
            <ac:grpSpMk id="35" creationId="{AC42C4E0-E1B0-104B-79FF-8AFCBA2B40A9}"/>
          </ac:grpSpMkLst>
        </pc:grpChg>
        <pc:grpChg chg="del mod">
          <ac:chgData name="Marcos Maillot" userId="fa14b39d-e966-4ebb-a436-4f96f84b9577" providerId="ADAL" clId="{152A8D8E-FC9A-4326-9172-4A160D290924}" dt="2026-07-29T01:09:49.153" v="3139"/>
          <ac:grpSpMkLst>
            <pc:docMk/>
            <pc:sldMk cId="0" sldId="295"/>
            <ac:grpSpMk id="38" creationId="{6DC30BE7-691A-55FA-015E-7CD6697988B6}"/>
          </ac:grpSpMkLst>
        </pc:grpChg>
        <pc:grpChg chg="del mod">
          <ac:chgData name="Marcos Maillot" userId="fa14b39d-e966-4ebb-a436-4f96f84b9577" providerId="ADAL" clId="{152A8D8E-FC9A-4326-9172-4A160D290924}" dt="2026-07-29T01:09:54.467" v="3141"/>
          <ac:grpSpMkLst>
            <pc:docMk/>
            <pc:sldMk cId="0" sldId="295"/>
            <ac:grpSpMk id="49" creationId="{FFBA97DA-10E8-72B9-7A8D-2F543FEFE431}"/>
          </ac:grpSpMkLst>
        </pc:grpChg>
        <pc:grpChg chg="add del mod">
          <ac:chgData name="Marcos Maillot" userId="fa14b39d-e966-4ebb-a436-4f96f84b9577" providerId="ADAL" clId="{152A8D8E-FC9A-4326-9172-4A160D290924}" dt="2026-07-29T01:11:08.211" v="3152" actId="478"/>
          <ac:grpSpMkLst>
            <pc:docMk/>
            <pc:sldMk cId="0" sldId="295"/>
            <ac:grpSpMk id="51" creationId="{93CA000C-58C5-284C-141C-3AE86ED62A17}"/>
          </ac:grpSpMkLst>
        </pc:grpChg>
        <pc:picChg chg="add del">
          <ac:chgData name="Marcos Maillot" userId="fa14b39d-e966-4ebb-a436-4f96f84b9577" providerId="ADAL" clId="{152A8D8E-FC9A-4326-9172-4A160D290924}" dt="2026-07-29T01:10:35.885" v="3149" actId="478"/>
          <ac:picMkLst>
            <pc:docMk/>
            <pc:sldMk cId="0" sldId="295"/>
            <ac:picMk id="474" creationId="{00000000-0000-0000-0000-000000000000}"/>
          </ac:picMkLst>
        </pc:picChg>
        <pc:picChg chg="add del">
          <ac:chgData name="Marcos Maillot" userId="fa14b39d-e966-4ebb-a436-4f96f84b9577" providerId="ADAL" clId="{152A8D8E-FC9A-4326-9172-4A160D290924}" dt="2026-07-29T01:10:40.138" v="3151" actId="478"/>
          <ac:picMkLst>
            <pc:docMk/>
            <pc:sldMk cId="0" sldId="295"/>
            <ac:picMk id="476" creationId="{00000000-0000-0000-0000-000000000000}"/>
          </ac:picMkLst>
        </pc:picChg>
        <pc:inkChg chg="add mod">
          <ac:chgData name="Marcos Maillot" userId="fa14b39d-e966-4ebb-a436-4f96f84b9577" providerId="ADAL" clId="{152A8D8E-FC9A-4326-9172-4A160D290924}" dt="2026-07-29T01:08:46.930" v="3104"/>
          <ac:inkMkLst>
            <pc:docMk/>
            <pc:sldMk cId="0" sldId="295"/>
            <ac:inkMk id="2" creationId="{2FE7B92E-0D9D-C98E-1E78-CF5BA2E65490}"/>
          </ac:inkMkLst>
        </pc:inkChg>
        <pc:inkChg chg="add del mod">
          <ac:chgData name="Marcos Maillot" userId="fa14b39d-e966-4ebb-a436-4f96f84b9577" providerId="ADAL" clId="{152A8D8E-FC9A-4326-9172-4A160D290924}" dt="2026-07-29T01:11:08.211" v="3152" actId="478"/>
          <ac:inkMkLst>
            <pc:docMk/>
            <pc:sldMk cId="0" sldId="295"/>
            <ac:inkMk id="3" creationId="{93B52E9E-7195-CA39-E36A-4408F1436B48}"/>
          </ac:inkMkLst>
        </pc:inkChg>
        <pc:inkChg chg="add mod">
          <ac:chgData name="Marcos Maillot" userId="fa14b39d-e966-4ebb-a436-4f96f84b9577" providerId="ADAL" clId="{152A8D8E-FC9A-4326-9172-4A160D290924}" dt="2026-07-29T01:08:38.384" v="3102"/>
          <ac:inkMkLst>
            <pc:docMk/>
            <pc:sldMk cId="0" sldId="295"/>
            <ac:inkMk id="4" creationId="{445087D9-455E-A54B-F992-851CF0DD078B}"/>
          </ac:inkMkLst>
        </pc:inkChg>
        <pc:inkChg chg="add mod">
          <ac:chgData name="Marcos Maillot" userId="fa14b39d-e966-4ebb-a436-4f96f84b9577" providerId="ADAL" clId="{152A8D8E-FC9A-4326-9172-4A160D290924}" dt="2026-07-29T01:08:46.930" v="3104"/>
          <ac:inkMkLst>
            <pc:docMk/>
            <pc:sldMk cId="0" sldId="295"/>
            <ac:inkMk id="6" creationId="{54F32B39-05D9-1BFB-F97A-EBBD3F260FD5}"/>
          </ac:inkMkLst>
        </pc:inkChg>
        <pc:inkChg chg="add del mod">
          <ac:chgData name="Marcos Maillot" userId="fa14b39d-e966-4ebb-a436-4f96f84b9577" providerId="ADAL" clId="{152A8D8E-FC9A-4326-9172-4A160D290924}" dt="2026-07-29T01:11:08.211" v="3152" actId="478"/>
          <ac:inkMkLst>
            <pc:docMk/>
            <pc:sldMk cId="0" sldId="295"/>
            <ac:inkMk id="7" creationId="{87C7DEC6-A106-3F44-BEF5-1FAE57DB3729}"/>
          </ac:inkMkLst>
        </pc:inkChg>
        <pc:inkChg chg="add del mod">
          <ac:chgData name="Marcos Maillot" userId="fa14b39d-e966-4ebb-a436-4f96f84b9577" providerId="ADAL" clId="{152A8D8E-FC9A-4326-9172-4A160D290924}" dt="2026-07-29T01:11:08.211" v="3152" actId="478"/>
          <ac:inkMkLst>
            <pc:docMk/>
            <pc:sldMk cId="0" sldId="295"/>
            <ac:inkMk id="8" creationId="{5A9CA0FB-D9C5-4F8E-0ED2-A03D47C2A697}"/>
          </ac:inkMkLst>
        </pc:inkChg>
        <pc:inkChg chg="add mod">
          <ac:chgData name="Marcos Maillot" userId="fa14b39d-e966-4ebb-a436-4f96f84b9577" providerId="ADAL" clId="{152A8D8E-FC9A-4326-9172-4A160D290924}" dt="2026-07-29T01:09:45.963" v="3128"/>
          <ac:inkMkLst>
            <pc:docMk/>
            <pc:sldMk cId="0" sldId="295"/>
            <ac:inkMk id="10" creationId="{736F0ADF-32C9-C1D8-D671-36C9A078E677}"/>
          </ac:inkMkLst>
        </pc:inkChg>
        <pc:inkChg chg="add del mod">
          <ac:chgData name="Marcos Maillot" userId="fa14b39d-e966-4ebb-a436-4f96f84b9577" providerId="ADAL" clId="{152A8D8E-FC9A-4326-9172-4A160D290924}" dt="2026-07-29T01:11:08.211" v="3152" actId="478"/>
          <ac:inkMkLst>
            <pc:docMk/>
            <pc:sldMk cId="0" sldId="295"/>
            <ac:inkMk id="11" creationId="{2393BEF2-DD49-AF30-94A7-ED09B7AD9ECB}"/>
          </ac:inkMkLst>
        </pc:inkChg>
        <pc:inkChg chg="add del mod">
          <ac:chgData name="Marcos Maillot" userId="fa14b39d-e966-4ebb-a436-4f96f84b9577" providerId="ADAL" clId="{152A8D8E-FC9A-4326-9172-4A160D290924}" dt="2026-07-29T01:10:33.357" v="3147" actId="478"/>
          <ac:inkMkLst>
            <pc:docMk/>
            <pc:sldMk cId="0" sldId="295"/>
            <ac:inkMk id="13" creationId="{4D564773-6766-E9A0-0BC6-BEFEFB6B3476}"/>
          </ac:inkMkLst>
        </pc:inkChg>
        <pc:inkChg chg="add del">
          <ac:chgData name="Marcos Maillot" userId="fa14b39d-e966-4ebb-a436-4f96f84b9577" providerId="ADAL" clId="{152A8D8E-FC9A-4326-9172-4A160D290924}" dt="2026-07-29T01:10:31.833" v="3146" actId="478"/>
          <ac:inkMkLst>
            <pc:docMk/>
            <pc:sldMk cId="0" sldId="295"/>
            <ac:inkMk id="15" creationId="{24436325-DBA3-B1E3-38D4-924D042CB076}"/>
          </ac:inkMkLst>
        </pc:inkChg>
        <pc:inkChg chg="add del mod">
          <ac:chgData name="Marcos Maillot" userId="fa14b39d-e966-4ebb-a436-4f96f84b9577" providerId="ADAL" clId="{152A8D8E-FC9A-4326-9172-4A160D290924}" dt="2026-07-29T01:10:30.288" v="3145" actId="478"/>
          <ac:inkMkLst>
            <pc:docMk/>
            <pc:sldMk cId="0" sldId="295"/>
            <ac:inkMk id="16" creationId="{B8AB17F3-3FF7-6D07-A213-96ED019B6B01}"/>
          </ac:inkMkLst>
        </pc:inkChg>
        <pc:inkChg chg="add del">
          <ac:chgData name="Marcos Maillot" userId="fa14b39d-e966-4ebb-a436-4f96f84b9577" providerId="ADAL" clId="{152A8D8E-FC9A-4326-9172-4A160D290924}" dt="2026-07-29T01:11:08.211" v="3152" actId="478"/>
          <ac:inkMkLst>
            <pc:docMk/>
            <pc:sldMk cId="0" sldId="295"/>
            <ac:inkMk id="17" creationId="{42B5A256-16AC-247A-6853-6B3D519D5CCF}"/>
          </ac:inkMkLst>
        </pc:inkChg>
        <pc:inkChg chg="add">
          <ac:chgData name="Marcos Maillot" userId="fa14b39d-e966-4ebb-a436-4f96f84b9577" providerId="ADAL" clId="{152A8D8E-FC9A-4326-9172-4A160D290924}" dt="2026-07-29T01:08:52.119" v="3108" actId="9405"/>
          <ac:inkMkLst>
            <pc:docMk/>
            <pc:sldMk cId="0" sldId="295"/>
            <ac:inkMk id="18" creationId="{8D4FA71B-4761-BD4D-9D67-F205084CA499}"/>
          </ac:inkMkLst>
        </pc:inkChg>
        <pc:inkChg chg="add del mod">
          <ac:chgData name="Marcos Maillot" userId="fa14b39d-e966-4ebb-a436-4f96f84b9577" providerId="ADAL" clId="{152A8D8E-FC9A-4326-9172-4A160D290924}" dt="2026-07-29T01:11:08.211" v="3152" actId="478"/>
          <ac:inkMkLst>
            <pc:docMk/>
            <pc:sldMk cId="0" sldId="295"/>
            <ac:inkMk id="19" creationId="{EFB74BBC-0B83-4538-C984-DE6DCB7364A1}"/>
          </ac:inkMkLst>
        </pc:inkChg>
        <pc:inkChg chg="add del mod">
          <ac:chgData name="Marcos Maillot" userId="fa14b39d-e966-4ebb-a436-4f96f84b9577" providerId="ADAL" clId="{152A8D8E-FC9A-4326-9172-4A160D290924}" dt="2026-07-29T01:11:08.211" v="3152" actId="478"/>
          <ac:inkMkLst>
            <pc:docMk/>
            <pc:sldMk cId="0" sldId="295"/>
            <ac:inkMk id="20" creationId="{7E4F0EB2-A7EC-F533-B3DF-E281D77D0133}"/>
          </ac:inkMkLst>
        </pc:inkChg>
        <pc:inkChg chg="add mod">
          <ac:chgData name="Marcos Maillot" userId="fa14b39d-e966-4ebb-a436-4f96f84b9577" providerId="ADAL" clId="{152A8D8E-FC9A-4326-9172-4A160D290924}" dt="2026-07-29T01:09:45.963" v="3128"/>
          <ac:inkMkLst>
            <pc:docMk/>
            <pc:sldMk cId="0" sldId="295"/>
            <ac:inkMk id="21" creationId="{673146AD-7761-40D6-15E8-534AE5D093B4}"/>
          </ac:inkMkLst>
        </pc:inkChg>
        <pc:inkChg chg="add">
          <ac:chgData name="Marcos Maillot" userId="fa14b39d-e966-4ebb-a436-4f96f84b9577" providerId="ADAL" clId="{152A8D8E-FC9A-4326-9172-4A160D290924}" dt="2026-07-29T01:08:56.949" v="3113" actId="9405"/>
          <ac:inkMkLst>
            <pc:docMk/>
            <pc:sldMk cId="0" sldId="295"/>
            <ac:inkMk id="23" creationId="{897292F2-CAD5-949C-7B8A-60005F50F838}"/>
          </ac:inkMkLst>
        </pc:inkChg>
        <pc:inkChg chg="add">
          <ac:chgData name="Marcos Maillot" userId="fa14b39d-e966-4ebb-a436-4f96f84b9577" providerId="ADAL" clId="{152A8D8E-FC9A-4326-9172-4A160D290924}" dt="2026-07-29T01:09:10.496" v="3114" actId="9405"/>
          <ac:inkMkLst>
            <pc:docMk/>
            <pc:sldMk cId="0" sldId="295"/>
            <ac:inkMk id="24" creationId="{17CA24E6-C479-A9EC-C0F4-3E200928C620}"/>
          </ac:inkMkLst>
        </pc:inkChg>
        <pc:inkChg chg="add del mod">
          <ac:chgData name="Marcos Maillot" userId="fa14b39d-e966-4ebb-a436-4f96f84b9577" providerId="ADAL" clId="{152A8D8E-FC9A-4326-9172-4A160D290924}" dt="2026-07-29T01:11:08.211" v="3152" actId="478"/>
          <ac:inkMkLst>
            <pc:docMk/>
            <pc:sldMk cId="0" sldId="295"/>
            <ac:inkMk id="25" creationId="{BE8D5CE0-E8DA-248C-7DDE-4D17F688347F}"/>
          </ac:inkMkLst>
        </pc:inkChg>
        <pc:inkChg chg="add">
          <ac:chgData name="Marcos Maillot" userId="fa14b39d-e966-4ebb-a436-4f96f84b9577" providerId="ADAL" clId="{152A8D8E-FC9A-4326-9172-4A160D290924}" dt="2026-07-29T01:09:13.315" v="3116" actId="9405"/>
          <ac:inkMkLst>
            <pc:docMk/>
            <pc:sldMk cId="0" sldId="295"/>
            <ac:inkMk id="26" creationId="{82D38100-71C9-3B28-0ED8-B4848D333DD4}"/>
          </ac:inkMkLst>
        </pc:inkChg>
        <pc:inkChg chg="add">
          <ac:chgData name="Marcos Maillot" userId="fa14b39d-e966-4ebb-a436-4f96f84b9577" providerId="ADAL" clId="{152A8D8E-FC9A-4326-9172-4A160D290924}" dt="2026-07-29T01:09:19.676" v="3118" actId="9405"/>
          <ac:inkMkLst>
            <pc:docMk/>
            <pc:sldMk cId="0" sldId="295"/>
            <ac:inkMk id="28" creationId="{DDB3076A-E7F6-3DDA-A606-38078FE5CA43}"/>
          </ac:inkMkLst>
        </pc:inkChg>
        <pc:inkChg chg="add">
          <ac:chgData name="Marcos Maillot" userId="fa14b39d-e966-4ebb-a436-4f96f84b9577" providerId="ADAL" clId="{152A8D8E-FC9A-4326-9172-4A160D290924}" dt="2026-07-29T01:09:26.964" v="3119" actId="9405"/>
          <ac:inkMkLst>
            <pc:docMk/>
            <pc:sldMk cId="0" sldId="295"/>
            <ac:inkMk id="29" creationId="{77A453B6-AC0E-1EBD-6FE7-EF89D09D7F5F}"/>
          </ac:inkMkLst>
        </pc:inkChg>
        <pc:inkChg chg="add mod">
          <ac:chgData name="Marcos Maillot" userId="fa14b39d-e966-4ebb-a436-4f96f84b9577" providerId="ADAL" clId="{152A8D8E-FC9A-4326-9172-4A160D290924}" dt="2026-07-29T01:09:28.930" v="3122"/>
          <ac:inkMkLst>
            <pc:docMk/>
            <pc:sldMk cId="0" sldId="295"/>
            <ac:inkMk id="30" creationId="{04841739-3196-14CA-07E6-582BB34D7185}"/>
          </ac:inkMkLst>
        </pc:inkChg>
        <pc:inkChg chg="add mod">
          <ac:chgData name="Marcos Maillot" userId="fa14b39d-e966-4ebb-a436-4f96f84b9577" providerId="ADAL" clId="{152A8D8E-FC9A-4326-9172-4A160D290924}" dt="2026-07-29T01:09:54.467" v="3141"/>
          <ac:inkMkLst>
            <pc:docMk/>
            <pc:sldMk cId="0" sldId="295"/>
            <ac:inkMk id="31" creationId="{9E95660A-AC4E-1AD8-F0C9-0E1D70241B5E}"/>
          </ac:inkMkLst>
        </pc:inkChg>
        <pc:inkChg chg="add del">
          <ac:chgData name="Marcos Maillot" userId="fa14b39d-e966-4ebb-a436-4f96f84b9577" providerId="ADAL" clId="{152A8D8E-FC9A-4326-9172-4A160D290924}" dt="2026-07-29T01:10:23.928" v="3142" actId="478"/>
          <ac:inkMkLst>
            <pc:docMk/>
            <pc:sldMk cId="0" sldId="295"/>
            <ac:inkMk id="33" creationId="{8B7564C4-22C6-089A-71F5-D0B0DC35C496}"/>
          </ac:inkMkLst>
        </pc:inkChg>
        <pc:inkChg chg="add mod">
          <ac:chgData name="Marcos Maillot" userId="fa14b39d-e966-4ebb-a436-4f96f84b9577" providerId="ADAL" clId="{152A8D8E-FC9A-4326-9172-4A160D290924}" dt="2026-07-29T01:09:45.963" v="3128"/>
          <ac:inkMkLst>
            <pc:docMk/>
            <pc:sldMk cId="0" sldId="295"/>
            <ac:inkMk id="34" creationId="{9DF1E939-6FCF-B5AA-96E1-87EADFF3B827}"/>
          </ac:inkMkLst>
        </pc:inkChg>
        <pc:inkChg chg="add del mod">
          <ac:chgData name="Marcos Maillot" userId="fa14b39d-e966-4ebb-a436-4f96f84b9577" providerId="ADAL" clId="{152A8D8E-FC9A-4326-9172-4A160D290924}" dt="2026-07-29T01:11:08.211" v="3152" actId="478"/>
          <ac:inkMkLst>
            <pc:docMk/>
            <pc:sldMk cId="0" sldId="295"/>
            <ac:inkMk id="36" creationId="{922189E4-C1BF-0F94-1376-7C93B80C8F63}"/>
          </ac:inkMkLst>
        </pc:inkChg>
        <pc:inkChg chg="add mod">
          <ac:chgData name="Marcos Maillot" userId="fa14b39d-e966-4ebb-a436-4f96f84b9577" providerId="ADAL" clId="{152A8D8E-FC9A-4326-9172-4A160D290924}" dt="2026-07-29T01:09:54.467" v="3141"/>
          <ac:inkMkLst>
            <pc:docMk/>
            <pc:sldMk cId="0" sldId="295"/>
            <ac:inkMk id="37" creationId="{7E68D1D4-5F8F-A0EE-2022-F36D6EFE9098}"/>
          </ac:inkMkLst>
        </pc:inkChg>
        <pc:inkChg chg="add">
          <ac:chgData name="Marcos Maillot" userId="fa14b39d-e966-4ebb-a436-4f96f84b9577" providerId="ADAL" clId="{152A8D8E-FC9A-4326-9172-4A160D290924}" dt="2026-07-29T01:09:46.146" v="3129" actId="9405"/>
          <ac:inkMkLst>
            <pc:docMk/>
            <pc:sldMk cId="0" sldId="295"/>
            <ac:inkMk id="39" creationId="{1855A28F-25E2-3124-DA6A-523DB4C36669}"/>
          </ac:inkMkLst>
        </pc:inkChg>
        <pc:inkChg chg="add">
          <ac:chgData name="Marcos Maillot" userId="fa14b39d-e966-4ebb-a436-4f96f84b9577" providerId="ADAL" clId="{152A8D8E-FC9A-4326-9172-4A160D290924}" dt="2026-07-29T01:09:46.330" v="3130" actId="9405"/>
          <ac:inkMkLst>
            <pc:docMk/>
            <pc:sldMk cId="0" sldId="295"/>
            <ac:inkMk id="40" creationId="{9F854BC4-F4F0-680D-8038-82D00FD96A5C}"/>
          </ac:inkMkLst>
        </pc:inkChg>
        <pc:inkChg chg="add">
          <ac:chgData name="Marcos Maillot" userId="fa14b39d-e966-4ebb-a436-4f96f84b9577" providerId="ADAL" clId="{152A8D8E-FC9A-4326-9172-4A160D290924}" dt="2026-07-29T01:09:46.484" v="3131" actId="9405"/>
          <ac:inkMkLst>
            <pc:docMk/>
            <pc:sldMk cId="0" sldId="295"/>
            <ac:inkMk id="41" creationId="{4AEF74F1-B83C-7375-E27B-C035BE6BDB6D}"/>
          </ac:inkMkLst>
        </pc:inkChg>
        <pc:inkChg chg="add">
          <ac:chgData name="Marcos Maillot" userId="fa14b39d-e966-4ebb-a436-4f96f84b9577" providerId="ADAL" clId="{152A8D8E-FC9A-4326-9172-4A160D290924}" dt="2026-07-29T01:09:46.643" v="3132" actId="9405"/>
          <ac:inkMkLst>
            <pc:docMk/>
            <pc:sldMk cId="0" sldId="295"/>
            <ac:inkMk id="42" creationId="{729F7CBF-4C52-C30A-9924-D16BA9E4DE38}"/>
          </ac:inkMkLst>
        </pc:inkChg>
        <pc:inkChg chg="add">
          <ac:chgData name="Marcos Maillot" userId="fa14b39d-e966-4ebb-a436-4f96f84b9577" providerId="ADAL" clId="{152A8D8E-FC9A-4326-9172-4A160D290924}" dt="2026-07-29T01:09:46.764" v="3133" actId="9405"/>
          <ac:inkMkLst>
            <pc:docMk/>
            <pc:sldMk cId="0" sldId="295"/>
            <ac:inkMk id="43" creationId="{6D639807-4E8A-34DC-E2B0-7DA170778B43}"/>
          </ac:inkMkLst>
        </pc:inkChg>
        <pc:inkChg chg="add mod">
          <ac:chgData name="Marcos Maillot" userId="fa14b39d-e966-4ebb-a436-4f96f84b9577" providerId="ADAL" clId="{152A8D8E-FC9A-4326-9172-4A160D290924}" dt="2026-07-29T01:09:54.467" v="3141"/>
          <ac:inkMkLst>
            <pc:docMk/>
            <pc:sldMk cId="0" sldId="295"/>
            <ac:inkMk id="44" creationId="{C600D2B8-10CB-C6B6-E8ED-C01DFDE39DF8}"/>
          </ac:inkMkLst>
        </pc:inkChg>
        <pc:inkChg chg="add mod">
          <ac:chgData name="Marcos Maillot" userId="fa14b39d-e966-4ebb-a436-4f96f84b9577" providerId="ADAL" clId="{152A8D8E-FC9A-4326-9172-4A160D290924}" dt="2026-07-29T01:09:54.467" v="3141"/>
          <ac:inkMkLst>
            <pc:docMk/>
            <pc:sldMk cId="0" sldId="295"/>
            <ac:inkMk id="45" creationId="{86CA1E35-C683-639D-417D-4765DBAC62C8}"/>
          </ac:inkMkLst>
        </pc:inkChg>
        <pc:inkChg chg="add mod">
          <ac:chgData name="Marcos Maillot" userId="fa14b39d-e966-4ebb-a436-4f96f84b9577" providerId="ADAL" clId="{152A8D8E-FC9A-4326-9172-4A160D290924}" dt="2026-07-29T01:09:54.467" v="3141"/>
          <ac:inkMkLst>
            <pc:docMk/>
            <pc:sldMk cId="0" sldId="295"/>
            <ac:inkMk id="46" creationId="{0E8934BC-10CB-060F-AE6D-581A8A11DF66}"/>
          </ac:inkMkLst>
        </pc:inkChg>
        <pc:inkChg chg="add mod">
          <ac:chgData name="Marcos Maillot" userId="fa14b39d-e966-4ebb-a436-4f96f84b9577" providerId="ADAL" clId="{152A8D8E-FC9A-4326-9172-4A160D290924}" dt="2026-07-29T01:09:54.467" v="3141"/>
          <ac:inkMkLst>
            <pc:docMk/>
            <pc:sldMk cId="0" sldId="295"/>
            <ac:inkMk id="47" creationId="{62CFCA50-8104-F464-4AFF-F34E0D61B408}"/>
          </ac:inkMkLst>
        </pc:inkChg>
        <pc:inkChg chg="add mod">
          <ac:chgData name="Marcos Maillot" userId="fa14b39d-e966-4ebb-a436-4f96f84b9577" providerId="ADAL" clId="{152A8D8E-FC9A-4326-9172-4A160D290924}" dt="2026-07-29T01:09:54.467" v="3141"/>
          <ac:inkMkLst>
            <pc:docMk/>
            <pc:sldMk cId="0" sldId="295"/>
            <ac:inkMk id="48" creationId="{AF19880B-2BBF-AC77-2682-F2D4B7B0FAB6}"/>
          </ac:inkMkLst>
        </pc:inkChg>
        <pc:inkChg chg="add mod">
          <ac:chgData name="Marcos Maillot" userId="fa14b39d-e966-4ebb-a436-4f96f84b9577" providerId="ADAL" clId="{152A8D8E-FC9A-4326-9172-4A160D290924}" dt="2026-07-29T01:09:54.467" v="3141"/>
          <ac:inkMkLst>
            <pc:docMk/>
            <pc:sldMk cId="0" sldId="295"/>
            <ac:inkMk id="50" creationId="{B4F72DDA-6068-B21F-191B-D618D64AF46E}"/>
          </ac:inkMkLst>
        </pc:inkChg>
      </pc:sldChg>
      <pc:sldChg chg="modSp mod">
        <pc:chgData name="Marcos Maillot" userId="fa14b39d-e966-4ebb-a436-4f96f84b9577" providerId="ADAL" clId="{152A8D8E-FC9A-4326-9172-4A160D290924}" dt="2026-07-28T16:10:37.110" v="3020" actId="404"/>
        <pc:sldMkLst>
          <pc:docMk/>
          <pc:sldMk cId="165900205" sldId="297"/>
        </pc:sldMkLst>
        <pc:spChg chg="mod">
          <ac:chgData name="Marcos Maillot" userId="fa14b39d-e966-4ebb-a436-4f96f84b9577" providerId="ADAL" clId="{152A8D8E-FC9A-4326-9172-4A160D290924}" dt="2026-07-28T16:10:01.873" v="3008" actId="1076"/>
          <ac:spMkLst>
            <pc:docMk/>
            <pc:sldMk cId="165900205" sldId="297"/>
            <ac:spMk id="6" creationId="{FA431DAD-D156-26D1-3E59-0189B43C1120}"/>
          </ac:spMkLst>
        </pc:spChg>
        <pc:spChg chg="mod">
          <ac:chgData name="Marcos Maillot" userId="fa14b39d-e966-4ebb-a436-4f96f84b9577" providerId="ADAL" clId="{152A8D8E-FC9A-4326-9172-4A160D290924}" dt="2026-07-28T16:10:23.441" v="3014" actId="1076"/>
          <ac:spMkLst>
            <pc:docMk/>
            <pc:sldMk cId="165900205" sldId="297"/>
            <ac:spMk id="7" creationId="{61EAA823-AA6C-5769-371B-2884F4A99601}"/>
          </ac:spMkLst>
        </pc:spChg>
        <pc:graphicFrameChg chg="mod modGraphic">
          <ac:chgData name="Marcos Maillot" userId="fa14b39d-e966-4ebb-a436-4f96f84b9577" providerId="ADAL" clId="{152A8D8E-FC9A-4326-9172-4A160D290924}" dt="2026-07-28T16:10:37.110" v="3020" actId="404"/>
          <ac:graphicFrameMkLst>
            <pc:docMk/>
            <pc:sldMk cId="165900205" sldId="297"/>
            <ac:graphicFrameMk id="8" creationId="{51D966EF-21C3-E89B-1956-B4E89525A3F0}"/>
          </ac:graphicFrameMkLst>
        </pc:graphicFrameChg>
      </pc:sldChg>
      <pc:sldChg chg="modSp mod">
        <pc:chgData name="Marcos Maillot" userId="fa14b39d-e966-4ebb-a436-4f96f84b9577" providerId="ADAL" clId="{152A8D8E-FC9A-4326-9172-4A160D290924}" dt="2026-07-28T16:10:53.484" v="3024" actId="403"/>
        <pc:sldMkLst>
          <pc:docMk/>
          <pc:sldMk cId="124966677" sldId="298"/>
        </pc:sldMkLst>
        <pc:graphicFrameChg chg="modGraphic">
          <ac:chgData name="Marcos Maillot" userId="fa14b39d-e966-4ebb-a436-4f96f84b9577" providerId="ADAL" clId="{152A8D8E-FC9A-4326-9172-4A160D290924}" dt="2026-07-28T16:10:53.484" v="3024" actId="403"/>
          <ac:graphicFrameMkLst>
            <pc:docMk/>
            <pc:sldMk cId="124966677" sldId="298"/>
            <ac:graphicFrameMk id="8" creationId="{FC64D9A9-449F-5999-8D49-5720D577F2F1}"/>
          </ac:graphicFrameMkLst>
        </pc:graphicFrameChg>
      </pc:sldChg>
      <pc:sldChg chg="modSp mod">
        <pc:chgData name="Marcos Maillot" userId="fa14b39d-e966-4ebb-a436-4f96f84b9577" providerId="ADAL" clId="{152A8D8E-FC9A-4326-9172-4A160D290924}" dt="2026-07-28T16:11:03.629" v="3032" actId="403"/>
        <pc:sldMkLst>
          <pc:docMk/>
          <pc:sldMk cId="2521500850" sldId="300"/>
        </pc:sldMkLst>
        <pc:graphicFrameChg chg="modGraphic">
          <ac:chgData name="Marcos Maillot" userId="fa14b39d-e966-4ebb-a436-4f96f84b9577" providerId="ADAL" clId="{152A8D8E-FC9A-4326-9172-4A160D290924}" dt="2026-07-28T16:11:03.629" v="3032" actId="403"/>
          <ac:graphicFrameMkLst>
            <pc:docMk/>
            <pc:sldMk cId="2521500850" sldId="300"/>
            <ac:graphicFrameMk id="12" creationId="{40D85F59-85FF-F2C6-EF0D-2AAC3A9E2B7F}"/>
          </ac:graphicFrameMkLst>
        </pc:graphicFrameChg>
      </pc:sldChg>
      <pc:sldChg chg="modSp mod">
        <pc:chgData name="Marcos Maillot" userId="fa14b39d-e966-4ebb-a436-4f96f84b9577" providerId="ADAL" clId="{152A8D8E-FC9A-4326-9172-4A160D290924}" dt="2026-07-28T16:10:59.212" v="3028" actId="403"/>
        <pc:sldMkLst>
          <pc:docMk/>
          <pc:sldMk cId="1494378203" sldId="301"/>
        </pc:sldMkLst>
        <pc:graphicFrameChg chg="modGraphic">
          <ac:chgData name="Marcos Maillot" userId="fa14b39d-e966-4ebb-a436-4f96f84b9577" providerId="ADAL" clId="{152A8D8E-FC9A-4326-9172-4A160D290924}" dt="2026-07-28T16:10:59.212" v="3028" actId="403"/>
          <ac:graphicFrameMkLst>
            <pc:docMk/>
            <pc:sldMk cId="1494378203" sldId="301"/>
            <ac:graphicFrameMk id="11" creationId="{FF8DCE33-5269-DCA3-F381-7A7A689A0155}"/>
          </ac:graphicFrameMkLst>
        </pc:graphicFrameChg>
      </pc:sldChg>
      <pc:sldChg chg="addSp delSp modSp add mod">
        <pc:chgData name="Marcos Maillot" userId="fa14b39d-e966-4ebb-a436-4f96f84b9577" providerId="ADAL" clId="{152A8D8E-FC9A-4326-9172-4A160D290924}" dt="2026-07-28T15:39:23.173" v="2190" actId="1076"/>
        <pc:sldMkLst>
          <pc:docMk/>
          <pc:sldMk cId="1637954222" sldId="302"/>
        </pc:sldMkLst>
        <pc:spChg chg="add del mod">
          <ac:chgData name="Marcos Maillot" userId="fa14b39d-e966-4ebb-a436-4f96f84b9577" providerId="ADAL" clId="{152A8D8E-FC9A-4326-9172-4A160D290924}" dt="2026-07-28T15:34:25.951" v="1998" actId="478"/>
          <ac:spMkLst>
            <pc:docMk/>
            <pc:sldMk cId="1637954222" sldId="302"/>
            <ac:spMk id="3" creationId="{5A9C4C67-A97B-ACEF-B998-995DA1745D59}"/>
          </ac:spMkLst>
        </pc:spChg>
        <pc:spChg chg="add del mod">
          <ac:chgData name="Marcos Maillot" userId="fa14b39d-e966-4ebb-a436-4f96f84b9577" providerId="ADAL" clId="{152A8D8E-FC9A-4326-9172-4A160D290924}" dt="2026-07-28T15:39:16.781" v="2186" actId="478"/>
          <ac:spMkLst>
            <pc:docMk/>
            <pc:sldMk cId="1637954222" sldId="302"/>
            <ac:spMk id="5" creationId="{8A0BDB35-D81B-48D8-B793-1C0BFBAFF226}"/>
          </ac:spMkLst>
        </pc:spChg>
        <pc:spChg chg="del">
          <ac:chgData name="Marcos Maillot" userId="fa14b39d-e966-4ebb-a436-4f96f84b9577" providerId="ADAL" clId="{152A8D8E-FC9A-4326-9172-4A160D290924}" dt="2026-07-28T15:39:20.106" v="2188" actId="478"/>
          <ac:spMkLst>
            <pc:docMk/>
            <pc:sldMk cId="1637954222" sldId="302"/>
            <ac:spMk id="350" creationId="{AEE4C4AD-AA4A-2F0B-B85F-FFC0DBD6C3E3}"/>
          </ac:spMkLst>
        </pc:spChg>
        <pc:spChg chg="del mod">
          <ac:chgData name="Marcos Maillot" userId="fa14b39d-e966-4ebb-a436-4f96f84b9577" providerId="ADAL" clId="{152A8D8E-FC9A-4326-9172-4A160D290924}" dt="2026-07-28T15:39:18.217" v="2187" actId="478"/>
          <ac:spMkLst>
            <pc:docMk/>
            <pc:sldMk cId="1637954222" sldId="302"/>
            <ac:spMk id="351" creationId="{10CBF6C1-B961-D758-AEBD-EEEC60EC2DCC}"/>
          </ac:spMkLst>
        </pc:spChg>
        <pc:spChg chg="mod">
          <ac:chgData name="Marcos Maillot" userId="fa14b39d-e966-4ebb-a436-4f96f84b9577" providerId="ADAL" clId="{152A8D8E-FC9A-4326-9172-4A160D290924}" dt="2026-07-28T15:33:07.848" v="1989" actId="20577"/>
          <ac:spMkLst>
            <pc:docMk/>
            <pc:sldMk cId="1637954222" sldId="302"/>
            <ac:spMk id="353" creationId="{85B2737C-FE00-501B-314E-14046FB5ACAE}"/>
          </ac:spMkLst>
        </pc:spChg>
        <pc:picChg chg="add mod">
          <ac:chgData name="Marcos Maillot" userId="fa14b39d-e966-4ebb-a436-4f96f84b9577" providerId="ADAL" clId="{152A8D8E-FC9A-4326-9172-4A160D290924}" dt="2026-07-28T15:39:21.213" v="2189" actId="1076"/>
          <ac:picMkLst>
            <pc:docMk/>
            <pc:sldMk cId="1637954222" sldId="302"/>
            <ac:picMk id="7" creationId="{995AB475-4E42-05FF-6482-8C99BE6B246A}"/>
          </ac:picMkLst>
        </pc:picChg>
        <pc:picChg chg="add mod">
          <ac:chgData name="Marcos Maillot" userId="fa14b39d-e966-4ebb-a436-4f96f84b9577" providerId="ADAL" clId="{152A8D8E-FC9A-4326-9172-4A160D290924}" dt="2026-07-28T15:39:23.173" v="2190" actId="1076"/>
          <ac:picMkLst>
            <pc:docMk/>
            <pc:sldMk cId="1637954222" sldId="302"/>
            <ac:picMk id="9" creationId="{8EBA5021-97AE-F463-75A0-70A73B531C52}"/>
          </ac:picMkLst>
        </pc:picChg>
        <pc:picChg chg="del">
          <ac:chgData name="Marcos Maillot" userId="fa14b39d-e966-4ebb-a436-4f96f84b9577" providerId="ADAL" clId="{152A8D8E-FC9A-4326-9172-4A160D290924}" dt="2026-07-28T15:33:27.761" v="1991" actId="478"/>
          <ac:picMkLst>
            <pc:docMk/>
            <pc:sldMk cId="1637954222" sldId="302"/>
            <ac:picMk id="352" creationId="{C4FB2DFD-E250-21E5-6179-19CC752CE7CA}"/>
          </ac:picMkLst>
        </pc:picChg>
      </pc:sldChg>
      <pc:sldChg chg="addSp delSp modSp add mod">
        <pc:chgData name="Marcos Maillot" userId="fa14b39d-e966-4ebb-a436-4f96f84b9577" providerId="ADAL" clId="{152A8D8E-FC9A-4326-9172-4A160D290924}" dt="2026-07-28T16:07:19.977" v="2994" actId="1076"/>
        <pc:sldMkLst>
          <pc:docMk/>
          <pc:sldMk cId="556452499" sldId="303"/>
        </pc:sldMkLst>
        <pc:spChg chg="del">
          <ac:chgData name="Marcos Maillot" userId="fa14b39d-e966-4ebb-a436-4f96f84b9577" providerId="ADAL" clId="{152A8D8E-FC9A-4326-9172-4A160D290924}" dt="2026-07-28T16:05:07.246" v="2971" actId="478"/>
          <ac:spMkLst>
            <pc:docMk/>
            <pc:sldMk cId="556452499" sldId="303"/>
            <ac:spMk id="3" creationId="{7B541657-C561-7A95-3D9C-8944599074B5}"/>
          </ac:spMkLst>
        </pc:spChg>
        <pc:spChg chg="del">
          <ac:chgData name="Marcos Maillot" userId="fa14b39d-e966-4ebb-a436-4f96f84b9577" providerId="ADAL" clId="{152A8D8E-FC9A-4326-9172-4A160D290924}" dt="2026-07-28T16:05:08.453" v="2972" actId="478"/>
          <ac:spMkLst>
            <pc:docMk/>
            <pc:sldMk cId="556452499" sldId="303"/>
            <ac:spMk id="386" creationId="{E638F158-9040-AC0B-1B95-3FFD6C787D27}"/>
          </ac:spMkLst>
        </pc:spChg>
        <pc:spChg chg="mod">
          <ac:chgData name="Marcos Maillot" userId="fa14b39d-e966-4ebb-a436-4f96f84b9577" providerId="ADAL" clId="{152A8D8E-FC9A-4326-9172-4A160D290924}" dt="2026-07-28T16:05:03.836" v="2970" actId="20577"/>
          <ac:spMkLst>
            <pc:docMk/>
            <pc:sldMk cId="556452499" sldId="303"/>
            <ac:spMk id="388" creationId="{2ED9E927-75F7-7F1B-307D-26342950F068}"/>
          </ac:spMkLst>
        </pc:spChg>
        <pc:picChg chg="add mod">
          <ac:chgData name="Marcos Maillot" userId="fa14b39d-e966-4ebb-a436-4f96f84b9577" providerId="ADAL" clId="{152A8D8E-FC9A-4326-9172-4A160D290924}" dt="2026-07-28T16:07:16.592" v="2992" actId="1076"/>
          <ac:picMkLst>
            <pc:docMk/>
            <pc:sldMk cId="556452499" sldId="303"/>
            <ac:picMk id="4" creationId="{100301CE-5D94-FE42-39E4-E0FF852A96D9}"/>
          </ac:picMkLst>
        </pc:picChg>
        <pc:picChg chg="add mod">
          <ac:chgData name="Marcos Maillot" userId="fa14b39d-e966-4ebb-a436-4f96f84b9577" providerId="ADAL" clId="{152A8D8E-FC9A-4326-9172-4A160D290924}" dt="2026-07-28T16:07:17.587" v="2993" actId="1076"/>
          <ac:picMkLst>
            <pc:docMk/>
            <pc:sldMk cId="556452499" sldId="303"/>
            <ac:picMk id="6" creationId="{7E1D6C3B-37AC-D264-8155-B9DB5FEC2A3A}"/>
          </ac:picMkLst>
        </pc:picChg>
        <pc:picChg chg="add mod">
          <ac:chgData name="Marcos Maillot" userId="fa14b39d-e966-4ebb-a436-4f96f84b9577" providerId="ADAL" clId="{152A8D8E-FC9A-4326-9172-4A160D290924}" dt="2026-07-28T16:07:19.977" v="2994" actId="1076"/>
          <ac:picMkLst>
            <pc:docMk/>
            <pc:sldMk cId="556452499" sldId="303"/>
            <ac:picMk id="8" creationId="{128C7F61-B6C1-1274-013E-ACE4FE3D955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2eebcf47669_0_2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2eebcf47669_0_2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2eebcf47669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2eebcf47669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2eebcf47669_0_2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2eebcf47669_0_2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2eec0ad3768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g2eec0ad3768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2eec0ad3768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g2eec0ad3768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2eec0ad3768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g2eec0ad3768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2eec0ad3768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2eec0ad3768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ec0ad3768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g2eec0ad3768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2eec0ad3768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g2eec0ad3768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eec0ad3768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eec0ad3768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2eec0ad3768_0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g2eec0ad3768_0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eec0ad3768_0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g2eec0ad3768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2eec0ad3768_0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g2eec0ad3768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2eec0ad3768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g2eec0ad3768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2eec0ad3768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g2eec0ad3768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2eec0ad3768_0_1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g2eec0ad3768_0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2eec0ad3768_0_1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g2eec0ad3768_0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2eec0ad3768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g2eec0ad3768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eec0ad3768_0_1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g2eec0ad3768_0_1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2eec0ad3768_0_1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g2eec0ad3768_0_1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2eec0ad3768_0_1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g2eec0ad3768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2eec0ad3768_0_1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8" name="Google Shape;338;g2eec0ad3768_0_1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2eec0ad3768_0_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g2eec0ad3768_0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>
          <a:extLst>
            <a:ext uri="{FF2B5EF4-FFF2-40B4-BE49-F238E27FC236}">
              <a16:creationId xmlns:a16="http://schemas.microsoft.com/office/drawing/2014/main" id="{5B4161E8-A625-1F84-2330-E150B3768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2eec0ad3768_0_203:notes">
            <a:extLst>
              <a:ext uri="{FF2B5EF4-FFF2-40B4-BE49-F238E27FC236}">
                <a16:creationId xmlns:a16="http://schemas.microsoft.com/office/drawing/2014/main" id="{3B91BB02-1603-432E-C8F8-1CDBE5FB0F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g2eec0ad3768_0_203:notes">
            <a:extLst>
              <a:ext uri="{FF2B5EF4-FFF2-40B4-BE49-F238E27FC236}">
                <a16:creationId xmlns:a16="http://schemas.microsoft.com/office/drawing/2014/main" id="{5E3891E5-42E4-2B34-211C-C5CDBFB358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0864990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2eec0ad3768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g2eec0ad3768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2eec0ad3768_0_2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g2eec0ad3768_0_2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2eec0ad3768_0_2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g2eec0ad3768_0_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2eec0ad3768_0_2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3" name="Google Shape;383;g2eec0ad3768_0_2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>
          <a:extLst>
            <a:ext uri="{FF2B5EF4-FFF2-40B4-BE49-F238E27FC236}">
              <a16:creationId xmlns:a16="http://schemas.microsoft.com/office/drawing/2014/main" id="{525279A5-3FCC-75B0-0B29-44EAF15B1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2eec0ad3768_0_227:notes">
            <a:extLst>
              <a:ext uri="{FF2B5EF4-FFF2-40B4-BE49-F238E27FC236}">
                <a16:creationId xmlns:a16="http://schemas.microsoft.com/office/drawing/2014/main" id="{30E7ACFE-92B4-57C3-6758-449024DD19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3" name="Google Shape;383;g2eec0ad3768_0_227:notes">
            <a:extLst>
              <a:ext uri="{FF2B5EF4-FFF2-40B4-BE49-F238E27FC236}">
                <a16:creationId xmlns:a16="http://schemas.microsoft.com/office/drawing/2014/main" id="{9673F9AA-EDE1-998D-03F2-97F0815ACC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7378915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2eec0ad3768_0_2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1" name="Google Shape;391;g2eec0ad3768_0_2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eec0ad3768_0_2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3" name="Google Shape;403;g2eec0ad3768_0_2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2eec0ad3768_0_2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g2eec0ad3768_0_2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eec0ad3768_0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g2eec0ad3768_0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2eec0ad3768_0_2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8" name="Google Shape;438;g2eec0ad3768_0_2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2eec0ad3768_0_2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7" name="Google Shape;447;g2eec0ad3768_0_2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2eec0ad3768_0_2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6" name="Google Shape;456;g2eec0ad3768_0_2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g2eec0ad3768_0_2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g2eec0ad3768_0_2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>
          <a:extLst>
            <a:ext uri="{FF2B5EF4-FFF2-40B4-BE49-F238E27FC236}">
              <a16:creationId xmlns:a16="http://schemas.microsoft.com/office/drawing/2014/main" id="{62F92DA9-C3C2-148A-094E-775FD5A39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2eec0ad3768_0_292:notes">
            <a:extLst>
              <a:ext uri="{FF2B5EF4-FFF2-40B4-BE49-F238E27FC236}">
                <a16:creationId xmlns:a16="http://schemas.microsoft.com/office/drawing/2014/main" id="{4A60B3AF-42D7-B7F9-F4E2-F204BFA254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g2eec0ad3768_0_292:notes">
            <a:extLst>
              <a:ext uri="{FF2B5EF4-FFF2-40B4-BE49-F238E27FC236}">
                <a16:creationId xmlns:a16="http://schemas.microsoft.com/office/drawing/2014/main" id="{ECB38E02-691B-A4BA-C7AD-A584A29085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7124689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>
          <a:extLst>
            <a:ext uri="{FF2B5EF4-FFF2-40B4-BE49-F238E27FC236}">
              <a16:creationId xmlns:a16="http://schemas.microsoft.com/office/drawing/2014/main" id="{83EA68BB-12B4-3706-0A26-95E5F8C13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2eec0ad3768_0_292:notes">
            <a:extLst>
              <a:ext uri="{FF2B5EF4-FFF2-40B4-BE49-F238E27FC236}">
                <a16:creationId xmlns:a16="http://schemas.microsoft.com/office/drawing/2014/main" id="{46EE2F7B-AC18-18ED-6483-78B98697F6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g2eec0ad3768_0_292:notes">
            <a:extLst>
              <a:ext uri="{FF2B5EF4-FFF2-40B4-BE49-F238E27FC236}">
                <a16:creationId xmlns:a16="http://schemas.microsoft.com/office/drawing/2014/main" id="{CD91B530-A902-CB10-F8E6-03A0A7ED59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3558389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>
          <a:extLst>
            <a:ext uri="{FF2B5EF4-FFF2-40B4-BE49-F238E27FC236}">
              <a16:creationId xmlns:a16="http://schemas.microsoft.com/office/drawing/2014/main" id="{2C030E5A-5C04-5118-9809-C57424541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2eec0ad3768_0_292:notes">
            <a:extLst>
              <a:ext uri="{FF2B5EF4-FFF2-40B4-BE49-F238E27FC236}">
                <a16:creationId xmlns:a16="http://schemas.microsoft.com/office/drawing/2014/main" id="{7E4BA6AA-6991-C677-C293-19777C91F3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g2eec0ad3768_0_292:notes">
            <a:extLst>
              <a:ext uri="{FF2B5EF4-FFF2-40B4-BE49-F238E27FC236}">
                <a16:creationId xmlns:a16="http://schemas.microsoft.com/office/drawing/2014/main" id="{FE8C7809-CC02-634F-4551-A28FC56C31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8729972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>
          <a:extLst>
            <a:ext uri="{FF2B5EF4-FFF2-40B4-BE49-F238E27FC236}">
              <a16:creationId xmlns:a16="http://schemas.microsoft.com/office/drawing/2014/main" id="{DA847920-2565-25C9-3DA6-349E14E6E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2eec0ad3768_0_292:notes">
            <a:extLst>
              <a:ext uri="{FF2B5EF4-FFF2-40B4-BE49-F238E27FC236}">
                <a16:creationId xmlns:a16="http://schemas.microsoft.com/office/drawing/2014/main" id="{8A75FC2F-9ACC-90BC-3B7B-9C7DFB0F1E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g2eec0ad3768_0_292:notes">
            <a:extLst>
              <a:ext uri="{FF2B5EF4-FFF2-40B4-BE49-F238E27FC236}">
                <a16:creationId xmlns:a16="http://schemas.microsoft.com/office/drawing/2014/main" id="{026A56F0-7E12-88D0-A3CD-F058D33686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8393139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2eec0ad3768_0_2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g2eec0ad3768_0_2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g2eec0ad3768_0_2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9" name="Google Shape;479;g2eec0ad3768_0_2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name="adj" fmla="val 16667"/>
            </a:avLst>
          </a:prstGeom>
          <a:solidFill>
            <a:schemeClr val="lt1">
              <a:alpha val="6808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4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5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2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/>
          <p:nvPr/>
        </p:nvSpPr>
        <p:spPr>
          <a:xfrm rot="10800000" flipH="1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6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/>
        </p:nvSpPr>
        <p:spPr>
          <a:xfrm rot="10800000" flipH="1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7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1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>
            <a:spLocks noGrp="1"/>
          </p:cNvSpPr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9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subTitle" idx="1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 txBox="1"/>
          <p:nvPr/>
        </p:nvSpPr>
        <p:spPr>
          <a:xfrm rot="10800000" flipH="1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0"/>
          <p:cNvSpPr/>
          <p:nvPr/>
        </p:nvSpPr>
        <p:spPr>
          <a:xfrm rot="10800000" flipH="1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10"/>
          <p:cNvSpPr txBox="1">
            <a:spLocks noGrp="1"/>
          </p:cNvSpPr>
          <p:nvPr>
            <p:ph type="body" idx="1"/>
          </p:nvPr>
        </p:nvSpPr>
        <p:spPr>
          <a:xfrm>
            <a:off x="57150" y="4696825"/>
            <a:ext cx="8382000" cy="44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4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1"/>
          <p:cNvSpPr txBox="1">
            <a:spLocks noGrp="1"/>
          </p:cNvSpPr>
          <p:nvPr>
            <p:ph type="title" hasCustomPrompt="1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" name="Google Shape;59;p11"/>
          <p:cNvSpPr txBox="1">
            <a:spLocks noGrp="1"/>
          </p:cNvSpPr>
          <p:nvPr>
            <p:ph type="body" idx="1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0" name="Google Shape;60;p1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terial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7.gif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.png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gi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4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.png"/><Relationship Id="rId4" Type="http://schemas.openxmlformats.org/officeDocument/2006/relationships/image" Target="../media/image3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Relationship Id="rId5" Type="http://schemas.openxmlformats.org/officeDocument/2006/relationships/hyperlink" Target="https://stackoverflow.com/questions/46562612/pytorch-maxpooling-over-channels-dimension" TargetMode="External"/><Relationship Id="rId4" Type="http://schemas.openxmlformats.org/officeDocument/2006/relationships/image" Target="../media/image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gif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>
            <a:spLocks noGrp="1"/>
          </p:cNvSpPr>
          <p:nvPr>
            <p:ph type="ctrTitle"/>
          </p:nvPr>
        </p:nvSpPr>
        <p:spPr>
          <a:xfrm>
            <a:off x="1465500" y="372650"/>
            <a:ext cx="6213000" cy="93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Aprendizaje Profundo</a:t>
            </a:r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subTitle" idx="1"/>
          </p:nvPr>
        </p:nvSpPr>
        <p:spPr>
          <a:xfrm>
            <a:off x="460950" y="1379610"/>
            <a:ext cx="8222100" cy="164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/>
              <a:t>Facultad de Ingeniería</a:t>
            </a:r>
            <a:endParaRPr sz="29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/>
              <a:t>Universidad de Buenos Aires</a:t>
            </a:r>
            <a:endParaRPr sz="2900"/>
          </a:p>
        </p:txBody>
      </p:sp>
      <p:sp>
        <p:nvSpPr>
          <p:cNvPr id="69" name="Google Shape;69;p13"/>
          <p:cNvSpPr txBox="1">
            <a:spLocks noGrp="1"/>
          </p:cNvSpPr>
          <p:nvPr>
            <p:ph type="subTitle" idx="1"/>
          </p:nvPr>
        </p:nvSpPr>
        <p:spPr>
          <a:xfrm>
            <a:off x="198125" y="3661752"/>
            <a:ext cx="8222100" cy="137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dirty="0"/>
              <a:t>Profesores: </a:t>
            </a:r>
            <a:endParaRPr sz="26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dirty="0"/>
              <a:t>		Marcos Maillot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dirty="0"/>
              <a:t>		Gerardo Vilcamiza</a:t>
            </a:r>
            <a:endParaRPr sz="2600" dirty="0"/>
          </a:p>
        </p:txBody>
      </p:sp>
      <p:pic>
        <p:nvPicPr>
          <p:cNvPr id="70" name="Google Shape;70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21900" y="2437800"/>
            <a:ext cx="1500200" cy="150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4"/>
          <p:cNvSpPr txBox="1">
            <a:spLocks noGrp="1"/>
          </p:cNvSpPr>
          <p:nvPr>
            <p:ph type="title"/>
          </p:nvPr>
        </p:nvSpPr>
        <p:spPr>
          <a:xfrm>
            <a:off x="471900" y="174125"/>
            <a:ext cx="8222100" cy="133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818">
                <a:latin typeface="Arial"/>
                <a:ea typeface="Arial"/>
                <a:cs typeface="Arial"/>
                <a:sym typeface="Arial"/>
              </a:rPr>
              <a:t>Redes Neuronales Convolucionales  Convolutional Neural Network (CNN)</a:t>
            </a:r>
            <a:endParaRPr sz="2208"/>
          </a:p>
        </p:txBody>
      </p:sp>
      <p:sp>
        <p:nvSpPr>
          <p:cNvPr id="76" name="Google Shape;76;p14"/>
          <p:cNvSpPr txBox="1">
            <a:spLocks noGrp="1"/>
          </p:cNvSpPr>
          <p:nvPr>
            <p:ph type="body" idx="1"/>
          </p:nvPr>
        </p:nvSpPr>
        <p:spPr>
          <a:xfrm>
            <a:off x="471900" y="1986025"/>
            <a:ext cx="3358800" cy="305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Introducción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Kernel, limites y padding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Arquitectura base de ejemplo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¿Ventajas?</a:t>
            </a:r>
            <a:endParaRPr dirty="0">
              <a:solidFill>
                <a:schemeClr val="dk2"/>
              </a:solidFill>
            </a:endParaRPr>
          </a:p>
          <a:p>
            <a:pPr marL="457200" lvl="0" indent="-3429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dirty="0">
                <a:solidFill>
                  <a:schemeClr val="dk2"/>
                </a:solidFill>
              </a:rPr>
              <a:t>Sparse interaction</a:t>
            </a:r>
            <a:endParaRPr dirty="0">
              <a:solidFill>
                <a:schemeClr val="dk2"/>
              </a:solidFill>
            </a:endParaRPr>
          </a:p>
          <a:p>
            <a:pPr marL="457200" lvl="0" indent="-3429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dirty="0">
                <a:solidFill>
                  <a:schemeClr val="dk2"/>
                </a:solidFill>
              </a:rPr>
              <a:t>Parameter sharing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Capa Pooling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1018"/>
              <a:buNone/>
            </a:pPr>
            <a:endParaRPr dirty="0">
              <a:solidFill>
                <a:schemeClr val="dk2"/>
              </a:solidFill>
            </a:endParaRPr>
          </a:p>
        </p:txBody>
      </p:sp>
      <p:pic>
        <p:nvPicPr>
          <p:cNvPr id="77" name="Google Shape;77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4"/>
          <p:cNvSpPr txBox="1">
            <a:spLocks noGrp="1"/>
          </p:cNvSpPr>
          <p:nvPr>
            <p:ph type="body" idx="1"/>
          </p:nvPr>
        </p:nvSpPr>
        <p:spPr>
          <a:xfrm>
            <a:off x="4070850" y="1928300"/>
            <a:ext cx="4100100" cy="305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2"/>
                </a:solidFill>
              </a:rPr>
              <a:t>. Resumen de capas CNN. 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2"/>
                </a:solidFill>
              </a:rPr>
              <a:t>. Práctica con capas CNN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2"/>
                </a:solidFill>
              </a:rPr>
              <a:t>. Back propagation en CNN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2"/>
                </a:solidFill>
              </a:rPr>
              <a:t>. Implementación y práctica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dirty="0">
                <a:solidFill>
                  <a:schemeClr val="dk2"/>
                </a:solidFill>
              </a:rPr>
              <a:t>. ¿Que hay en los kernels?</a:t>
            </a:r>
            <a:endParaRPr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5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Introducción</a:t>
            </a:r>
            <a:endParaRPr sz="1120"/>
          </a:p>
        </p:txBody>
      </p:sp>
      <p:pic>
        <p:nvPicPr>
          <p:cNvPr id="84" name="Google Shape;84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5"/>
          <p:cNvSpPr txBox="1"/>
          <p:nvPr/>
        </p:nvSpPr>
        <p:spPr>
          <a:xfrm>
            <a:off x="334850" y="964950"/>
            <a:ext cx="8706600" cy="94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Arquitectura de red neuronal </a:t>
            </a:r>
            <a:r>
              <a:rPr lang="en" sz="2300" b="1"/>
              <a:t>favorita</a:t>
            </a:r>
            <a:r>
              <a:rPr lang="en" sz="2300"/>
              <a:t> para el trabajo con imágenes (o datos que tengan </a:t>
            </a:r>
            <a:r>
              <a:rPr lang="en" sz="2300" b="1"/>
              <a:t>relación espacial</a:t>
            </a:r>
            <a:r>
              <a:rPr lang="en" sz="2300"/>
              <a:t>)</a:t>
            </a:r>
            <a:endParaRPr sz="2300"/>
          </a:p>
        </p:txBody>
      </p:sp>
      <p:pic>
        <p:nvPicPr>
          <p:cNvPr id="86" name="Google Shape;86;p15"/>
          <p:cNvPicPr preferRelativeResize="0"/>
          <p:nvPr/>
        </p:nvPicPr>
        <p:blipFill rotWithShape="1">
          <a:blip r:embed="rId4">
            <a:alphaModFix/>
          </a:blip>
          <a:srcRect l="29425" r="26701"/>
          <a:stretch/>
        </p:blipFill>
        <p:spPr>
          <a:xfrm>
            <a:off x="562575" y="2071675"/>
            <a:ext cx="2089550" cy="28575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5"/>
          <p:cNvSpPr txBox="1"/>
          <p:nvPr/>
        </p:nvSpPr>
        <p:spPr>
          <a:xfrm>
            <a:off x="2897875" y="4248450"/>
            <a:ext cx="3987000" cy="99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Array de 2d [m+1 x n+1]</a:t>
            </a:r>
            <a:endParaRPr sz="160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Ejemplo: imagen de m+1 x n+1 pixeles</a:t>
            </a:r>
            <a:endParaRPr sz="160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con 3 canales (RGB)</a:t>
            </a:r>
            <a:endParaRPr sz="1600"/>
          </a:p>
        </p:txBody>
      </p:sp>
      <p:graphicFrame>
        <p:nvGraphicFramePr>
          <p:cNvPr id="88" name="Google Shape;88;p15"/>
          <p:cNvGraphicFramePr/>
          <p:nvPr/>
        </p:nvGraphicFramePr>
        <p:xfrm>
          <a:off x="4910818" y="1936906"/>
          <a:ext cx="3672000" cy="1836000"/>
        </p:xfrm>
        <a:graphic>
          <a:graphicData uri="http://schemas.openxmlformats.org/drawingml/2006/table">
            <a:tbl>
              <a:tblPr>
                <a:noFill/>
                <a:tableStyleId>{785B5045-CBB6-46CF-AA46-B7B1FD946A01}</a:tableStyleId>
              </a:tblPr>
              <a:tblGrid>
                <a:gridCol w="45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59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x00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x01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x02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x03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x04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x05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x0n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9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x10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x01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x02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x03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x04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x05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x0n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9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u="none" strike="noStrike" cap="none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9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xm0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xm1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xm2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xm3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xm4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xm5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xmn</a:t>
                      </a:r>
                      <a:endParaRPr sz="1300" u="none" strike="noStrike" cap="none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89" name="Google Shape;89;p15"/>
          <p:cNvGraphicFramePr/>
          <p:nvPr/>
        </p:nvGraphicFramePr>
        <p:xfrm>
          <a:off x="4701836" y="2161640"/>
          <a:ext cx="3672000" cy="1836000"/>
        </p:xfrm>
        <a:graphic>
          <a:graphicData uri="http://schemas.openxmlformats.org/drawingml/2006/table">
            <a:tbl>
              <a:tblPr>
                <a:noFill/>
                <a:tableStyleId>{785B5045-CBB6-46CF-AA46-B7B1FD946A01}</a:tableStyleId>
              </a:tblPr>
              <a:tblGrid>
                <a:gridCol w="45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59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x00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x01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x02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x03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x04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x05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x0n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9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x10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x01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x02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x03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x04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x05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x0n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9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u="none" strike="noStrike" cap="none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9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xm0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xm1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xm2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xm3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xm4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xm5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xmn</a:t>
                      </a:r>
                      <a:endParaRPr sz="1300" u="none" strike="noStrike" cap="none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0" name="Google Shape;90;p15"/>
          <p:cNvGraphicFramePr/>
          <p:nvPr/>
        </p:nvGraphicFramePr>
        <p:xfrm>
          <a:off x="4480006" y="2435935"/>
          <a:ext cx="3672000" cy="1836000"/>
        </p:xfrm>
        <a:graphic>
          <a:graphicData uri="http://schemas.openxmlformats.org/drawingml/2006/table">
            <a:tbl>
              <a:tblPr>
                <a:noFill/>
                <a:tableStyleId>{785B5045-CBB6-46CF-AA46-B7B1FD946A01}</a:tableStyleId>
              </a:tblPr>
              <a:tblGrid>
                <a:gridCol w="45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59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x00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x01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x02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x03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x04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x05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x0n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9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x10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x11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x12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x13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x14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x15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x1n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9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u="none" strike="noStrike" cap="none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9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xm0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xm1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xm2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xm3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xm4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xm5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xmn</a:t>
                      </a:r>
                      <a:endParaRPr sz="1300" u="none" strike="noStrike" cap="none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6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Introducción</a:t>
            </a:r>
            <a:endParaRPr sz="1120"/>
          </a:p>
        </p:txBody>
      </p:sp>
      <p:pic>
        <p:nvPicPr>
          <p:cNvPr id="96" name="Google Shape;9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6"/>
          <p:cNvSpPr txBox="1"/>
          <p:nvPr/>
        </p:nvSpPr>
        <p:spPr>
          <a:xfrm>
            <a:off x="334850" y="964950"/>
            <a:ext cx="87066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… o datos que tengan </a:t>
            </a:r>
            <a:r>
              <a:rPr lang="en" sz="2300" b="1"/>
              <a:t>relación espacial</a:t>
            </a:r>
            <a:r>
              <a:rPr lang="en" sz="2300"/>
              <a:t>…</a:t>
            </a:r>
            <a:endParaRPr sz="2300"/>
          </a:p>
        </p:txBody>
      </p:sp>
      <p:graphicFrame>
        <p:nvGraphicFramePr>
          <p:cNvPr id="98" name="Google Shape;98;p16"/>
          <p:cNvGraphicFramePr/>
          <p:nvPr/>
        </p:nvGraphicFramePr>
        <p:xfrm>
          <a:off x="435372" y="2491281"/>
          <a:ext cx="3456000" cy="432000"/>
        </p:xfrm>
        <a:graphic>
          <a:graphicData uri="http://schemas.openxmlformats.org/drawingml/2006/table">
            <a:tbl>
              <a:tblPr>
                <a:noFill/>
                <a:tableStyleId>{785B5045-CBB6-46CF-AA46-B7B1FD946A01}</a:tableStyleId>
              </a:tblPr>
              <a:tblGrid>
                <a:gridCol w="4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>
                          <a:solidFill>
                            <a:schemeClr val="dk2"/>
                          </a:solidFill>
                        </a:rPr>
                        <a:t>x0</a:t>
                      </a:r>
                      <a:endParaRPr sz="11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>
                          <a:solidFill>
                            <a:schemeClr val="dk2"/>
                          </a:solidFill>
                        </a:rPr>
                        <a:t>x1</a:t>
                      </a:r>
                      <a:endParaRPr sz="11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>
                          <a:solidFill>
                            <a:schemeClr val="dk2"/>
                          </a:solidFill>
                        </a:rPr>
                        <a:t>x2</a:t>
                      </a:r>
                      <a:endParaRPr sz="11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>
                          <a:solidFill>
                            <a:schemeClr val="dk2"/>
                          </a:solidFill>
                        </a:rPr>
                        <a:t>x3</a:t>
                      </a:r>
                      <a:endParaRPr sz="11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>
                          <a:solidFill>
                            <a:schemeClr val="dk2"/>
                          </a:solidFill>
                        </a:rPr>
                        <a:t>x4</a:t>
                      </a:r>
                      <a:endParaRPr sz="11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>
                          <a:solidFill>
                            <a:schemeClr val="dk2"/>
                          </a:solidFill>
                        </a:rPr>
                        <a:t>x5</a:t>
                      </a:r>
                      <a:endParaRPr sz="11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1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>
                          <a:solidFill>
                            <a:schemeClr val="dk2"/>
                          </a:solidFill>
                        </a:rPr>
                        <a:t>xn</a:t>
                      </a:r>
                      <a:endParaRPr sz="1400" u="none" strike="noStrike" cap="none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99" name="Google Shape;99;p16"/>
          <p:cNvSpPr txBox="1"/>
          <p:nvPr/>
        </p:nvSpPr>
        <p:spPr>
          <a:xfrm>
            <a:off x="435375" y="1611500"/>
            <a:ext cx="4125600" cy="10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900"/>
              <a:t>Array de 1d [1 x n+1]</a:t>
            </a:r>
            <a:endParaRPr sz="190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900"/>
              <a:t>Ejemplo: señal temporal muestreada</a:t>
            </a:r>
            <a:endParaRPr sz="700">
              <a:solidFill>
                <a:schemeClr val="dk2"/>
              </a:solidFill>
            </a:endParaRPr>
          </a:p>
        </p:txBody>
      </p:sp>
      <p:sp>
        <p:nvSpPr>
          <p:cNvPr id="100" name="Google Shape;100;p16"/>
          <p:cNvSpPr txBox="1"/>
          <p:nvPr/>
        </p:nvSpPr>
        <p:spPr>
          <a:xfrm>
            <a:off x="6144000" y="1551788"/>
            <a:ext cx="30000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https://medium.com/@saba99/3d-cnn-4ccfab119cc2</a:t>
            </a:r>
            <a:endParaRPr/>
          </a:p>
        </p:txBody>
      </p:sp>
      <p:pic>
        <p:nvPicPr>
          <p:cNvPr id="101" name="Google Shape;101;p16"/>
          <p:cNvPicPr preferRelativeResize="0"/>
          <p:nvPr/>
        </p:nvPicPr>
        <p:blipFill rotWithShape="1">
          <a:blip r:embed="rId4">
            <a:alphaModFix/>
          </a:blip>
          <a:srcRect l="4747" t="3744" r="51658"/>
          <a:stretch/>
        </p:blipFill>
        <p:spPr>
          <a:xfrm>
            <a:off x="5096450" y="2096455"/>
            <a:ext cx="3034026" cy="2832721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6"/>
          <p:cNvSpPr txBox="1"/>
          <p:nvPr/>
        </p:nvSpPr>
        <p:spPr>
          <a:xfrm>
            <a:off x="1299375" y="4138900"/>
            <a:ext cx="44604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“…medical volumetric images (e.g., CT scans, MRI scans) or video sequences [...] to capture spatial and temporal dependencies “</a:t>
            </a:r>
            <a:endParaRPr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/>
        </p:nvSpPr>
        <p:spPr>
          <a:xfrm>
            <a:off x="542521" y="865485"/>
            <a:ext cx="5967749" cy="409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92500"/>
          </a:bodyPr>
          <a:lstStyle/>
          <a:p>
            <a:pPr marL="45720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Otros ejemplos de array 2d: espectrograma</a:t>
            </a:r>
            <a:endParaRPr sz="2300"/>
          </a:p>
        </p:txBody>
      </p:sp>
      <p:pic>
        <p:nvPicPr>
          <p:cNvPr id="108" name="Google Shape;108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327454" y="1435944"/>
            <a:ext cx="3600450" cy="2793206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7"/>
          <p:cNvSpPr txBox="1"/>
          <p:nvPr/>
        </p:nvSpPr>
        <p:spPr>
          <a:xfrm>
            <a:off x="680746" y="4390085"/>
            <a:ext cx="6893865" cy="564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92500" lnSpcReduction="20000"/>
          </a:bodyPr>
          <a:lstStyle/>
          <a:p>
            <a:pPr marL="45720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dirty="0"/>
              <a:t>DEBE EXISTIR INFORMACIÓN CON RELACIÓN ESPACIAL EN LAS DIMENSIONES DEL ARRAY</a:t>
            </a:r>
            <a:endParaRPr sz="2300" dirty="0"/>
          </a:p>
        </p:txBody>
      </p:sp>
      <p:pic>
        <p:nvPicPr>
          <p:cNvPr id="110" name="Google Shape;110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7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Introducción</a:t>
            </a:r>
            <a:endParaRPr sz="112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/>
          <p:nvPr/>
        </p:nvSpPr>
        <p:spPr>
          <a:xfrm>
            <a:off x="211388" y="2631781"/>
            <a:ext cx="2009400" cy="3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254000" marR="0" lvl="0" indent="-254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•"/>
            </a:pPr>
            <a:r>
              <a:rPr lang="en" sz="18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Conv. continua</a:t>
            </a:r>
            <a:endParaRPr sz="1100"/>
          </a:p>
        </p:txBody>
      </p:sp>
      <p:sp>
        <p:nvSpPr>
          <p:cNvPr id="117" name="Google Shape;117;p18"/>
          <p:cNvSpPr/>
          <p:nvPr/>
        </p:nvSpPr>
        <p:spPr>
          <a:xfrm>
            <a:off x="2220682" y="2310818"/>
            <a:ext cx="5301300" cy="7665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0" i="0" u="none" strike="noStrike" cap="none" dirty="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 dirty="0"/>
          </a:p>
        </p:txBody>
      </p:sp>
      <p:sp>
        <p:nvSpPr>
          <p:cNvPr id="118" name="Google Shape;118;p18"/>
          <p:cNvSpPr/>
          <p:nvPr/>
        </p:nvSpPr>
        <p:spPr>
          <a:xfrm>
            <a:off x="2286000" y="3584909"/>
            <a:ext cx="5235900" cy="9504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 dirty="0"/>
          </a:p>
        </p:txBody>
      </p:sp>
      <p:sp>
        <p:nvSpPr>
          <p:cNvPr id="119" name="Google Shape;119;p18"/>
          <p:cNvSpPr txBox="1"/>
          <p:nvPr/>
        </p:nvSpPr>
        <p:spPr>
          <a:xfrm>
            <a:off x="581500" y="829969"/>
            <a:ext cx="7959221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2200" b="0" u="none">
                <a:latin typeface="Twentieth Century"/>
                <a:ea typeface="Twentieth Century"/>
                <a:cs typeface="Twentieth Century"/>
                <a:sym typeface="Twentieth Century"/>
              </a:rPr>
              <a:t>Su nombre “CONVOLUCIONALES” provienen de que en su interior realizan operaciones de convolución.</a:t>
            </a:r>
            <a:endParaRPr sz="1500"/>
          </a:p>
        </p:txBody>
      </p:sp>
      <p:sp>
        <p:nvSpPr>
          <p:cNvPr id="120" name="Google Shape;120;p18"/>
          <p:cNvSpPr txBox="1"/>
          <p:nvPr/>
        </p:nvSpPr>
        <p:spPr>
          <a:xfrm>
            <a:off x="211388" y="3891680"/>
            <a:ext cx="2009400" cy="3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254000" marR="0" lvl="0" indent="-254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•"/>
            </a:pPr>
            <a:r>
              <a:rPr lang="en" sz="1800" b="0" u="none">
                <a:latin typeface="Twentieth Century"/>
                <a:ea typeface="Twentieth Century"/>
                <a:cs typeface="Twentieth Century"/>
                <a:sym typeface="Twentieth Century"/>
              </a:rPr>
              <a:t>Conv. discreta</a:t>
            </a:r>
            <a:endParaRPr sz="1100"/>
          </a:p>
        </p:txBody>
      </p:sp>
      <p:sp>
        <p:nvSpPr>
          <p:cNvPr id="121" name="Google Shape;121;p18"/>
          <p:cNvSpPr txBox="1"/>
          <p:nvPr/>
        </p:nvSpPr>
        <p:spPr>
          <a:xfrm>
            <a:off x="-130628" y="51081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b="0" u="non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CONVOLUTIONAL NEURAL NETWORK (CNN)</a:t>
            </a:r>
            <a:endParaRPr sz="2400" b="0" u="none" cap="non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22" name="Google Shape;122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8"/>
          <p:cNvSpPr txBox="1"/>
          <p:nvPr/>
        </p:nvSpPr>
        <p:spPr>
          <a:xfrm>
            <a:off x="218691" y="1820725"/>
            <a:ext cx="2473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Operación en 1D</a:t>
            </a:r>
            <a:endParaRPr sz="2000"/>
          </a:p>
        </p:txBody>
      </p:sp>
      <p:sp>
        <p:nvSpPr>
          <p:cNvPr id="124" name="Google Shape;124;p18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Introducción</a:t>
            </a:r>
            <a:endParaRPr sz="112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9"/>
          <p:cNvSpPr txBox="1"/>
          <p:nvPr/>
        </p:nvSpPr>
        <p:spPr>
          <a:xfrm>
            <a:off x="581500" y="829970"/>
            <a:ext cx="7959221" cy="3674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800">
                <a:latin typeface="Twentieth Century"/>
                <a:ea typeface="Twentieth Century"/>
                <a:cs typeface="Twentieth Century"/>
                <a:sym typeface="Twentieth Century"/>
              </a:rPr>
              <a:t>Convolución (ejemplo gráfico 1d)</a:t>
            </a:r>
            <a:endParaRPr sz="1100"/>
          </a:p>
        </p:txBody>
      </p:sp>
      <p:sp>
        <p:nvSpPr>
          <p:cNvPr id="130" name="Google Shape;130;p19"/>
          <p:cNvSpPr txBox="1"/>
          <p:nvPr/>
        </p:nvSpPr>
        <p:spPr>
          <a:xfrm>
            <a:off x="-130628" y="51081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CONVOLUTIONAL NEURAL NETWORK (CNN)</a:t>
            </a:r>
            <a:endParaRPr sz="2400" cap="non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9"/>
          <p:cNvSpPr txBox="1"/>
          <p:nvPr/>
        </p:nvSpPr>
        <p:spPr>
          <a:xfrm>
            <a:off x="581500" y="4645412"/>
            <a:ext cx="7959221" cy="367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800" b="1" dirty="0">
                <a:latin typeface="Twentieth Century"/>
                <a:ea typeface="Twentieth Century"/>
                <a:cs typeface="Twentieth Century"/>
                <a:sym typeface="Twentieth Century"/>
              </a:rPr>
              <a:t>La convolución está ampliamente usada en el análisis de señales y sistemas</a:t>
            </a:r>
            <a:endParaRPr sz="1100" dirty="0"/>
          </a:p>
        </p:txBody>
      </p:sp>
      <p:pic>
        <p:nvPicPr>
          <p:cNvPr id="132" name="Google Shape;132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69678" y="1266228"/>
            <a:ext cx="6872288" cy="3021806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9"/>
          <p:cNvSpPr/>
          <p:nvPr/>
        </p:nvSpPr>
        <p:spPr>
          <a:xfrm>
            <a:off x="1754746" y="4344394"/>
            <a:ext cx="5798713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http://amber.feld.cvut.cz/vyu/eo2/english/lectures.htm</a:t>
            </a:r>
            <a:endParaRPr sz="1100"/>
          </a:p>
        </p:txBody>
      </p:sp>
      <p:pic>
        <p:nvPicPr>
          <p:cNvPr id="134" name="Google Shape;134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9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Introducción</a:t>
            </a:r>
            <a:endParaRPr sz="1120"/>
          </a:p>
        </p:txBody>
      </p:sp>
      <p:sp>
        <p:nvSpPr>
          <p:cNvPr id="3" name="Google Shape;118;p18">
            <a:extLst>
              <a:ext uri="{FF2B5EF4-FFF2-40B4-BE49-F238E27FC236}">
                <a16:creationId xmlns:a16="http://schemas.microsoft.com/office/drawing/2014/main" id="{0EAA9081-D69F-A26D-BD04-416D6C414E5C}"/>
              </a:ext>
            </a:extLst>
          </p:cNvPr>
          <p:cNvSpPr/>
          <p:nvPr/>
        </p:nvSpPr>
        <p:spPr>
          <a:xfrm>
            <a:off x="158700" y="1169441"/>
            <a:ext cx="3102293" cy="557612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78EDEDD-5260-75D0-7FED-1A3633378D21}"/>
                  </a:ext>
                </a:extLst>
              </p:cNvPr>
              <p:cNvSpPr txBox="1"/>
              <p:nvPr/>
            </p:nvSpPr>
            <p:spPr>
              <a:xfrm>
                <a:off x="4082903" y="1804416"/>
                <a:ext cx="645839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b="0" i="1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s-ES" b="0" i="1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s-ES" b="0" i="1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es-ES" b="0" i="1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s-AR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78EDEDD-5260-75D0-7FED-1A3633378D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2903" y="1804416"/>
                <a:ext cx="645839" cy="215444"/>
              </a:xfrm>
              <a:prstGeom prst="rect">
                <a:avLst/>
              </a:prstGeom>
              <a:blipFill>
                <a:blip r:embed="rId6"/>
                <a:stretch>
                  <a:fillRect b="-37143"/>
                </a:stretch>
              </a:blipFill>
            </p:spPr>
            <p:txBody>
              <a:bodyPr/>
              <a:lstStyle/>
              <a:p>
                <a:r>
                  <a:rPr lang="es-A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57B1B14-E9BA-A97A-9DEE-BC53D1ADA90D}"/>
                  </a:ext>
                </a:extLst>
              </p:cNvPr>
              <p:cNvSpPr txBox="1"/>
              <p:nvPr/>
            </p:nvSpPr>
            <p:spPr>
              <a:xfrm>
                <a:off x="3260993" y="3467484"/>
                <a:ext cx="645839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s-E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s-E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s-E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s-AR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57B1B14-E9BA-A97A-9DEE-BC53D1ADA9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0993" y="3467484"/>
                <a:ext cx="645839" cy="215444"/>
              </a:xfrm>
              <a:prstGeom prst="rect">
                <a:avLst/>
              </a:prstGeom>
              <a:blipFill>
                <a:blip r:embed="rId7"/>
                <a:stretch>
                  <a:fillRect b="-37143"/>
                </a:stretch>
              </a:blipFill>
            </p:spPr>
            <p:txBody>
              <a:bodyPr/>
              <a:lstStyle/>
              <a:p>
                <a:r>
                  <a:rPr lang="es-A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42890E4-FCD5-80B8-5936-57D0BAC021AB}"/>
                  </a:ext>
                </a:extLst>
              </p:cNvPr>
              <p:cNvSpPr txBox="1"/>
              <p:nvPr/>
            </p:nvSpPr>
            <p:spPr>
              <a:xfrm>
                <a:off x="5838943" y="1322568"/>
                <a:ext cx="645839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s-E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[−</m:t>
                      </m:r>
                      <m:r>
                        <a:rPr lang="es-E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𝝉</m:t>
                      </m:r>
                      <m:r>
                        <a:rPr lang="es-E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s-AR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42890E4-FCD5-80B8-5936-57D0BAC021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8943" y="1322568"/>
                <a:ext cx="645839" cy="215444"/>
              </a:xfrm>
              <a:prstGeom prst="rect">
                <a:avLst/>
              </a:prstGeom>
              <a:blipFill>
                <a:blip r:embed="rId8"/>
                <a:stretch>
                  <a:fillRect r="-943" b="-37143"/>
                </a:stretch>
              </a:blipFill>
            </p:spPr>
            <p:txBody>
              <a:bodyPr/>
              <a:lstStyle/>
              <a:p>
                <a:r>
                  <a:rPr lang="es-A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1"/>
          <p:cNvSpPr txBox="1"/>
          <p:nvPr/>
        </p:nvSpPr>
        <p:spPr>
          <a:xfrm>
            <a:off x="158700" y="745670"/>
            <a:ext cx="4509553" cy="3874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92500" lnSpcReduction="10000"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2200" dirty="0">
                <a:latin typeface="Twentieth Century"/>
                <a:ea typeface="Twentieth Century"/>
                <a:cs typeface="Twentieth Century"/>
                <a:sym typeface="Twentieth Century"/>
              </a:rPr>
              <a:t>Convolución (ejemplo gráfico 2d)</a:t>
            </a:r>
            <a:endParaRPr sz="1500" dirty="0"/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2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2200" dirty="0">
                <a:latin typeface="Twentieth Century"/>
                <a:ea typeface="Twentieth Century"/>
                <a:cs typeface="Twentieth Century"/>
                <a:sym typeface="Twentieth Century"/>
              </a:rPr>
              <a:t>Se resuelve desplazando el kernel sobre la imagen y calculando la suma del producto punto.</a:t>
            </a: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" sz="22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2200" dirty="0">
                <a:latin typeface="Twentieth Century"/>
                <a:ea typeface="Twentieth Century"/>
                <a:cs typeface="Twentieth Century"/>
                <a:sym typeface="Twentieth Century"/>
              </a:rPr>
              <a:t>Cada posición del kernel tendrá un resultado.</a:t>
            </a: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" sz="22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algn="ctr">
              <a:lnSpc>
                <a:spcPct val="90000"/>
              </a:lnSpc>
              <a:spcBef>
                <a:spcPts val="800"/>
              </a:spcBef>
              <a:buClr>
                <a:schemeClr val="dk1"/>
              </a:buClr>
              <a:buSzPts val="1800"/>
            </a:pPr>
            <a:r>
              <a:rPr lang="en" sz="2200" dirty="0">
                <a:latin typeface="Twentieth Century"/>
                <a:ea typeface="Twentieth Century"/>
                <a:cs typeface="Twentieth Century"/>
                <a:sym typeface="Twentieth Century"/>
              </a:rPr>
              <a:t>El kernel suele tener dimensión impar para definir bien su centro y su tamaño define el “área” de análisis.</a:t>
            </a: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" sz="22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" sz="2200" dirty="0">
              <a:latin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200"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53" name="Google Shape;153;p21"/>
          <p:cNvSpPr txBox="1"/>
          <p:nvPr/>
        </p:nvSpPr>
        <p:spPr>
          <a:xfrm>
            <a:off x="-152399" y="52407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CONVOLUTIONAL NEURAL NETWORK (CNN)</a:t>
            </a:r>
            <a:endParaRPr sz="2400" cap="non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54" name="Google Shape;154;p21" descr="Imagen que contiene Forma&#10;&#10;Descripción generada automá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1286" y="745670"/>
            <a:ext cx="3536156" cy="411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1"/>
          <p:cNvSpPr txBox="1"/>
          <p:nvPr/>
        </p:nvSpPr>
        <p:spPr>
          <a:xfrm>
            <a:off x="439475" y="4739359"/>
            <a:ext cx="46914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latin typeface="Twentieth Century"/>
                <a:ea typeface="Twentieth Century"/>
                <a:cs typeface="Twentieth Century"/>
                <a:sym typeface="Twentieth Century"/>
              </a:rPr>
              <a:t>A guide to convolution arithmetic for deep learning</a:t>
            </a:r>
            <a:endParaRPr sz="1200"/>
          </a:p>
        </p:txBody>
      </p:sp>
      <p:sp>
        <p:nvSpPr>
          <p:cNvPr id="156" name="Google Shape;156;p21"/>
          <p:cNvSpPr txBox="1"/>
          <p:nvPr/>
        </p:nvSpPr>
        <p:spPr>
          <a:xfrm>
            <a:off x="4799700" y="4739344"/>
            <a:ext cx="46914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Twentieth Century"/>
                <a:ea typeface="Twentieth Century"/>
                <a:cs typeface="Twentieth Century"/>
                <a:sym typeface="Twentieth Century"/>
              </a:rPr>
              <a:t>https://arxiv.org/abs/1603.07285</a:t>
            </a:r>
            <a:endParaRPr sz="1200"/>
          </a:p>
        </p:txBody>
      </p:sp>
      <p:pic>
        <p:nvPicPr>
          <p:cNvPr id="157" name="Google Shape;157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1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Introducción</a:t>
            </a:r>
            <a:endParaRPr sz="112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"/>
          <p:cNvSpPr txBox="1"/>
          <p:nvPr/>
        </p:nvSpPr>
        <p:spPr>
          <a:xfrm>
            <a:off x="581500" y="829971"/>
            <a:ext cx="79593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800" dirty="0">
                <a:latin typeface="Twentieth Century"/>
                <a:ea typeface="Twentieth Century"/>
                <a:cs typeface="Twentieth Century"/>
                <a:sym typeface="Twentieth Century"/>
              </a:rPr>
              <a:t>CONVOLUCION 2d – INPUT – KERNEL – OUTPUT - LIMITES</a:t>
            </a:r>
            <a:endParaRPr sz="1100" dirty="0"/>
          </a:p>
        </p:txBody>
      </p:sp>
      <p:sp>
        <p:nvSpPr>
          <p:cNvPr id="141" name="Google Shape;141;p20"/>
          <p:cNvSpPr txBox="1"/>
          <p:nvPr/>
        </p:nvSpPr>
        <p:spPr>
          <a:xfrm>
            <a:off x="-119743" y="15568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CONVOLUTIONAL NEURAL NETWORK (CNN)</a:t>
            </a:r>
            <a:endParaRPr sz="2400" cap="non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45" name="Google Shape;145;p20"/>
          <p:cNvSpPr txBox="1"/>
          <p:nvPr/>
        </p:nvSpPr>
        <p:spPr>
          <a:xfrm>
            <a:off x="3713871" y="3120527"/>
            <a:ext cx="5338717" cy="8078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El kernel es entrenado por la red!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(son sus parámetros o pesos sinápticos)</a:t>
            </a:r>
            <a:endParaRPr sz="1100" dirty="0"/>
          </a:p>
        </p:txBody>
      </p:sp>
      <p:pic>
        <p:nvPicPr>
          <p:cNvPr id="146" name="Google Shape;146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0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Introducción</a:t>
            </a:r>
            <a:endParaRPr sz="112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7606608-C9F5-435F-FDBD-07A3AF9BB12D}"/>
                  </a:ext>
                </a:extLst>
              </p:cNvPr>
              <p:cNvSpPr txBox="1"/>
              <p:nvPr/>
            </p:nvSpPr>
            <p:spPr>
              <a:xfrm>
                <a:off x="3528293" y="1899578"/>
                <a:ext cx="5457007" cy="672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begChr m:val="["/>
                          <m:endChr m:val="]"/>
                          <m:ctrlPr>
                            <a:rPr lang="es-E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s-E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800" i="1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begChr m:val="["/>
                          <m:endChr m:val="]"/>
                          <m:ctrlPr>
                            <a:rPr lang="es-E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s-ES" sz="1800" i="1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s-ES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begChr m:val="["/>
                          <m:endChr m:val="]"/>
                          <m:ctrlPr>
                            <a:rPr lang="es-E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s-ES" sz="18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s-ES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s-ES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s-ES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/>
                            <m:e>
                              <m:r>
                                <a:rPr lang="es-ES" sz="18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s-ES" sz="1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s-ES" sz="1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7606608-C9F5-435F-FDBD-07A3AF9BB1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8293" y="1899578"/>
                <a:ext cx="5457007" cy="67217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Google Shape;140;p20">
                <a:extLst>
                  <a:ext uri="{FF2B5EF4-FFF2-40B4-BE49-F238E27FC236}">
                    <a16:creationId xmlns:a16="http://schemas.microsoft.com/office/drawing/2014/main" id="{8A4D6689-ECDF-0C10-259C-2F4A26C9EAF8}"/>
                  </a:ext>
                </a:extLst>
              </p:cNvPr>
              <p:cNvSpPr txBox="1"/>
              <p:nvPr/>
            </p:nvSpPr>
            <p:spPr>
              <a:xfrm>
                <a:off x="158700" y="1489902"/>
                <a:ext cx="3144129" cy="343927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68575" tIns="34275" rIns="68575" bIns="34275" anchor="t" anchorCtr="0">
                <a:normAutofit/>
              </a:bodyPr>
              <a:lstStyle/>
              <a:p>
                <a:pPr lvl="0" algn="just">
                  <a:lnSpc>
                    <a:spcPct val="90000"/>
                  </a:lnSpc>
                  <a:buClr>
                    <a:schemeClr val="dk1"/>
                  </a:buClr>
                  <a:buSzPts val="1800"/>
                </a:pPr>
                <a:r>
                  <a:rPr lang="es-ES" sz="18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Con las variables</a:t>
                </a:r>
                <a:r>
                  <a:rPr lang="es-ES" sz="18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s-E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8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s-ES" sz="18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s-ES" sz="1800" i="1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d>
                  </m:oMath>
                </a14:m>
                <a:r>
                  <a:rPr lang="es-ES" sz="18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 posiciono el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" sz="18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 (kernel) </a:t>
                </a:r>
                <a:r>
                  <a:rPr lang="es-ES" sz="18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sobre la imagen.</a:t>
                </a:r>
                <a:endParaRPr lang="en" sz="1800" dirty="0"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  <a:p>
                <a:pPr marL="0" marR="0" lvl="0" indent="0" algn="just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None/>
                </a:pPr>
                <a:endParaRPr lang="en" sz="1800" dirty="0"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  <a:p>
                <a:pPr lvl="0" algn="just">
                  <a:lnSpc>
                    <a:spcPct val="90000"/>
                  </a:lnSpc>
                  <a:buClr>
                    <a:schemeClr val="dk1"/>
                  </a:buClr>
                  <a:buSzPts val="1800"/>
                </a:pPr>
                <a:r>
                  <a:rPr lang="en" sz="18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Las varaibles </a:t>
                </a:r>
                <a14:m>
                  <m:oMath xmlns:m="http://schemas.openxmlformats.org/officeDocument/2006/math">
                    <m:r>
                      <a:rPr lang="es-ES" sz="18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" sz="18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 y </a:t>
                </a:r>
                <a14:m>
                  <m:oMath xmlns:m="http://schemas.openxmlformats.org/officeDocument/2006/math">
                    <m:r>
                      <a:rPr lang="es-ES" sz="18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" sz="18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 recorren las filas/columnas del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" sz="18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 para sumar el producto punto de esa posición.</a:t>
                </a:r>
              </a:p>
              <a:p>
                <a:pPr lvl="0" algn="just">
                  <a:lnSpc>
                    <a:spcPct val="90000"/>
                  </a:lnSpc>
                  <a:buClr>
                    <a:schemeClr val="dk1"/>
                  </a:buClr>
                  <a:buSzPts val="1800"/>
                </a:pPr>
                <a:endParaRPr lang="en" sz="1800" dirty="0"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  <a:p>
                <a:pPr lvl="0" algn="just">
                  <a:lnSpc>
                    <a:spcPct val="90000"/>
                  </a:lnSpc>
                  <a:buClr>
                    <a:schemeClr val="dk1"/>
                  </a:buClr>
                  <a:buSzPts val="1800"/>
                </a:pPr>
                <a:r>
                  <a:rPr lang="en" sz="18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El tamaño del kernel define el “area de analisis” (receptive field) del mismo.</a:t>
                </a:r>
              </a:p>
            </p:txBody>
          </p:sp>
        </mc:Choice>
        <mc:Fallback xmlns="">
          <p:sp>
            <p:nvSpPr>
              <p:cNvPr id="6" name="Google Shape;140;p20">
                <a:extLst>
                  <a:ext uri="{FF2B5EF4-FFF2-40B4-BE49-F238E27FC236}">
                    <a16:creationId xmlns:a16="http://schemas.microsoft.com/office/drawing/2014/main" id="{8A4D6689-ECDF-0C10-259C-2F4A26C9EA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700" y="1489902"/>
                <a:ext cx="3144129" cy="3439273"/>
              </a:xfrm>
              <a:prstGeom prst="rect">
                <a:avLst/>
              </a:prstGeom>
              <a:blipFill>
                <a:blip r:embed="rId5"/>
                <a:stretch>
                  <a:fillRect l="-2326" t="-1947" r="-232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2"/>
          <p:cNvSpPr txBox="1"/>
          <p:nvPr/>
        </p:nvSpPr>
        <p:spPr>
          <a:xfrm>
            <a:off x="-130628" y="51081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CONVOLUTIONAL NEURAL NETWORK (CNN)</a:t>
            </a:r>
            <a:endParaRPr sz="2400" cap="non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166" name="Google Shape;166;p22"/>
          <p:cNvCxnSpPr/>
          <p:nvPr/>
        </p:nvCxnSpPr>
        <p:spPr>
          <a:xfrm rot="10800000" flipH="1">
            <a:off x="5532287" y="3799351"/>
            <a:ext cx="1" cy="812379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stealth" w="med" len="med"/>
          </a:ln>
        </p:spPr>
      </p:cxnSp>
      <p:cxnSp>
        <p:nvCxnSpPr>
          <p:cNvPr id="167" name="Google Shape;167;p22"/>
          <p:cNvCxnSpPr/>
          <p:nvPr/>
        </p:nvCxnSpPr>
        <p:spPr>
          <a:xfrm rot="10800000">
            <a:off x="6133431" y="3799351"/>
            <a:ext cx="5442" cy="812380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stealth" w="med" len="med"/>
          </a:ln>
        </p:spPr>
      </p:cxnSp>
      <p:pic>
        <p:nvPicPr>
          <p:cNvPr id="168" name="Google Shape;16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2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Introducción</a:t>
            </a:r>
            <a:endParaRPr sz="1120"/>
          </a:p>
        </p:txBody>
      </p:sp>
      <p:sp>
        <p:nvSpPr>
          <p:cNvPr id="3" name="Google Shape;144;p20">
            <a:extLst>
              <a:ext uri="{FF2B5EF4-FFF2-40B4-BE49-F238E27FC236}">
                <a16:creationId xmlns:a16="http://schemas.microsoft.com/office/drawing/2014/main" id="{5FA3F27F-5C14-D39B-7F29-E74FA0A46DF0}"/>
              </a:ext>
            </a:extLst>
          </p:cNvPr>
          <p:cNvSpPr/>
          <p:nvPr/>
        </p:nvSpPr>
        <p:spPr>
          <a:xfrm>
            <a:off x="2198534" y="1128823"/>
            <a:ext cx="4876034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latin typeface="Twentieth Century"/>
                <a:ea typeface="Twentieth Century"/>
                <a:cs typeface="Twentieth Century"/>
                <a:sym typeface="Twentieth Century"/>
              </a:rPr>
              <a:t>L</a:t>
            </a:r>
            <a:r>
              <a:rPr lang="en" sz="1800" dirty="0">
                <a:latin typeface="Twentieth Century"/>
                <a:ea typeface="Twentieth Century"/>
                <a:cs typeface="Twentieth Century"/>
                <a:sym typeface="Twentieth Century"/>
              </a:rPr>
              <a:t>a convolución tiene propiedad conmutativa.</a:t>
            </a:r>
            <a:endParaRPr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92AC290-20B9-20BB-DB17-459B295BC323}"/>
                  </a:ext>
                </a:extLst>
              </p:cNvPr>
              <p:cNvSpPr txBox="1"/>
              <p:nvPr/>
            </p:nvSpPr>
            <p:spPr>
              <a:xfrm>
                <a:off x="2088531" y="1664493"/>
                <a:ext cx="5324983" cy="672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800" i="1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begChr m:val="["/>
                          <m:endChr m:val="]"/>
                          <m:ctrlPr>
                            <a:rPr lang="es-E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s-E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800" i="1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begChr m:val="["/>
                          <m:endChr m:val="]"/>
                          <m:ctrlPr>
                            <a:rPr lang="es-E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s-ES" sz="1800" i="1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s-ES" sz="1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begChr m:val="["/>
                          <m:endChr m:val="]"/>
                          <m:ctrlPr>
                            <a:rPr lang="es-E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s-ES" sz="18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s-ES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s-ES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s-ES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/>
                            <m:e>
                              <m:r>
                                <a:rPr lang="es-ES" sz="1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s-ES" sz="18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s-ES" sz="1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92AC290-20B9-20BB-DB17-459B295BC3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8531" y="1664493"/>
                <a:ext cx="5324983" cy="67217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1480E96-255E-942D-6490-675306472504}"/>
                  </a:ext>
                </a:extLst>
              </p:cNvPr>
              <p:cNvSpPr txBox="1"/>
              <p:nvPr/>
            </p:nvSpPr>
            <p:spPr>
              <a:xfrm>
                <a:off x="1864575" y="3342505"/>
                <a:ext cx="5393079" cy="672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begChr m:val="["/>
                          <m:endChr m:val="]"/>
                          <m:ctrlPr>
                            <a:rPr lang="es-E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s-E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800" i="1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begChr m:val="["/>
                          <m:endChr m:val="]"/>
                          <m:ctrlPr>
                            <a:rPr lang="es-E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s-ES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⊗</m:t>
                      </m:r>
                      <m:r>
                        <a:rPr lang="es-ES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begChr m:val="["/>
                          <m:endChr m:val="]"/>
                          <m:ctrlPr>
                            <a:rPr lang="es-E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s-ES" sz="18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s-ES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s-ES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s-ES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/>
                            <m:e>
                              <m:r>
                                <a:rPr lang="es-ES" sz="18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s-ES" sz="1800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  <m:r>
                                    <a:rPr lang="es-ES" sz="18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s-ES" sz="1800" b="0" i="1" smtClean="0">
                                      <a:latin typeface="Cambria Math" panose="02040503050406030204" pitchFamily="18" charset="0"/>
                                    </a:rPr>
                                    <m:t>m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s-ES" sz="1800" b="0" i="1" smtClean="0">
                                      <a:latin typeface="Cambria Math" panose="02040503050406030204" pitchFamily="18" charset="0"/>
                                    </a:rPr>
                                    <m:t>j</m:t>
                                  </m:r>
                                  <m:r>
                                    <a:rPr lang="es-ES" sz="18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s-ES" sz="1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s-ES" sz="1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1480E96-255E-942D-6490-6753064725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4575" y="3342505"/>
                <a:ext cx="5393079" cy="6721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Google Shape;144;p20">
            <a:extLst>
              <a:ext uri="{FF2B5EF4-FFF2-40B4-BE49-F238E27FC236}">
                <a16:creationId xmlns:a16="http://schemas.microsoft.com/office/drawing/2014/main" id="{515C06B9-82C7-E396-DEE8-3ED3A93BB4FB}"/>
              </a:ext>
            </a:extLst>
          </p:cNvPr>
          <p:cNvSpPr/>
          <p:nvPr/>
        </p:nvSpPr>
        <p:spPr>
          <a:xfrm>
            <a:off x="2198534" y="2497163"/>
            <a:ext cx="4876034" cy="796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latin typeface="Twentieth Century"/>
                <a:ea typeface="Twentieth Century"/>
                <a:cs typeface="Twentieth Century"/>
                <a:sym typeface="Twentieth Century"/>
              </a:rPr>
              <a:t>En las implementaciones de librerías, se suele usar la correlación cruzada.</a:t>
            </a:r>
            <a:endParaRPr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3"/>
          <p:cNvSpPr txBox="1"/>
          <p:nvPr/>
        </p:nvSpPr>
        <p:spPr>
          <a:xfrm>
            <a:off x="-152399" y="52407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CONVOLUTIONAL NEURAL NETWORK (CNN)</a:t>
            </a:r>
            <a:endParaRPr sz="2400" cap="non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75" name="Google Shape;175;p23"/>
          <p:cNvSpPr txBox="1"/>
          <p:nvPr/>
        </p:nvSpPr>
        <p:spPr>
          <a:xfrm>
            <a:off x="103128" y="751000"/>
            <a:ext cx="4150817" cy="4226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28"/>
              <a:buFont typeface="Arial"/>
              <a:buNone/>
            </a:pPr>
            <a:r>
              <a:rPr lang="en" sz="1827" u="sng" dirty="0"/>
              <a:t>Convolución y número de canales</a:t>
            </a:r>
            <a:endParaRPr sz="1052" u="sng" dirty="0"/>
          </a:p>
          <a:p>
            <a:pPr marL="0" marR="0" lvl="0" indent="0" algn="ctr" rtl="0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628"/>
              <a:buFont typeface="Arial"/>
              <a:buNone/>
            </a:pPr>
            <a:endParaRPr sz="1827" dirty="0"/>
          </a:p>
          <a:p>
            <a:pPr marL="0" marR="0" lvl="0" indent="0" algn="ctr" rtl="0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28"/>
              <a:buFont typeface="Arial"/>
              <a:buNone/>
            </a:pPr>
            <a:r>
              <a:rPr lang="en" sz="1827" dirty="0"/>
              <a:t>Cuando se procesan datos de mas de 1 canal, se aplica 1 sub-kernel x canal y se suma todo.</a:t>
            </a:r>
          </a:p>
          <a:p>
            <a:pPr marL="0" marR="0" lvl="0" indent="0" algn="ctr" rtl="0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28"/>
              <a:buFont typeface="Arial"/>
              <a:buNone/>
            </a:pPr>
            <a:endParaRPr sz="1827" dirty="0"/>
          </a:p>
          <a:p>
            <a:pPr marL="0" marR="0" lvl="0" indent="0" algn="ctr" rtl="0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28"/>
              <a:buFont typeface="Arial"/>
              <a:buNone/>
            </a:pPr>
            <a:r>
              <a:rPr lang="en" sz="1827" dirty="0"/>
              <a:t>Se suelen emplear varios kernels (canales) por capa, para poder “aprender” varias cosas.</a:t>
            </a:r>
            <a:endParaRPr sz="1827" dirty="0"/>
          </a:p>
          <a:p>
            <a:pPr marL="0" marR="0" lvl="0" indent="0" algn="ctr" rtl="0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28"/>
              <a:buFont typeface="Arial"/>
              <a:buNone/>
            </a:pPr>
            <a:endParaRPr sz="1827" dirty="0"/>
          </a:p>
          <a:p>
            <a:pPr marL="0" marR="0" lvl="0" indent="0" algn="ctr" rtl="0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28"/>
              <a:buFont typeface="Arial"/>
              <a:buNone/>
            </a:pPr>
            <a:r>
              <a:rPr lang="en" sz="1827" dirty="0"/>
              <a:t>Cada kernel podrá “aprender” un feature, que expresará en su salida si lo detecta.</a:t>
            </a:r>
          </a:p>
          <a:p>
            <a:pPr marL="0" marR="0" lvl="0" indent="0" algn="ctr" rtl="0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28"/>
              <a:buFont typeface="Arial"/>
              <a:buNone/>
            </a:pPr>
            <a:endParaRPr lang="en" sz="1827" dirty="0"/>
          </a:p>
          <a:p>
            <a:pPr marL="0" marR="0" lvl="0" indent="0" algn="ctr" rtl="0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28"/>
              <a:buFont typeface="Arial"/>
              <a:buNone/>
            </a:pPr>
            <a:r>
              <a:rPr lang="en" sz="1827" dirty="0"/>
              <a:t>El output tendrá un canal de salida por cada kernel (o número de canales).</a:t>
            </a:r>
            <a:endParaRPr sz="1052" dirty="0"/>
          </a:p>
          <a:p>
            <a:pPr marL="0" marR="0" lvl="0" indent="0" algn="ctr" rtl="0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628"/>
              <a:buFont typeface="Arial"/>
              <a:buNone/>
            </a:pPr>
            <a:endParaRPr sz="1827" dirty="0"/>
          </a:p>
        </p:txBody>
      </p:sp>
      <p:pic>
        <p:nvPicPr>
          <p:cNvPr id="176" name="Google Shape;176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69376" y="684837"/>
            <a:ext cx="4435093" cy="376143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3"/>
          <p:cNvSpPr txBox="1"/>
          <p:nvPr/>
        </p:nvSpPr>
        <p:spPr>
          <a:xfrm>
            <a:off x="4213069" y="4579760"/>
            <a:ext cx="46914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latin typeface="Twentieth Century"/>
                <a:ea typeface="Twentieth Century"/>
                <a:cs typeface="Twentieth Century"/>
                <a:sym typeface="Twentieth Century"/>
              </a:rPr>
              <a:t>https://medium.com/apache-mxnet/multi-channel-convolutions-explained-with-ms-excel-9bbf8eb77108</a:t>
            </a:r>
            <a:endParaRPr sz="1100" dirty="0"/>
          </a:p>
        </p:txBody>
      </p:sp>
      <p:cxnSp>
        <p:nvCxnSpPr>
          <p:cNvPr id="178" name="Google Shape;178;p23"/>
          <p:cNvCxnSpPr/>
          <p:nvPr/>
        </p:nvCxnSpPr>
        <p:spPr>
          <a:xfrm rot="10800000">
            <a:off x="6454059" y="4098881"/>
            <a:ext cx="0" cy="279583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179" name="Google Shape;179;p23"/>
          <p:cNvSpPr txBox="1"/>
          <p:nvPr/>
        </p:nvSpPr>
        <p:spPr>
          <a:xfrm>
            <a:off x="6339487" y="4205224"/>
            <a:ext cx="1818861" cy="313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lnSpcReduction="10000"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Font typeface="Arial"/>
              <a:buNone/>
            </a:pPr>
            <a:r>
              <a:rPr lang="en" sz="18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PARAMETROS</a:t>
            </a:r>
            <a:endParaRPr sz="1100" dirty="0"/>
          </a:p>
        </p:txBody>
      </p:sp>
      <p:cxnSp>
        <p:nvCxnSpPr>
          <p:cNvPr id="180" name="Google Shape;180;p23"/>
          <p:cNvCxnSpPr/>
          <p:nvPr/>
        </p:nvCxnSpPr>
        <p:spPr>
          <a:xfrm rot="10800000">
            <a:off x="8443766" y="3222907"/>
            <a:ext cx="0" cy="279583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181" name="Google Shape;181;p23"/>
          <p:cNvSpPr txBox="1"/>
          <p:nvPr/>
        </p:nvSpPr>
        <p:spPr>
          <a:xfrm>
            <a:off x="7987703" y="3537914"/>
            <a:ext cx="916766" cy="313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lnSpcReduction="10000"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Font typeface="Arial"/>
              <a:buNone/>
            </a:pPr>
            <a:r>
              <a:rPr lang="en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SALIDA</a:t>
            </a:r>
            <a:endParaRPr sz="1100"/>
          </a:p>
        </p:txBody>
      </p:sp>
      <p:pic>
        <p:nvPicPr>
          <p:cNvPr id="182" name="Google Shape;182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3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Introducción</a:t>
            </a:r>
            <a:endParaRPr sz="112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5"/>
          <p:cNvSpPr txBox="1"/>
          <p:nvPr/>
        </p:nvSpPr>
        <p:spPr>
          <a:xfrm>
            <a:off x="-152399" y="52407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CONVOLUTIONAL NEURAL NETWORK (CNN)</a:t>
            </a:r>
            <a:endParaRPr sz="2400" cap="non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03" name="Google Shape;203;p25"/>
          <p:cNvPicPr preferRelativeResize="0">
            <a:picLocks noChangeAspect="1"/>
          </p:cNvPicPr>
          <p:nvPr/>
        </p:nvPicPr>
        <p:blipFill rotWithShape="1">
          <a:blip r:embed="rId3">
            <a:alphaModFix/>
          </a:blip>
          <a:srcRect t="52409"/>
          <a:stretch/>
        </p:blipFill>
        <p:spPr>
          <a:xfrm>
            <a:off x="3648981" y="3066501"/>
            <a:ext cx="5087318" cy="1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5"/>
          <p:cNvSpPr/>
          <p:nvPr/>
        </p:nvSpPr>
        <p:spPr>
          <a:xfrm>
            <a:off x="3700473" y="4840678"/>
            <a:ext cx="6744998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dirty="0">
                <a:latin typeface="Twentieth Century"/>
                <a:ea typeface="Twentieth Century"/>
                <a:cs typeface="Twentieth Century"/>
                <a:sym typeface="Twentieth Century"/>
              </a:rPr>
              <a:t>https://numbersmithy.com/2d-and-3d-convolutions-using-numpy/</a:t>
            </a:r>
            <a:endParaRPr sz="1100" dirty="0"/>
          </a:p>
        </p:txBody>
      </p:sp>
      <p:pic>
        <p:nvPicPr>
          <p:cNvPr id="205" name="Google Shape;205;p25"/>
          <p:cNvPicPr preferRelativeResize="0">
            <a:picLocks noChangeAspect="1"/>
          </p:cNvPicPr>
          <p:nvPr/>
        </p:nvPicPr>
        <p:blipFill rotWithShape="1">
          <a:blip r:embed="rId3">
            <a:alphaModFix/>
          </a:blip>
          <a:srcRect l="386" t="-293" r="-385" b="53953"/>
          <a:stretch/>
        </p:blipFill>
        <p:spPr>
          <a:xfrm>
            <a:off x="3580426" y="1231573"/>
            <a:ext cx="5224428" cy="1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25"/>
          <p:cNvSpPr txBox="1"/>
          <p:nvPr/>
        </p:nvSpPr>
        <p:spPr>
          <a:xfrm>
            <a:off x="303850" y="3622112"/>
            <a:ext cx="2739245" cy="5764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800" dirty="0">
                <a:latin typeface="Twentieth Century"/>
                <a:ea typeface="Twentieth Century"/>
                <a:cs typeface="Twentieth Century"/>
                <a:sym typeface="Twentieth Century"/>
              </a:rPr>
              <a:t>padding:</a:t>
            </a:r>
            <a:endParaRPr sz="18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'valid'</a:t>
            </a:r>
            <a:r>
              <a:rPr lang="en" dirty="0"/>
              <a:t>, </a:t>
            </a:r>
            <a:r>
              <a:rPr lang="en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'same'</a:t>
            </a:r>
            <a:r>
              <a:rPr lang="en" dirty="0"/>
              <a:t> or </a:t>
            </a:r>
            <a:r>
              <a:rPr lang="en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tuple</a:t>
            </a:r>
            <a:endParaRPr sz="1800"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07" name="Google Shape;20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/>
        </p:nvSpPr>
        <p:spPr>
          <a:xfrm>
            <a:off x="219024" y="4198571"/>
            <a:ext cx="3361402" cy="8925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latin typeface="Twentieth Century"/>
                <a:ea typeface="Twentieth Century"/>
                <a:cs typeface="Twentieth Century"/>
                <a:sym typeface="Twentieth Century"/>
              </a:rPr>
              <a:t>padding_mode:</a:t>
            </a:r>
            <a:endParaRPr sz="18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'zeros'</a:t>
            </a:r>
            <a:r>
              <a:rPr lang="en" dirty="0"/>
              <a:t>, </a:t>
            </a:r>
            <a:r>
              <a:rPr lang="en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'reflect'</a:t>
            </a:r>
            <a:r>
              <a:rPr lang="en" dirty="0"/>
              <a:t>, </a:t>
            </a:r>
            <a:r>
              <a:rPr lang="en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'replicate'</a:t>
            </a:r>
            <a:r>
              <a:rPr lang="en" dirty="0"/>
              <a:t> or </a:t>
            </a:r>
            <a:r>
              <a:rPr lang="en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'circular'</a:t>
            </a:r>
            <a:endParaRPr sz="1100" dirty="0"/>
          </a:p>
        </p:txBody>
      </p:sp>
      <p:sp>
        <p:nvSpPr>
          <p:cNvPr id="209" name="Google Shape;209;p25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Bordes (límites) y padding</a:t>
            </a:r>
            <a:endParaRPr sz="1120"/>
          </a:p>
        </p:txBody>
      </p:sp>
      <p:sp>
        <p:nvSpPr>
          <p:cNvPr id="3" name="Google Shape;175;p23">
            <a:extLst>
              <a:ext uri="{FF2B5EF4-FFF2-40B4-BE49-F238E27FC236}">
                <a16:creationId xmlns:a16="http://schemas.microsoft.com/office/drawing/2014/main" id="{031744E8-0A85-EDE0-7C5B-90ABA9EEDF71}"/>
              </a:ext>
            </a:extLst>
          </p:cNvPr>
          <p:cNvSpPr txBox="1"/>
          <p:nvPr/>
        </p:nvSpPr>
        <p:spPr>
          <a:xfrm>
            <a:off x="103129" y="1308294"/>
            <a:ext cx="2858120" cy="17582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28"/>
              <a:buFont typeface="Arial"/>
              <a:buNone/>
            </a:pPr>
            <a:r>
              <a:rPr lang="es-ES" sz="1600" dirty="0"/>
              <a:t>En los bornes de la imagen es necesario definir una estrategia (elegir el </a:t>
            </a:r>
            <a:r>
              <a:rPr lang="es-ES" sz="1800" dirty="0" err="1">
                <a:latin typeface="Twentieth Century"/>
              </a:rPr>
              <a:t>padding</a:t>
            </a:r>
            <a:r>
              <a:rPr lang="es-ES" sz="1600" dirty="0"/>
              <a:t>) sobre cómo tratarlos y cómo completar los espacios “vacíos” (</a:t>
            </a:r>
            <a:r>
              <a:rPr lang="es-ES" sz="1800" dirty="0" err="1">
                <a:latin typeface="Twentieth Century"/>
              </a:rPr>
              <a:t>padding_mode</a:t>
            </a:r>
            <a:r>
              <a:rPr lang="es-ES" sz="1600" dirty="0"/>
              <a:t>)</a:t>
            </a:r>
            <a:endParaRPr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7"/>
          <p:cNvSpPr txBox="1"/>
          <p:nvPr/>
        </p:nvSpPr>
        <p:spPr>
          <a:xfrm>
            <a:off x="-152399" y="52407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CONVOLUTIONAL NEURAL NETWORK (CNN)</a:t>
            </a:r>
            <a:endParaRPr sz="2400" cap="non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27"/>
          <p:cNvSpPr txBox="1"/>
          <p:nvPr/>
        </p:nvSpPr>
        <p:spPr>
          <a:xfrm>
            <a:off x="401150" y="2662163"/>
            <a:ext cx="2839800" cy="4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2400">
                <a:latin typeface="Twentieth Century"/>
                <a:ea typeface="Twentieth Century"/>
                <a:cs typeface="Twentieth Century"/>
                <a:sym typeface="Twentieth Century"/>
              </a:rPr>
              <a:t>Arquitectura típica</a:t>
            </a:r>
            <a:endParaRPr sz="1700"/>
          </a:p>
        </p:txBody>
      </p:sp>
      <p:pic>
        <p:nvPicPr>
          <p:cNvPr id="229" name="Google Shape;229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40962" y="709426"/>
            <a:ext cx="2409005" cy="4357863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7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Arquitectura base de ejemplo</a:t>
            </a:r>
            <a:endParaRPr sz="1120"/>
          </a:p>
        </p:txBody>
      </p:sp>
      <p:pic>
        <p:nvPicPr>
          <p:cNvPr id="231" name="Google Shape;231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8"/>
          <p:cNvSpPr txBox="1"/>
          <p:nvPr/>
        </p:nvSpPr>
        <p:spPr>
          <a:xfrm>
            <a:off x="-152399" y="52407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CAPA DE CONVOLUCIÓN</a:t>
            </a:r>
            <a:endParaRPr sz="1100"/>
          </a:p>
        </p:txBody>
      </p:sp>
      <p:sp>
        <p:nvSpPr>
          <p:cNvPr id="237" name="Google Shape;237;p28"/>
          <p:cNvSpPr txBox="1"/>
          <p:nvPr/>
        </p:nvSpPr>
        <p:spPr>
          <a:xfrm>
            <a:off x="-36283" y="797704"/>
            <a:ext cx="9180284" cy="331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Entonces… </a:t>
            </a:r>
            <a:endParaRPr sz="1100"/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¿Dónde está la ventaja de usar CNN?</a:t>
            </a:r>
            <a:endParaRPr sz="1100"/>
          </a:p>
        </p:txBody>
      </p:sp>
      <p:sp>
        <p:nvSpPr>
          <p:cNvPr id="238" name="Google Shape;238;p28"/>
          <p:cNvSpPr/>
          <p:nvPr/>
        </p:nvSpPr>
        <p:spPr>
          <a:xfrm>
            <a:off x="292475" y="1750275"/>
            <a:ext cx="8092500" cy="3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dirty="0">
                <a:latin typeface="Twentieth Century"/>
                <a:ea typeface="Twentieth Century"/>
                <a:cs typeface="Twentieth Century"/>
                <a:sym typeface="Twentieth Century"/>
              </a:rPr>
              <a:t>sparse interaction / sparse conectivity o sparse weight </a:t>
            </a:r>
            <a:endParaRPr sz="120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dirty="0">
                <a:latin typeface="Twentieth Century"/>
                <a:ea typeface="Twentieth Century"/>
                <a:cs typeface="Twentieth Century"/>
                <a:sym typeface="Twentieth Century"/>
              </a:rPr>
              <a:t>sparse </a:t>
            </a:r>
            <a:r>
              <a:rPr lang="en" sz="1900" dirty="0"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900" dirty="0">
                <a:latin typeface="Twentieth Century"/>
                <a:ea typeface="Twentieth Century"/>
                <a:cs typeface="Twentieth Century"/>
                <a:sym typeface="Twentieth Century"/>
              </a:rPr>
              <a:t>escaso</a:t>
            </a:r>
            <a:endParaRPr sz="19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22250" algn="l" rtl="0">
              <a:spcBef>
                <a:spcPts val="0"/>
              </a:spcBef>
              <a:spcAft>
                <a:spcPts val="0"/>
              </a:spcAft>
              <a:buSzPts val="1900"/>
              <a:buFont typeface="Arial"/>
              <a:buChar char="•"/>
            </a:pPr>
            <a:r>
              <a:rPr lang="en" sz="1900" dirty="0">
                <a:latin typeface="Twentieth Century"/>
                <a:ea typeface="Twentieth Century"/>
                <a:cs typeface="Twentieth Century"/>
                <a:sym typeface="Twentieth Century"/>
              </a:rPr>
              <a:t>El KERNEL es de dimensiones muy inferiores al tamaño de la imagen (INPUT) a procesar.</a:t>
            </a:r>
            <a:endParaRPr sz="1200" dirty="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9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22250" algn="l" rtl="0">
              <a:spcBef>
                <a:spcPts val="0"/>
              </a:spcBef>
              <a:spcAft>
                <a:spcPts val="0"/>
              </a:spcAft>
              <a:buSzPts val="1900"/>
              <a:buFont typeface="Arial"/>
              <a:buChar char="•"/>
            </a:pPr>
            <a:r>
              <a:rPr lang="en" sz="1900" dirty="0">
                <a:latin typeface="Twentieth Century"/>
                <a:ea typeface="Twentieth Century"/>
                <a:cs typeface="Twentieth Century"/>
                <a:sym typeface="Twentieth Century"/>
              </a:rPr>
              <a:t>El uso de un KERNEL permite tener interacciones locales de entradas con sus respectivas salidas.</a:t>
            </a:r>
            <a:endParaRPr sz="1200" dirty="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9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22250" algn="l" rtl="0">
              <a:spcBef>
                <a:spcPts val="0"/>
              </a:spcBef>
              <a:spcAft>
                <a:spcPts val="0"/>
              </a:spcAft>
              <a:buSzPts val="1900"/>
              <a:buFont typeface="Arial"/>
              <a:buChar char="•"/>
            </a:pPr>
            <a:r>
              <a:rPr lang="en" sz="1900" dirty="0">
                <a:latin typeface="Twentieth Century"/>
                <a:ea typeface="Twentieth Century"/>
                <a:cs typeface="Twentieth Century"/>
                <a:sym typeface="Twentieth Century"/>
              </a:rPr>
              <a:t>Las dimensiones del KERNEL indicarán cuanta “vecindad” analizan en cada posición donde sea evaluado.</a:t>
            </a:r>
            <a:endParaRPr sz="1200" dirty="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Twentieth Century"/>
              <a:buNone/>
            </a:pPr>
            <a:endParaRPr sz="1900"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9" name="Google Shape;239;p28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¿Ventajas? Sparse interaction</a:t>
            </a:r>
            <a:endParaRPr sz="1120"/>
          </a:p>
        </p:txBody>
      </p:sp>
      <p:pic>
        <p:nvPicPr>
          <p:cNvPr id="240" name="Google Shape;240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9"/>
          <p:cNvSpPr txBox="1"/>
          <p:nvPr/>
        </p:nvSpPr>
        <p:spPr>
          <a:xfrm>
            <a:off x="-36283" y="797704"/>
            <a:ext cx="9180284" cy="331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 interaction</a:t>
            </a: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46" name="Google Shape;246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06270" y="1612107"/>
            <a:ext cx="5666812" cy="2663843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29"/>
          <p:cNvSpPr/>
          <p:nvPr/>
        </p:nvSpPr>
        <p:spPr>
          <a:xfrm>
            <a:off x="5186945" y="1265858"/>
            <a:ext cx="1505461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latin typeface="Times New Roman"/>
                <a:ea typeface="Times New Roman"/>
                <a:cs typeface="Times New Roman"/>
                <a:sym typeface="Times New Roman"/>
              </a:rPr>
              <a:t>S[i] </a:t>
            </a:r>
            <a:r>
              <a:rPr lang="en" sz="1800" b="1">
                <a:latin typeface="Twentieth Century"/>
                <a:ea typeface="Twentieth Century"/>
                <a:cs typeface="Twentieth Century"/>
                <a:sym typeface="Twentieth Century"/>
              </a:rPr>
              <a:t>- output</a:t>
            </a:r>
            <a:endParaRPr sz="1800" b="1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48" name="Google Shape;248;p29"/>
          <p:cNvSpPr/>
          <p:nvPr/>
        </p:nvSpPr>
        <p:spPr>
          <a:xfrm>
            <a:off x="5186945" y="4412494"/>
            <a:ext cx="1362392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latin typeface="Times New Roman"/>
                <a:ea typeface="Times New Roman"/>
                <a:cs typeface="Times New Roman"/>
                <a:sym typeface="Times New Roman"/>
              </a:rPr>
              <a:t>x[i]</a:t>
            </a:r>
            <a:r>
              <a:rPr lang="en" sz="1800" b="1">
                <a:latin typeface="Twentieth Century"/>
                <a:ea typeface="Twentieth Century"/>
                <a:cs typeface="Twentieth Century"/>
                <a:sym typeface="Twentieth Century"/>
              </a:rPr>
              <a:t> - input</a:t>
            </a:r>
            <a:endParaRPr sz="1800" b="1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49" name="Google Shape;249;p29"/>
          <p:cNvSpPr/>
          <p:nvPr/>
        </p:nvSpPr>
        <p:spPr>
          <a:xfrm>
            <a:off x="725726" y="1612107"/>
            <a:ext cx="1497044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latin typeface="Times New Roman"/>
                <a:ea typeface="Times New Roman"/>
                <a:cs typeface="Times New Roman"/>
                <a:sym typeface="Times New Roman"/>
              </a:rPr>
              <a:t>K[i] </a:t>
            </a:r>
            <a:r>
              <a:rPr lang="en" sz="1800" b="1">
                <a:latin typeface="Twentieth Century"/>
                <a:ea typeface="Twentieth Century"/>
                <a:cs typeface="Twentieth Century"/>
                <a:sym typeface="Twentieth Century"/>
              </a:rPr>
              <a:t>- kernel</a:t>
            </a:r>
            <a:endParaRPr sz="1800" b="1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50" name="Google Shape;250;p29"/>
          <p:cNvSpPr/>
          <p:nvPr/>
        </p:nvSpPr>
        <p:spPr>
          <a:xfrm>
            <a:off x="1233610" y="2147277"/>
            <a:ext cx="615203" cy="584947"/>
          </a:xfrm>
          <a:prstGeom prst="ellipse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51" name="Google Shape;251;p29"/>
          <p:cNvSpPr/>
          <p:nvPr/>
        </p:nvSpPr>
        <p:spPr>
          <a:xfrm>
            <a:off x="1233611" y="3323270"/>
            <a:ext cx="615203" cy="584947"/>
          </a:xfrm>
          <a:prstGeom prst="ellipse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52" name="Google Shape;252;p29"/>
          <p:cNvSpPr/>
          <p:nvPr/>
        </p:nvSpPr>
        <p:spPr>
          <a:xfrm>
            <a:off x="2096303" y="3323270"/>
            <a:ext cx="615203" cy="584947"/>
          </a:xfrm>
          <a:prstGeom prst="ellipse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53" name="Google Shape;253;p29"/>
          <p:cNvSpPr/>
          <p:nvPr/>
        </p:nvSpPr>
        <p:spPr>
          <a:xfrm>
            <a:off x="370918" y="3323270"/>
            <a:ext cx="615203" cy="584947"/>
          </a:xfrm>
          <a:prstGeom prst="ellipse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254" name="Google Shape;254;p29"/>
          <p:cNvCxnSpPr>
            <a:stCxn id="251" idx="0"/>
            <a:endCxn id="250" idx="4"/>
          </p:cNvCxnSpPr>
          <p:nvPr/>
        </p:nvCxnSpPr>
        <p:spPr>
          <a:xfrm rot="10800000">
            <a:off x="1541212" y="2732270"/>
            <a:ext cx="0" cy="591000"/>
          </a:xfrm>
          <a:prstGeom prst="straightConnector1">
            <a:avLst/>
          </a:prstGeom>
          <a:noFill/>
          <a:ln w="57150" cap="flat" cmpd="sng">
            <a:solidFill>
              <a:srgbClr val="000000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255" name="Google Shape;255;p29"/>
          <p:cNvCxnSpPr>
            <a:stCxn id="252" idx="0"/>
            <a:endCxn id="250" idx="5"/>
          </p:cNvCxnSpPr>
          <p:nvPr/>
        </p:nvCxnSpPr>
        <p:spPr>
          <a:xfrm rot="10800000">
            <a:off x="1758605" y="2646470"/>
            <a:ext cx="645300" cy="676800"/>
          </a:xfrm>
          <a:prstGeom prst="straightConnector1">
            <a:avLst/>
          </a:prstGeom>
          <a:noFill/>
          <a:ln w="57150" cap="flat" cmpd="sng">
            <a:solidFill>
              <a:srgbClr val="000000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256" name="Google Shape;256;p29"/>
          <p:cNvCxnSpPr>
            <a:stCxn id="253" idx="0"/>
            <a:endCxn id="250" idx="3"/>
          </p:cNvCxnSpPr>
          <p:nvPr/>
        </p:nvCxnSpPr>
        <p:spPr>
          <a:xfrm rot="10800000" flipH="1">
            <a:off x="678519" y="2646470"/>
            <a:ext cx="645300" cy="676800"/>
          </a:xfrm>
          <a:prstGeom prst="straightConnector1">
            <a:avLst/>
          </a:prstGeom>
          <a:noFill/>
          <a:ln w="57150" cap="flat" cmpd="sng">
            <a:solidFill>
              <a:srgbClr val="000000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257" name="Google Shape;257;p29"/>
          <p:cNvSpPr txBox="1"/>
          <p:nvPr/>
        </p:nvSpPr>
        <p:spPr>
          <a:xfrm>
            <a:off x="-152399" y="52407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CAPA DE CONVOLUCIÓN</a:t>
            </a:r>
            <a:endParaRPr sz="1100"/>
          </a:p>
        </p:txBody>
      </p:sp>
      <p:pic>
        <p:nvPicPr>
          <p:cNvPr id="258" name="Google Shape;258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9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¿Ventajas? Sparse interaction</a:t>
            </a:r>
            <a:endParaRPr sz="112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0"/>
          <p:cNvSpPr txBox="1"/>
          <p:nvPr/>
        </p:nvSpPr>
        <p:spPr>
          <a:xfrm>
            <a:off x="205764" y="1700576"/>
            <a:ext cx="3404771" cy="22528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 interaction</a:t>
            </a: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endParaRPr sz="1100"/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vs</a:t>
            </a:r>
            <a:endParaRPr sz="1100"/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fully conected layer</a:t>
            </a: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65" name="Google Shape;265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57224" y="797704"/>
            <a:ext cx="3841374" cy="1805746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3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57224" y="3007751"/>
            <a:ext cx="3841374" cy="1910560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30"/>
          <p:cNvSpPr txBox="1"/>
          <p:nvPr/>
        </p:nvSpPr>
        <p:spPr>
          <a:xfrm>
            <a:off x="205763" y="4512257"/>
            <a:ext cx="3404771" cy="549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Visto desde la salida</a:t>
            </a:r>
            <a:endParaRPr sz="1100"/>
          </a:p>
        </p:txBody>
      </p:sp>
      <p:sp>
        <p:nvSpPr>
          <p:cNvPr id="268" name="Google Shape;268;p30"/>
          <p:cNvSpPr txBox="1"/>
          <p:nvPr/>
        </p:nvSpPr>
        <p:spPr>
          <a:xfrm>
            <a:off x="-152399" y="52407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CAPA DE CONVOLUCIÓN</a:t>
            </a:r>
            <a:endParaRPr sz="1100"/>
          </a:p>
        </p:txBody>
      </p:sp>
      <p:pic>
        <p:nvPicPr>
          <p:cNvPr id="269" name="Google Shape;269;p3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30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¿Ventajas? Sparse interaction</a:t>
            </a:r>
            <a:endParaRPr sz="112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1"/>
          <p:cNvSpPr txBox="1"/>
          <p:nvPr/>
        </p:nvSpPr>
        <p:spPr>
          <a:xfrm>
            <a:off x="205764" y="1700576"/>
            <a:ext cx="3404771" cy="22528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 interaction</a:t>
            </a: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endParaRPr sz="1100"/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vs</a:t>
            </a:r>
            <a:endParaRPr sz="1100"/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fully conected layer</a:t>
            </a: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76" name="Google Shape;276;p31"/>
          <p:cNvSpPr txBox="1"/>
          <p:nvPr/>
        </p:nvSpPr>
        <p:spPr>
          <a:xfrm>
            <a:off x="205763" y="4512257"/>
            <a:ext cx="3556052" cy="549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Visto desde la entrada</a:t>
            </a:r>
            <a:endParaRPr sz="1100"/>
          </a:p>
        </p:txBody>
      </p:sp>
      <p:pic>
        <p:nvPicPr>
          <p:cNvPr id="277" name="Google Shape;277;p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88109" y="866810"/>
            <a:ext cx="4071937" cy="1928813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3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88110" y="3035451"/>
            <a:ext cx="4071937" cy="1878818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31"/>
          <p:cNvSpPr txBox="1"/>
          <p:nvPr/>
        </p:nvSpPr>
        <p:spPr>
          <a:xfrm>
            <a:off x="-152399" y="52407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CAPA DE CONVOLUCIÓN</a:t>
            </a:r>
            <a:endParaRPr sz="1100"/>
          </a:p>
        </p:txBody>
      </p:sp>
      <p:pic>
        <p:nvPicPr>
          <p:cNvPr id="280" name="Google Shape;280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31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¿Ventajas? Sparse interaction</a:t>
            </a:r>
            <a:endParaRPr sz="112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32"/>
          <p:cNvSpPr txBox="1"/>
          <p:nvPr/>
        </p:nvSpPr>
        <p:spPr>
          <a:xfrm>
            <a:off x="-99036" y="1700576"/>
            <a:ext cx="3404700" cy="22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 interaction</a:t>
            </a: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endParaRPr sz="1100"/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 deep CNN</a:t>
            </a:r>
            <a:endParaRPr sz="1100"/>
          </a:p>
        </p:txBody>
      </p:sp>
      <p:pic>
        <p:nvPicPr>
          <p:cNvPr id="287" name="Google Shape;287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65241" y="1385484"/>
            <a:ext cx="5170814" cy="3027043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32"/>
          <p:cNvSpPr txBox="1"/>
          <p:nvPr/>
        </p:nvSpPr>
        <p:spPr>
          <a:xfrm>
            <a:off x="-152399" y="52407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CAPA DE CONVOLUCIÓN</a:t>
            </a:r>
            <a:endParaRPr sz="1100"/>
          </a:p>
        </p:txBody>
      </p:sp>
      <p:pic>
        <p:nvPicPr>
          <p:cNvPr id="289" name="Google Shape;289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32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¿Ventajas? Sparse interaction</a:t>
            </a:r>
            <a:endParaRPr sz="112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33"/>
          <p:cNvSpPr txBox="1"/>
          <p:nvPr/>
        </p:nvSpPr>
        <p:spPr>
          <a:xfrm>
            <a:off x="2842000" y="866810"/>
            <a:ext cx="3394687" cy="331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parameter sharing</a:t>
            </a: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6" name="Google Shape;296;p33"/>
          <p:cNvSpPr/>
          <p:nvPr/>
        </p:nvSpPr>
        <p:spPr>
          <a:xfrm>
            <a:off x="359925" y="1305100"/>
            <a:ext cx="7703700" cy="36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1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15900" algn="l" rtl="0"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•"/>
            </a:pPr>
            <a:r>
              <a:rPr lang="en" sz="2100">
                <a:latin typeface="Twentieth Century"/>
                <a:ea typeface="Twentieth Century"/>
                <a:cs typeface="Twentieth Century"/>
                <a:sym typeface="Twentieth Century"/>
              </a:rPr>
              <a:t>El uso de un mismo KERNEL para una capa dada, implica que los parámetros (pesos sinápticos </a:t>
            </a:r>
            <a:r>
              <a:rPr lang="en" sz="2700" i="1">
                <a:latin typeface="Times New Roman"/>
                <a:ea typeface="Times New Roman"/>
                <a:cs typeface="Times New Roman"/>
                <a:sym typeface="Times New Roman"/>
              </a:rPr>
              <a:t>w</a:t>
            </a:r>
            <a:r>
              <a:rPr lang="en" sz="2700" i="1" baseline="-25000">
                <a:latin typeface="Times New Roman"/>
                <a:ea typeface="Times New Roman"/>
                <a:cs typeface="Times New Roman"/>
                <a:sym typeface="Times New Roman"/>
              </a:rPr>
              <a:t>ij</a:t>
            </a:r>
            <a:r>
              <a:rPr lang="en" sz="2100">
                <a:latin typeface="Twentieth Century"/>
                <a:ea typeface="Twentieth Century"/>
                <a:cs typeface="Twentieth Century"/>
                <a:sym typeface="Twentieth Century"/>
              </a:rPr>
              <a:t>) se comparten.</a:t>
            </a:r>
            <a:endParaRPr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1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34950" algn="l" rtl="0">
              <a:spcBef>
                <a:spcPts val="0"/>
              </a:spcBef>
              <a:spcAft>
                <a:spcPts val="0"/>
              </a:spcAft>
              <a:buSzPts val="2100"/>
              <a:buFont typeface="Arial"/>
              <a:buChar char="•"/>
            </a:pPr>
            <a:r>
              <a:rPr lang="en" sz="2100">
                <a:latin typeface="Twentieth Century"/>
                <a:ea typeface="Twentieth Century"/>
                <a:cs typeface="Twentieth Century"/>
                <a:sym typeface="Twentieth Century"/>
              </a:rPr>
              <a:t>Esto permite optimizar dicho KERNEL para que sea capaz de detectar </a:t>
            </a:r>
            <a:r>
              <a:rPr lang="en" sz="2100" b="1">
                <a:latin typeface="Twentieth Century"/>
                <a:ea typeface="Twentieth Century"/>
                <a:cs typeface="Twentieth Century"/>
                <a:sym typeface="Twentieth Century"/>
              </a:rPr>
              <a:t>algo específico</a:t>
            </a:r>
            <a:r>
              <a:rPr lang="en" sz="2100">
                <a:latin typeface="Twentieth Century"/>
                <a:ea typeface="Twentieth Century"/>
                <a:cs typeface="Twentieth Century"/>
                <a:sym typeface="Twentieth Century"/>
              </a:rPr>
              <a:t> (un borde por ejemplo).</a:t>
            </a:r>
            <a:endParaRPr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1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34950" algn="l" rtl="0">
              <a:spcBef>
                <a:spcPts val="0"/>
              </a:spcBef>
              <a:spcAft>
                <a:spcPts val="0"/>
              </a:spcAft>
              <a:buSzPts val="2100"/>
              <a:buFont typeface="Arial"/>
              <a:buChar char="•"/>
            </a:pPr>
            <a:r>
              <a:rPr lang="en" sz="2100">
                <a:latin typeface="Twentieth Century"/>
                <a:ea typeface="Twentieth Century"/>
                <a:cs typeface="Twentieth Century"/>
                <a:sym typeface="Twentieth Century"/>
              </a:rPr>
              <a:t>De esta manera, el KERNEL entrenado, será capaz de detectar </a:t>
            </a:r>
            <a:r>
              <a:rPr lang="en" sz="2100" b="1">
                <a:latin typeface="Twentieth Century"/>
                <a:ea typeface="Twentieth Century"/>
                <a:cs typeface="Twentieth Century"/>
                <a:sym typeface="Twentieth Century"/>
              </a:rPr>
              <a:t>algo específico</a:t>
            </a:r>
            <a:r>
              <a:rPr lang="en" sz="2100">
                <a:latin typeface="Twentieth Century"/>
                <a:ea typeface="Twentieth Century"/>
                <a:cs typeface="Twentieth Century"/>
                <a:sym typeface="Twentieth Century"/>
              </a:rPr>
              <a:t> en cualquier lugar donde se aplique el KERNEL en la foto de entrada (INPUT).</a:t>
            </a:r>
            <a:endParaRPr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10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97" name="Google Shape;29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33"/>
          <p:cNvSpPr txBox="1">
            <a:spLocks noGrp="1"/>
          </p:cNvSpPr>
          <p:nvPr>
            <p:ph type="title"/>
          </p:nvPr>
        </p:nvSpPr>
        <p:spPr>
          <a:xfrm>
            <a:off x="158700" y="52400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¿Ventajas? Parameter sharing</a:t>
            </a:r>
            <a:endParaRPr sz="112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4"/>
          <p:cNvSpPr txBox="1"/>
          <p:nvPr/>
        </p:nvSpPr>
        <p:spPr>
          <a:xfrm>
            <a:off x="241100" y="676575"/>
            <a:ext cx="8646600" cy="3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6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parameter sharing</a:t>
            </a:r>
            <a:endParaRPr sz="26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" sz="2600">
                <a:latin typeface="Twentieth Century"/>
                <a:ea typeface="Twentieth Century"/>
                <a:cs typeface="Twentieth Century"/>
                <a:sym typeface="Twentieth Century"/>
              </a:rPr>
              <a:t>“</a:t>
            </a:r>
            <a:r>
              <a:rPr lang="en" sz="2300" i="1">
                <a:latin typeface="Twentieth Century"/>
                <a:ea typeface="Twentieth Century"/>
                <a:cs typeface="Twentieth Century"/>
                <a:sym typeface="Twentieth Century"/>
              </a:rPr>
              <a:t>…detectar </a:t>
            </a:r>
            <a:r>
              <a:rPr lang="en" sz="2300" b="1" i="1">
                <a:latin typeface="Twentieth Century"/>
                <a:ea typeface="Twentieth Century"/>
                <a:cs typeface="Twentieth Century"/>
                <a:sym typeface="Twentieth Century"/>
              </a:rPr>
              <a:t>algo específico</a:t>
            </a:r>
            <a:r>
              <a:rPr lang="en" sz="2300" i="1"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300">
                <a:latin typeface="Twentieth Century"/>
                <a:ea typeface="Twentieth Century"/>
                <a:cs typeface="Twentieth Century"/>
                <a:sym typeface="Twentieth Century"/>
              </a:rPr>
              <a:t>en cualquier lugar donde se aplique el KERNEL </a:t>
            </a:r>
            <a:r>
              <a:rPr lang="en" sz="2300" i="1">
                <a:latin typeface="Twentieth Century"/>
                <a:ea typeface="Twentieth Century"/>
                <a:cs typeface="Twentieth Century"/>
                <a:sym typeface="Twentieth Century"/>
              </a:rPr>
              <a:t>…”</a:t>
            </a:r>
            <a:endParaRPr sz="2600" b="1" i="1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04" name="Google Shape;304;p34"/>
          <p:cNvSpPr/>
          <p:nvPr/>
        </p:nvSpPr>
        <p:spPr>
          <a:xfrm>
            <a:off x="241100" y="1718525"/>
            <a:ext cx="8679600" cy="11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28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•"/>
            </a:pPr>
            <a:r>
              <a:rPr lang="en" sz="2000">
                <a:latin typeface="Twentieth Century"/>
                <a:ea typeface="Twentieth Century"/>
                <a:cs typeface="Twentieth Century"/>
                <a:sym typeface="Twentieth Century"/>
              </a:rPr>
              <a:t>Esa propiedad se llama </a:t>
            </a:r>
            <a:r>
              <a:rPr lang="en" sz="2000" b="1">
                <a:latin typeface="Twentieth Century"/>
                <a:ea typeface="Twentieth Century"/>
                <a:cs typeface="Twentieth Century"/>
                <a:sym typeface="Twentieth Century"/>
              </a:rPr>
              <a:t>equivariancia a la traslación</a:t>
            </a:r>
            <a:r>
              <a:rPr lang="en" sz="2000">
                <a:latin typeface="Twentieth Century"/>
                <a:ea typeface="Twentieth Century"/>
                <a:cs typeface="Twentieth Century"/>
                <a:sym typeface="Twentieth Century"/>
              </a:rPr>
              <a:t> (</a:t>
            </a:r>
            <a:r>
              <a:rPr lang="en" sz="2000" b="1">
                <a:latin typeface="Twentieth Century"/>
                <a:ea typeface="Twentieth Century"/>
                <a:cs typeface="Twentieth Century"/>
                <a:sym typeface="Twentieth Century"/>
              </a:rPr>
              <a:t>translation</a:t>
            </a:r>
            <a:r>
              <a:rPr lang="en" sz="2000"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000" b="1">
                <a:latin typeface="Twentieth Century"/>
                <a:ea typeface="Twentieth Century"/>
                <a:cs typeface="Twentieth Century"/>
                <a:sym typeface="Twentieth Century"/>
              </a:rPr>
              <a:t>equivariance</a:t>
            </a:r>
            <a:r>
              <a:rPr lang="en" sz="2000">
                <a:latin typeface="Twentieth Century"/>
                <a:ea typeface="Twentieth Century"/>
                <a:cs typeface="Twentieth Century"/>
                <a:sym typeface="Twentieth Century"/>
              </a:rPr>
              <a:t>) y es natural de la convolución.</a:t>
            </a:r>
            <a:endParaRPr sz="130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00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305" name="Google Shape;305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91296" y="2665204"/>
            <a:ext cx="6858000" cy="2164556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34"/>
          <p:cNvSpPr/>
          <p:nvPr/>
        </p:nvSpPr>
        <p:spPr>
          <a:xfrm>
            <a:off x="132622" y="4857025"/>
            <a:ext cx="911824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https://towardsdatascience.com/translational-invariance-vs-translational-equivariance-f9fbc8fca63a</a:t>
            </a:r>
            <a:endParaRPr sz="1100"/>
          </a:p>
        </p:txBody>
      </p:sp>
      <p:sp>
        <p:nvSpPr>
          <p:cNvPr id="307" name="Google Shape;307;p34"/>
          <p:cNvSpPr/>
          <p:nvPr/>
        </p:nvSpPr>
        <p:spPr>
          <a:xfrm>
            <a:off x="7373899" y="2468104"/>
            <a:ext cx="995100" cy="282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900" b="1" cap="none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!</a:t>
            </a:r>
            <a:endParaRPr sz="1100"/>
          </a:p>
        </p:txBody>
      </p:sp>
      <p:pic>
        <p:nvPicPr>
          <p:cNvPr id="308" name="Google Shape;308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158700" y="52400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¿Ventajas? Parameter sharing</a:t>
            </a:r>
            <a:endParaRPr sz="112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5"/>
          <p:cNvSpPr txBox="1"/>
          <p:nvPr/>
        </p:nvSpPr>
        <p:spPr>
          <a:xfrm>
            <a:off x="601035" y="676577"/>
            <a:ext cx="7846359" cy="331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parameter sharing</a:t>
            </a: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15" name="Google Shape;315;p35"/>
          <p:cNvSpPr/>
          <p:nvPr/>
        </p:nvSpPr>
        <p:spPr>
          <a:xfrm>
            <a:off x="66975" y="1188575"/>
            <a:ext cx="8918400" cy="4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Twentieth Century"/>
                <a:ea typeface="Twentieth Century"/>
                <a:cs typeface="Twentieth Century"/>
                <a:sym typeface="Twentieth Century"/>
              </a:rPr>
              <a:t>Compartir parámetros permite utilizar más de 1 vez un mismo pámetro…</a:t>
            </a:r>
            <a:endParaRPr sz="1300"/>
          </a:p>
        </p:txBody>
      </p:sp>
      <p:pic>
        <p:nvPicPr>
          <p:cNvPr id="316" name="Google Shape;316;p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82563" y="1748990"/>
            <a:ext cx="4136231" cy="3243262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35"/>
          <p:cNvSpPr txBox="1"/>
          <p:nvPr/>
        </p:nvSpPr>
        <p:spPr>
          <a:xfrm>
            <a:off x="738586" y="2323807"/>
            <a:ext cx="3404771" cy="22528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Conv layer</a:t>
            </a: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endParaRPr sz="1100"/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vs</a:t>
            </a:r>
            <a:endParaRPr sz="1100"/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fully conected layer</a:t>
            </a: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18" name="Google Shape;318;p35"/>
          <p:cNvSpPr txBox="1"/>
          <p:nvPr/>
        </p:nvSpPr>
        <p:spPr>
          <a:xfrm>
            <a:off x="-152399" y="52407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CAPA DE CONVOLUCIÓN</a:t>
            </a:r>
            <a:endParaRPr sz="1100"/>
          </a:p>
        </p:txBody>
      </p:sp>
      <p:pic>
        <p:nvPicPr>
          <p:cNvPr id="319" name="Google Shape;319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35"/>
          <p:cNvSpPr txBox="1">
            <a:spLocks noGrp="1"/>
          </p:cNvSpPr>
          <p:nvPr>
            <p:ph type="title"/>
          </p:nvPr>
        </p:nvSpPr>
        <p:spPr>
          <a:xfrm>
            <a:off x="158700" y="52400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¿Ventajas? Parameter sharing</a:t>
            </a:r>
            <a:endParaRPr sz="112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6"/>
          <p:cNvSpPr txBox="1"/>
          <p:nvPr/>
        </p:nvSpPr>
        <p:spPr>
          <a:xfrm>
            <a:off x="601035" y="676577"/>
            <a:ext cx="7846359" cy="331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 interaction + parameter sharing</a:t>
            </a: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26" name="Google Shape;326;p36"/>
          <p:cNvSpPr/>
          <p:nvPr/>
        </p:nvSpPr>
        <p:spPr>
          <a:xfrm>
            <a:off x="601035" y="1288089"/>
            <a:ext cx="7876615" cy="900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28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•"/>
            </a:pPr>
            <a:r>
              <a:rPr lang="en" sz="2000" dirty="0">
                <a:latin typeface="Twentieth Century"/>
                <a:ea typeface="Twentieth Century"/>
                <a:cs typeface="Twentieth Century"/>
                <a:sym typeface="Twentieth Century"/>
              </a:rPr>
              <a:t>Hay una reducción drástica de los parámetros a entrenar y a almacenar.</a:t>
            </a:r>
            <a:endParaRPr sz="1300" dirty="0"/>
          </a:p>
        </p:txBody>
      </p:sp>
      <p:sp>
        <p:nvSpPr>
          <p:cNvPr id="327" name="Google Shape;327;p36"/>
          <p:cNvSpPr txBox="1"/>
          <p:nvPr/>
        </p:nvSpPr>
        <p:spPr>
          <a:xfrm>
            <a:off x="678308" y="3163328"/>
            <a:ext cx="3404771" cy="763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Conv layer con KERNEL de tamaño </a:t>
            </a:r>
            <a:r>
              <a:rPr lang="en" sz="2400" b="1" i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</a:t>
            </a:r>
            <a:endParaRPr sz="1100"/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endParaRPr sz="1100"/>
          </a:p>
        </p:txBody>
      </p:sp>
      <p:sp>
        <p:nvSpPr>
          <p:cNvPr id="328" name="Google Shape;328;p36"/>
          <p:cNvSpPr/>
          <p:nvPr/>
        </p:nvSpPr>
        <p:spPr>
          <a:xfrm>
            <a:off x="4924305" y="3339852"/>
            <a:ext cx="3043142" cy="41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fully conected layer</a:t>
            </a: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29" name="Google Shape;329;p36"/>
          <p:cNvSpPr/>
          <p:nvPr/>
        </p:nvSpPr>
        <p:spPr>
          <a:xfrm>
            <a:off x="678308" y="2018327"/>
            <a:ext cx="7876615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28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•"/>
            </a:pPr>
            <a:r>
              <a:rPr lang="en" sz="2000">
                <a:latin typeface="Twentieth Century"/>
                <a:ea typeface="Twentieth Century"/>
                <a:cs typeface="Twentieth Century"/>
                <a:sym typeface="Twentieth Century"/>
              </a:rPr>
              <a:t>Supongamos una capa de </a:t>
            </a:r>
            <a:r>
              <a:rPr lang="en" sz="2000" i="1">
                <a:latin typeface="Times New Roman"/>
                <a:ea typeface="Times New Roman"/>
                <a:cs typeface="Times New Roman"/>
                <a:sym typeface="Times New Roman"/>
              </a:rPr>
              <a:t>m</a:t>
            </a:r>
            <a:r>
              <a:rPr lang="en" sz="2000">
                <a:latin typeface="Twentieth Century"/>
                <a:ea typeface="Twentieth Century"/>
                <a:cs typeface="Twentieth Century"/>
                <a:sym typeface="Twentieth Century"/>
              </a:rPr>
              <a:t> entradas y </a:t>
            </a:r>
            <a:r>
              <a:rPr lang="en" sz="2000" i="1">
                <a:latin typeface="Times New Roman"/>
                <a:ea typeface="Times New Roman"/>
                <a:cs typeface="Times New Roman"/>
                <a:sym typeface="Times New Roman"/>
              </a:rPr>
              <a:t>n</a:t>
            </a:r>
            <a:r>
              <a:rPr lang="en" sz="2000">
                <a:latin typeface="Twentieth Century"/>
                <a:ea typeface="Twentieth Century"/>
                <a:cs typeface="Twentieth Century"/>
                <a:sym typeface="Twentieth Century"/>
              </a:rPr>
              <a:t> salidas…</a:t>
            </a:r>
            <a:endParaRPr sz="1300"/>
          </a:p>
        </p:txBody>
      </p:sp>
      <p:sp>
        <p:nvSpPr>
          <p:cNvPr id="330" name="Google Shape;330;p36"/>
          <p:cNvSpPr txBox="1"/>
          <p:nvPr/>
        </p:nvSpPr>
        <p:spPr>
          <a:xfrm>
            <a:off x="5637409" y="4033512"/>
            <a:ext cx="1616933" cy="415499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31" name="Google Shape;331;p36"/>
          <p:cNvSpPr txBox="1"/>
          <p:nvPr/>
        </p:nvSpPr>
        <p:spPr>
          <a:xfrm>
            <a:off x="1572226" y="4033512"/>
            <a:ext cx="1522581" cy="41549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32" name="Google Shape;332;p36"/>
          <p:cNvSpPr txBox="1"/>
          <p:nvPr/>
        </p:nvSpPr>
        <p:spPr>
          <a:xfrm>
            <a:off x="-152399" y="52407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CAPA DE CONVOLUCIÓN</a:t>
            </a:r>
            <a:endParaRPr sz="1100"/>
          </a:p>
        </p:txBody>
      </p:sp>
      <p:sp>
        <p:nvSpPr>
          <p:cNvPr id="333" name="Google Shape;333;p36"/>
          <p:cNvSpPr txBox="1"/>
          <p:nvPr/>
        </p:nvSpPr>
        <p:spPr>
          <a:xfrm>
            <a:off x="601035" y="4555265"/>
            <a:ext cx="3802000" cy="415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n" sz="21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(cada kernel tendrá 1 salida)</a:t>
            </a:r>
            <a:r>
              <a:rPr lang="en" sz="21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endParaRPr sz="1100"/>
          </a:p>
        </p:txBody>
      </p:sp>
      <p:pic>
        <p:nvPicPr>
          <p:cNvPr id="334" name="Google Shape;334;p3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335" name="Google Shape;335;p36"/>
          <p:cNvSpPr txBox="1">
            <a:spLocks noGrp="1"/>
          </p:cNvSpPr>
          <p:nvPr>
            <p:ph type="title"/>
          </p:nvPr>
        </p:nvSpPr>
        <p:spPr>
          <a:xfrm>
            <a:off x="158700" y="52400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¿Ventajas?</a:t>
            </a:r>
            <a:endParaRPr sz="112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7"/>
          <p:cNvSpPr txBox="1"/>
          <p:nvPr/>
        </p:nvSpPr>
        <p:spPr>
          <a:xfrm>
            <a:off x="273480" y="704946"/>
            <a:ext cx="9103814" cy="331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 interaction + parameter sharing (Tarea: edge detecting)</a:t>
            </a:r>
            <a:endParaRPr sz="1100" dirty="0"/>
          </a:p>
        </p:txBody>
      </p:sp>
      <p:sp>
        <p:nvSpPr>
          <p:cNvPr id="341" name="Google Shape;341;p37"/>
          <p:cNvSpPr txBox="1"/>
          <p:nvPr/>
        </p:nvSpPr>
        <p:spPr>
          <a:xfrm>
            <a:off x="0" y="4035820"/>
            <a:ext cx="3849093" cy="763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s-ES" sz="20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CNN</a:t>
            </a:r>
            <a:endParaRPr sz="1050" dirty="0"/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0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Aprox 267960 float op. </a:t>
            </a:r>
            <a:endParaRPr sz="1050" dirty="0"/>
          </a:p>
        </p:txBody>
      </p:sp>
      <p:sp>
        <p:nvSpPr>
          <p:cNvPr id="342" name="Google Shape;342;p37"/>
          <p:cNvSpPr/>
          <p:nvPr/>
        </p:nvSpPr>
        <p:spPr>
          <a:xfrm>
            <a:off x="3849093" y="4032388"/>
            <a:ext cx="4639800" cy="8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MLP</a:t>
            </a:r>
            <a:endParaRPr sz="20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Aprox 16000000000 float op.</a:t>
            </a:r>
            <a:endParaRPr sz="1050" dirty="0"/>
          </a:p>
        </p:txBody>
      </p:sp>
      <p:pic>
        <p:nvPicPr>
          <p:cNvPr id="343" name="Google Shape;343;p37"/>
          <p:cNvPicPr preferRelativeResize="0">
            <a:picLocks noChangeAspect="1"/>
          </p:cNvPicPr>
          <p:nvPr/>
        </p:nvPicPr>
        <p:blipFill rotWithShape="1">
          <a:blip r:embed="rId3">
            <a:alphaModFix/>
          </a:blip>
          <a:srcRect r="50905"/>
          <a:stretch>
            <a:fillRect/>
          </a:stretch>
        </p:blipFill>
        <p:spPr>
          <a:xfrm>
            <a:off x="1267371" y="1730502"/>
            <a:ext cx="2074043" cy="1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4" name="Google Shape;344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37"/>
          <p:cNvSpPr txBox="1">
            <a:spLocks noGrp="1"/>
          </p:cNvSpPr>
          <p:nvPr>
            <p:ph type="title"/>
          </p:nvPr>
        </p:nvSpPr>
        <p:spPr>
          <a:xfrm>
            <a:off x="158700" y="52400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¿Ventajas?</a:t>
            </a:r>
            <a:endParaRPr sz="1120"/>
          </a:p>
        </p:txBody>
      </p:sp>
      <p:sp>
        <p:nvSpPr>
          <p:cNvPr id="3" name="Google Shape;326;p36">
            <a:extLst>
              <a:ext uri="{FF2B5EF4-FFF2-40B4-BE49-F238E27FC236}">
                <a16:creationId xmlns:a16="http://schemas.microsoft.com/office/drawing/2014/main" id="{9EDD52B6-B3AD-1F8F-A2AE-D59FAAAE1CAE}"/>
              </a:ext>
            </a:extLst>
          </p:cNvPr>
          <p:cNvSpPr/>
          <p:nvPr/>
        </p:nvSpPr>
        <p:spPr>
          <a:xfrm>
            <a:off x="1568882" y="3563673"/>
            <a:ext cx="5183611" cy="470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latin typeface="Twentieth Century"/>
                <a:ea typeface="Twentieth Century"/>
                <a:cs typeface="Twentieth Century"/>
                <a:sym typeface="Twentieth Century"/>
              </a:rPr>
              <a:t>Comparación de operaciones entre CNN vs MLP</a:t>
            </a:r>
            <a:endParaRPr sz="1300" dirty="0"/>
          </a:p>
        </p:txBody>
      </p:sp>
      <p:pic>
        <p:nvPicPr>
          <p:cNvPr id="5" name="Google Shape;343;p37">
            <a:extLst>
              <a:ext uri="{FF2B5EF4-FFF2-40B4-BE49-F238E27FC236}">
                <a16:creationId xmlns:a16="http://schemas.microsoft.com/office/drawing/2014/main" id="{8E7DE2B5-25AF-19A5-71EC-ADEFA1FEDBDA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</a:blip>
          <a:srcRect l="50905"/>
          <a:stretch>
            <a:fillRect/>
          </a:stretch>
        </p:blipFill>
        <p:spPr>
          <a:xfrm>
            <a:off x="5648179" y="1752044"/>
            <a:ext cx="2074043" cy="1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2CFDABA-AFB7-D45F-2D31-AD75261ED647}"/>
              </a:ext>
            </a:extLst>
          </p:cNvPr>
          <p:cNvSpPr txBox="1"/>
          <p:nvPr/>
        </p:nvSpPr>
        <p:spPr>
          <a:xfrm>
            <a:off x="4192341" y="1984343"/>
            <a:ext cx="822960" cy="307777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dirty="0"/>
              <a:t>CNN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3D7AB3-8A7B-B630-0DA3-383C209A3FE0}"/>
              </a:ext>
            </a:extLst>
          </p:cNvPr>
          <p:cNvSpPr txBox="1"/>
          <p:nvPr/>
        </p:nvSpPr>
        <p:spPr>
          <a:xfrm>
            <a:off x="4206409" y="3011935"/>
            <a:ext cx="822960" cy="307777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dirty="0"/>
              <a:t>MLP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CD2830-0E75-2324-F464-E5B8460FE691}"/>
              </a:ext>
            </a:extLst>
          </p:cNvPr>
          <p:cNvSpPr txBox="1"/>
          <p:nvPr/>
        </p:nvSpPr>
        <p:spPr>
          <a:xfrm>
            <a:off x="4396154" y="2451989"/>
            <a:ext cx="47813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dirty="0">
                <a:latin typeface="Twentieth Century"/>
                <a:ea typeface="Twentieth Century"/>
                <a:cs typeface="Twentieth Century"/>
                <a:sym typeface="Twentieth Century"/>
              </a:rPr>
              <a:t>vs</a:t>
            </a:r>
            <a:endParaRPr lang="es-E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CB3EDCC-2B86-07EC-7790-365E1DB21ED6}"/>
              </a:ext>
            </a:extLst>
          </p:cNvPr>
          <p:cNvCxnSpPr>
            <a:stCxn id="343" idx="3"/>
            <a:endCxn id="6" idx="1"/>
          </p:cNvCxnSpPr>
          <p:nvPr/>
        </p:nvCxnSpPr>
        <p:spPr>
          <a:xfrm flipV="1">
            <a:off x="3341414" y="2138232"/>
            <a:ext cx="850927" cy="492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69AE17D-8E0A-08A2-9D1A-5502B191C9FB}"/>
              </a:ext>
            </a:extLst>
          </p:cNvPr>
          <p:cNvCxnSpPr>
            <a:stCxn id="343" idx="3"/>
            <a:endCxn id="8" idx="1"/>
          </p:cNvCxnSpPr>
          <p:nvPr/>
        </p:nvCxnSpPr>
        <p:spPr>
          <a:xfrm>
            <a:off x="3341414" y="2630502"/>
            <a:ext cx="864995" cy="535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06D9582-9DCB-326E-BDCC-6BE7B956A175}"/>
              </a:ext>
            </a:extLst>
          </p:cNvPr>
          <p:cNvCxnSpPr>
            <a:stCxn id="6" idx="3"/>
            <a:endCxn id="5" idx="1"/>
          </p:cNvCxnSpPr>
          <p:nvPr/>
        </p:nvCxnSpPr>
        <p:spPr>
          <a:xfrm>
            <a:off x="5015301" y="2138232"/>
            <a:ext cx="632878" cy="5138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2939EE3-C7A8-8337-908B-9D35814923EE}"/>
              </a:ext>
            </a:extLst>
          </p:cNvPr>
          <p:cNvCxnSpPr>
            <a:stCxn id="8" idx="3"/>
            <a:endCxn id="5" idx="1"/>
          </p:cNvCxnSpPr>
          <p:nvPr/>
        </p:nvCxnSpPr>
        <p:spPr>
          <a:xfrm flipV="1">
            <a:off x="5029369" y="2652044"/>
            <a:ext cx="618810" cy="5137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Google Shape;326;p36">
            <a:extLst>
              <a:ext uri="{FF2B5EF4-FFF2-40B4-BE49-F238E27FC236}">
                <a16:creationId xmlns:a16="http://schemas.microsoft.com/office/drawing/2014/main" id="{460B514D-43B2-5E21-47DE-486BCF7BAA41}"/>
              </a:ext>
            </a:extLst>
          </p:cNvPr>
          <p:cNvSpPr/>
          <p:nvPr/>
        </p:nvSpPr>
        <p:spPr>
          <a:xfrm>
            <a:off x="1924546" y="1373306"/>
            <a:ext cx="719527" cy="470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latin typeface="Twentieth Century"/>
                <a:ea typeface="Twentieth Century"/>
                <a:cs typeface="Twentieth Century"/>
                <a:sym typeface="Twentieth Century"/>
              </a:rPr>
              <a:t>input</a:t>
            </a:r>
            <a:endParaRPr sz="1300" dirty="0"/>
          </a:p>
        </p:txBody>
      </p:sp>
      <p:sp>
        <p:nvSpPr>
          <p:cNvPr id="28" name="Google Shape;326;p36">
            <a:extLst>
              <a:ext uri="{FF2B5EF4-FFF2-40B4-BE49-F238E27FC236}">
                <a16:creationId xmlns:a16="http://schemas.microsoft.com/office/drawing/2014/main" id="{21309FC2-58A9-4DFD-1848-05C5D165754A}"/>
              </a:ext>
            </a:extLst>
          </p:cNvPr>
          <p:cNvSpPr/>
          <p:nvPr/>
        </p:nvSpPr>
        <p:spPr>
          <a:xfrm>
            <a:off x="5917183" y="1373305"/>
            <a:ext cx="1805039" cy="470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latin typeface="Twentieth Century"/>
                <a:ea typeface="Twentieth Century"/>
                <a:cs typeface="Twentieth Century"/>
                <a:sym typeface="Twentieth Century"/>
              </a:rPr>
              <a:t>Valor deseado</a:t>
            </a:r>
            <a:endParaRPr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38"/>
          <p:cNvSpPr txBox="1"/>
          <p:nvPr/>
        </p:nvSpPr>
        <p:spPr>
          <a:xfrm>
            <a:off x="620400" y="797697"/>
            <a:ext cx="7588800" cy="60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31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stride</a:t>
            </a:r>
            <a:endParaRPr sz="31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51" name="Google Shape;351;p38"/>
          <p:cNvSpPr/>
          <p:nvPr/>
        </p:nvSpPr>
        <p:spPr>
          <a:xfrm>
            <a:off x="601035" y="1288089"/>
            <a:ext cx="7876500" cy="14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28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•"/>
            </a:pPr>
            <a:r>
              <a:rPr lang="en" sz="2000">
                <a:latin typeface="Twentieth Century"/>
                <a:ea typeface="Twentieth Century"/>
                <a:cs typeface="Twentieth Century"/>
                <a:sym typeface="Twentieth Century"/>
              </a:rPr>
              <a:t>Regula los pasos en que avanza la convolución.</a:t>
            </a:r>
            <a:endParaRPr sz="130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28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•"/>
            </a:pPr>
            <a:r>
              <a:rPr lang="en" sz="2000">
                <a:latin typeface="Twentieth Century"/>
                <a:ea typeface="Twentieth Century"/>
                <a:cs typeface="Twentieth Century"/>
                <a:sym typeface="Twentieth Century"/>
              </a:rPr>
              <a:t>Es como hacer un downsampling de la salida.</a:t>
            </a:r>
            <a:endParaRPr sz="130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00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352" name="Google Shape;352;p3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52824" y="2901322"/>
            <a:ext cx="6373037" cy="1896325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p38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Stride</a:t>
            </a:r>
            <a:endParaRPr sz="1120"/>
          </a:p>
        </p:txBody>
      </p:sp>
      <p:pic>
        <p:nvPicPr>
          <p:cNvPr id="354" name="Google Shape;354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>
          <a:extLst>
            <a:ext uri="{FF2B5EF4-FFF2-40B4-BE49-F238E27FC236}">
              <a16:creationId xmlns:a16="http://schemas.microsoft.com/office/drawing/2014/main" id="{425AB50E-9687-DC0A-ED47-25898F958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38">
            <a:extLst>
              <a:ext uri="{FF2B5EF4-FFF2-40B4-BE49-F238E27FC236}">
                <a16:creationId xmlns:a16="http://schemas.microsoft.com/office/drawing/2014/main" id="{85B2737C-FE00-501B-314E-14046FB5AC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 dirty="0">
                <a:latin typeface="Arial"/>
                <a:ea typeface="Arial"/>
                <a:cs typeface="Arial"/>
                <a:sym typeface="Arial"/>
              </a:rPr>
              <a:t>Redes Neuronales Convolucionales – capa conv2d</a:t>
            </a:r>
            <a:endParaRPr sz="1120" dirty="0"/>
          </a:p>
        </p:txBody>
      </p:sp>
      <p:pic>
        <p:nvPicPr>
          <p:cNvPr id="354" name="Google Shape;354;p38">
            <a:extLst>
              <a:ext uri="{FF2B5EF4-FFF2-40B4-BE49-F238E27FC236}">
                <a16:creationId xmlns:a16="http://schemas.microsoft.com/office/drawing/2014/main" id="{22AEE124-E06C-048E-CC33-CCF69C8C455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5AB475-4E42-05FF-6482-8C99BE6B24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326" y="885714"/>
            <a:ext cx="7969348" cy="115486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BA5021-97AE-F463-75A0-70A73B531C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326" y="2244533"/>
            <a:ext cx="7457233" cy="2623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9542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39"/>
          <p:cNvSpPr txBox="1"/>
          <p:nvPr/>
        </p:nvSpPr>
        <p:spPr>
          <a:xfrm>
            <a:off x="215175" y="886700"/>
            <a:ext cx="4848000" cy="58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latin typeface="Twentieth Century"/>
                <a:ea typeface="Twentieth Century"/>
                <a:cs typeface="Twentieth Century"/>
                <a:sym typeface="Twentieth Century"/>
              </a:rPr>
              <a:t>CAPA DE ACTIVACIÓN/DETECCIÓN</a:t>
            </a:r>
            <a:endParaRPr sz="1100"/>
          </a:p>
        </p:txBody>
      </p:sp>
      <p:sp>
        <p:nvSpPr>
          <p:cNvPr id="360" name="Google Shape;360;p39"/>
          <p:cNvSpPr/>
          <p:nvPr/>
        </p:nvSpPr>
        <p:spPr>
          <a:xfrm>
            <a:off x="601035" y="1288089"/>
            <a:ext cx="4392748" cy="2008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2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41300" algn="l" rtl="0">
              <a:spcBef>
                <a:spcPts val="0"/>
              </a:spcBef>
              <a:spcAft>
                <a:spcPts val="0"/>
              </a:spcAft>
              <a:buSzPts val="2200"/>
              <a:buFont typeface="Arial"/>
              <a:buChar char="•"/>
            </a:pPr>
            <a:r>
              <a:rPr lang="en" sz="2200">
                <a:latin typeface="Twentieth Century"/>
                <a:ea typeface="Twentieth Century"/>
                <a:cs typeface="Twentieth Century"/>
                <a:sym typeface="Twentieth Century"/>
              </a:rPr>
              <a:t>Es una capa NO LINEAL como las ya conocidas.</a:t>
            </a:r>
            <a:endParaRPr sz="150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2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41300" algn="l" rtl="0">
              <a:spcBef>
                <a:spcPts val="0"/>
              </a:spcBef>
              <a:spcAft>
                <a:spcPts val="0"/>
              </a:spcAft>
              <a:buSzPts val="2200"/>
              <a:buFont typeface="Arial"/>
              <a:buChar char="•"/>
            </a:pPr>
            <a:r>
              <a:rPr lang="en" sz="2200">
                <a:latin typeface="Twentieth Century"/>
                <a:ea typeface="Twentieth Century"/>
                <a:cs typeface="Twentieth Century"/>
                <a:sym typeface="Twentieth Century"/>
              </a:rPr>
              <a:t>Relación entrada/salida 1/1.</a:t>
            </a:r>
            <a:endParaRPr sz="150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2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41300" algn="l" rtl="0">
              <a:spcBef>
                <a:spcPts val="0"/>
              </a:spcBef>
              <a:spcAft>
                <a:spcPts val="0"/>
              </a:spcAft>
              <a:buSzPts val="2200"/>
              <a:buFont typeface="Arial"/>
              <a:buChar char="•"/>
            </a:pPr>
            <a:r>
              <a:rPr lang="en" sz="2200">
                <a:latin typeface="Twentieth Century"/>
                <a:ea typeface="Twentieth Century"/>
                <a:cs typeface="Twentieth Century"/>
                <a:sym typeface="Twentieth Century"/>
              </a:rPr>
              <a:t>No se optimizan pesos sinápticos.</a:t>
            </a:r>
            <a:endParaRPr sz="1500"/>
          </a:p>
        </p:txBody>
      </p:sp>
      <p:pic>
        <p:nvPicPr>
          <p:cNvPr id="361" name="Google Shape;361;p3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8973" y="785642"/>
            <a:ext cx="2409005" cy="4357863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p39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Capa de activación</a:t>
            </a:r>
            <a:endParaRPr sz="1120"/>
          </a:p>
        </p:txBody>
      </p:sp>
      <p:pic>
        <p:nvPicPr>
          <p:cNvPr id="363" name="Google Shape;363;p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40"/>
          <p:cNvSpPr txBox="1"/>
          <p:nvPr/>
        </p:nvSpPr>
        <p:spPr>
          <a:xfrm>
            <a:off x="437100" y="771104"/>
            <a:ext cx="8052752" cy="4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r>
              <a:rPr lang="en" sz="1800" cap="none" dirty="0">
                <a:latin typeface="Twentieth Century"/>
                <a:ea typeface="Twentieth Century"/>
                <a:cs typeface="Twentieth Century"/>
                <a:sym typeface="Twentieth Century"/>
              </a:rPr>
              <a:t>(POOLING = GROUPING OF ASSETS)</a:t>
            </a:r>
            <a:endParaRPr sz="1100" dirty="0"/>
          </a:p>
        </p:txBody>
      </p:sp>
      <p:sp>
        <p:nvSpPr>
          <p:cNvPr id="369" name="Google Shape;369;p40"/>
          <p:cNvSpPr/>
          <p:nvPr/>
        </p:nvSpPr>
        <p:spPr>
          <a:xfrm>
            <a:off x="253980" y="1445483"/>
            <a:ext cx="7876500" cy="3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215900" marR="0" lvl="0" indent="-228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•"/>
            </a:pPr>
            <a:r>
              <a:rPr lang="en" sz="2000" dirty="0">
                <a:latin typeface="Twentieth Century"/>
                <a:ea typeface="Twentieth Century"/>
                <a:cs typeface="Twentieth Century"/>
                <a:sym typeface="Twentieth Century"/>
              </a:rPr>
              <a:t>Aplica un operador matemático en una “región” definida por un kernel_size. Es similar a la CONV (tiene size y stride) pero aplica un operador matemático específico.</a:t>
            </a:r>
            <a:endParaRPr sz="1300" dirty="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0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28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•"/>
            </a:pPr>
            <a:r>
              <a:rPr lang="en" sz="2000" dirty="0">
                <a:latin typeface="Twentieth Century"/>
                <a:ea typeface="Twentieth Century"/>
                <a:cs typeface="Twentieth Century"/>
                <a:sym typeface="Twentieth Century"/>
              </a:rPr>
              <a:t>Se busca una reducción de dimensiones de la entrada con operadores que permitan detectar features.</a:t>
            </a:r>
            <a:endParaRPr sz="1300" dirty="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0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28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•"/>
            </a:pPr>
            <a:r>
              <a:rPr lang="en" sz="2000" dirty="0">
                <a:latin typeface="Twentieth Century"/>
                <a:ea typeface="Twentieth Century"/>
                <a:cs typeface="Twentieth Century"/>
                <a:sym typeface="Twentieth Century"/>
              </a:rPr>
              <a:t>Como salida, da un valor característico de todos los features de una región de la la entrada.</a:t>
            </a:r>
            <a:endParaRPr sz="1300" dirty="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0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28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•"/>
            </a:pPr>
            <a:r>
              <a:rPr lang="en" sz="20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No se optimizan pesos sinápticos </a:t>
            </a:r>
            <a:r>
              <a:rPr lang="en" sz="2000" dirty="0">
                <a:latin typeface="Twentieth Century"/>
                <a:ea typeface="Twentieth Century"/>
                <a:cs typeface="Twentieth Century"/>
                <a:sym typeface="Twentieth Century"/>
              </a:rPr>
              <a:t>(solo tiene hiper-parámetros)</a:t>
            </a:r>
            <a:endParaRPr sz="1300" dirty="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000"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70" name="Google Shape;370;p40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Capa de pooling</a:t>
            </a:r>
            <a:endParaRPr sz="1120"/>
          </a:p>
        </p:txBody>
      </p:sp>
      <p:pic>
        <p:nvPicPr>
          <p:cNvPr id="371" name="Google Shape;371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41"/>
          <p:cNvSpPr txBox="1"/>
          <p:nvPr/>
        </p:nvSpPr>
        <p:spPr>
          <a:xfrm>
            <a:off x="-152399" y="52407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CAPA DE POOLING (GROUPING OF ASSETS)</a:t>
            </a:r>
            <a:endParaRPr sz="1100"/>
          </a:p>
        </p:txBody>
      </p:sp>
      <p:pic>
        <p:nvPicPr>
          <p:cNvPr id="377" name="Google Shape;377;p4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50556" y="925615"/>
            <a:ext cx="5155617" cy="3741127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41"/>
          <p:cNvSpPr/>
          <p:nvPr/>
        </p:nvSpPr>
        <p:spPr>
          <a:xfrm>
            <a:off x="1967248" y="4666742"/>
            <a:ext cx="5914623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Twentieth Century"/>
                <a:ea typeface="Twentieth Century"/>
                <a:cs typeface="Twentieth Century"/>
                <a:sym typeface="Twentieth Century"/>
              </a:rPr>
              <a:t>https://iq.opengenus.org/pooling-layers/</a:t>
            </a:r>
            <a:endParaRPr sz="1300"/>
          </a:p>
        </p:txBody>
      </p:sp>
      <p:pic>
        <p:nvPicPr>
          <p:cNvPr id="379" name="Google Shape;379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380" name="Google Shape;380;p41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Capa de pooling</a:t>
            </a:r>
            <a:endParaRPr sz="1120"/>
          </a:p>
        </p:txBody>
      </p:sp>
      <p:sp>
        <p:nvSpPr>
          <p:cNvPr id="3" name="Google Shape;175;p23">
            <a:extLst>
              <a:ext uri="{FF2B5EF4-FFF2-40B4-BE49-F238E27FC236}">
                <a16:creationId xmlns:a16="http://schemas.microsoft.com/office/drawing/2014/main" id="{BFF53953-4378-E8C1-6D4E-43DFCE0AD1DB}"/>
              </a:ext>
            </a:extLst>
          </p:cNvPr>
          <p:cNvSpPr txBox="1"/>
          <p:nvPr/>
        </p:nvSpPr>
        <p:spPr>
          <a:xfrm>
            <a:off x="278976" y="1692646"/>
            <a:ext cx="2571580" cy="1922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28"/>
              <a:buFont typeface="Arial"/>
              <a:buNone/>
            </a:pPr>
            <a:r>
              <a:rPr lang="es-ES" sz="1600" dirty="0"/>
              <a:t>Para cada posición del “</a:t>
            </a:r>
            <a:r>
              <a:rPr lang="es-ES" sz="1600" dirty="0" err="1"/>
              <a:t>kernel</a:t>
            </a:r>
            <a:r>
              <a:rPr lang="es-ES" sz="1600" dirty="0"/>
              <a:t>” de </a:t>
            </a:r>
            <a:r>
              <a:rPr lang="es-ES" sz="1600" dirty="0" err="1"/>
              <a:t>pooling</a:t>
            </a:r>
            <a:r>
              <a:rPr lang="es-ES" sz="1600" dirty="0"/>
              <a:t> se obtendrá un valor característico de los </a:t>
            </a:r>
            <a:r>
              <a:rPr lang="es-ES" sz="1600" dirty="0" err="1"/>
              <a:t>features</a:t>
            </a:r>
            <a:r>
              <a:rPr lang="es-ES" sz="1600" dirty="0"/>
              <a:t> contenidos en el área del </a:t>
            </a:r>
            <a:r>
              <a:rPr lang="es-ES" sz="1600" dirty="0" err="1"/>
              <a:t>kernel</a:t>
            </a:r>
            <a:r>
              <a:rPr lang="es-ES" sz="1600" dirty="0"/>
              <a:t>.</a:t>
            </a:r>
            <a:endParaRPr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42"/>
          <p:cNvSpPr/>
          <p:nvPr/>
        </p:nvSpPr>
        <p:spPr>
          <a:xfrm>
            <a:off x="1817275" y="830177"/>
            <a:ext cx="63132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“…operadores que permitan detectar features.”</a:t>
            </a:r>
            <a:endParaRPr sz="2100" i="1"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387" name="Google Shape;387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42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Capa de pooling</a:t>
            </a:r>
            <a:endParaRPr sz="112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Google Shape;369;p40">
                <a:extLst>
                  <a:ext uri="{FF2B5EF4-FFF2-40B4-BE49-F238E27FC236}">
                    <a16:creationId xmlns:a16="http://schemas.microsoft.com/office/drawing/2014/main" id="{8C348C77-8928-9D8D-EB2C-D204565D4FD6}"/>
                  </a:ext>
                </a:extLst>
              </p:cNvPr>
              <p:cNvSpPr/>
              <p:nvPr/>
            </p:nvSpPr>
            <p:spPr>
              <a:xfrm>
                <a:off x="331999" y="1375191"/>
                <a:ext cx="8010143" cy="327300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215900" marR="0" lvl="0" indent="-360000" algn="l" rtl="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SzPts val="2000"/>
                  <a:buFont typeface="Arial"/>
                  <a:buChar char="•"/>
                </a:pP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Max </a:t>
                </a: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pooling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: saca el máximo del área del </a:t>
                </a: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kernel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.</a:t>
                </a:r>
              </a:p>
              <a:p>
                <a:pPr marL="215900" indent="-360000">
                  <a:lnSpc>
                    <a:spcPct val="150000"/>
                  </a:lnSpc>
                  <a:buSzPts val="2000"/>
                  <a:buFont typeface="Arial"/>
                  <a:buChar char="•"/>
                </a:pP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Average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 </a:t>
                </a: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pooling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: saca un promedio del área del </a:t>
                </a: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kernel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.</a:t>
                </a:r>
              </a:p>
              <a:p>
                <a:pPr marL="215900" lvl="0" indent="-360000">
                  <a:lnSpc>
                    <a:spcPct val="150000"/>
                  </a:lnSpc>
                  <a:buSzPts val="2000"/>
                  <a:buFont typeface="Arial"/>
                  <a:buChar char="•"/>
                </a:pP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Adaptive (</a:t>
                </a: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max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 o </a:t>
                </a: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average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) </a:t>
                </a: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pooling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 : se elige el tamaño del output.</a:t>
                </a:r>
              </a:p>
              <a:p>
                <a:pPr marL="215900" marR="0" lvl="0" indent="-360000" algn="l" rtl="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SzPts val="2000"/>
                  <a:buFont typeface="Arial"/>
                  <a:buChar char="•"/>
                </a:pP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Global </a:t>
                </a: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average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 </a:t>
                </a: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pooling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: valor medio total, salida 1x1.</a:t>
                </a:r>
              </a:p>
              <a:p>
                <a:pPr marL="215900" marR="0" lvl="0" indent="-360000" algn="l" rtl="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SzPts val="2000"/>
                  <a:buFont typeface="Arial"/>
                  <a:buChar char="•"/>
                </a:pP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Fractional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 </a:t>
                </a: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max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 </a:t>
                </a: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pooling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: valor máximo, salida configurable.</a:t>
                </a:r>
              </a:p>
              <a:p>
                <a:pPr marL="215900" lvl="0" indent="-360000">
                  <a:lnSpc>
                    <a:spcPct val="150000"/>
                  </a:lnSpc>
                  <a:buSzPts val="2000"/>
                  <a:buFont typeface="Arial"/>
                  <a:buChar char="•"/>
                </a:pP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Lp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 </a:t>
                </a: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pooling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: norma p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ES" sz="2000" b="0" i="1" smtClean="0">
                        <a:latin typeface="Cambria Math" panose="02040503050406030204" pitchFamily="18" charset="0"/>
                        <a:ea typeface="Twentieth Century"/>
                        <a:cs typeface="Twentieth Century"/>
                        <a:sym typeface="Twentieth Century"/>
                      </a:rPr>
                      <m:t>a</m:t>
                    </m:r>
                    <m:r>
                      <a:rPr lang="es-ES" sz="2000" b="0" i="1" smtClean="0">
                        <a:latin typeface="Cambria Math" panose="02040503050406030204" pitchFamily="18" charset="0"/>
                        <a:ea typeface="Twentieth Century"/>
                        <a:cs typeface="Twentieth Century"/>
                        <a:sym typeface="Twentieth Century"/>
                      </a:rPr>
                      <m:t>=</m:t>
                    </m:r>
                    <m:rad>
                      <m:radPr>
                        <m:ctrlPr>
                          <a:rPr lang="es-ES" sz="2000" b="0" i="1" smtClean="0">
                            <a:latin typeface="Cambria Math" panose="02040503050406030204" pitchFamily="18" charset="0"/>
                            <a:sym typeface="Twentieth Century"/>
                          </a:rPr>
                        </m:ctrlPr>
                      </m:radPr>
                      <m:deg>
                        <m:r>
                          <m:rPr>
                            <m:sty m:val="p"/>
                            <m:brk m:alnAt="7"/>
                          </m:rPr>
                          <a:rPr lang="es-ES" sz="2000" b="0" i="1" smtClean="0">
                            <a:latin typeface="Cambria Math" panose="02040503050406030204" pitchFamily="18" charset="0"/>
                            <a:sym typeface="Twentieth Century"/>
                          </a:rPr>
                          <m:t>p</m:t>
                        </m:r>
                      </m:deg>
                      <m:e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es-ES" sz="2000" b="0" i="1" smtClean="0">
                                <a:latin typeface="Cambria Math" panose="02040503050406030204" pitchFamily="18" charset="0"/>
                                <a:sym typeface="Twentieth Century"/>
                              </a:rPr>
                            </m:ctrlPr>
                          </m:naryPr>
                          <m:sub/>
                          <m:sup/>
                          <m:e>
                            <m:sSup>
                              <m:sSupPr>
                                <m:ctrlPr>
                                  <a:rPr lang="es-ES" sz="2000" b="0" i="1" smtClean="0">
                                    <a:latin typeface="Cambria Math" panose="02040503050406030204" pitchFamily="18" charset="0"/>
                                    <a:sym typeface="Twentieth Century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s-ES" sz="2000" b="0" i="1" smtClean="0">
                                        <a:latin typeface="Cambria Math" panose="02040503050406030204" pitchFamily="18" charset="0"/>
                                        <a:sym typeface="Twentieth Century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s-ES" sz="2000" b="0" i="1" smtClean="0">
                                        <a:latin typeface="Cambria Math" panose="02040503050406030204" pitchFamily="18" charset="0"/>
                                        <a:sym typeface="Twentieth Century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s-ES" sz="2000" b="0" i="1" smtClean="0">
                                        <a:latin typeface="Cambria Math" panose="02040503050406030204" pitchFamily="18" charset="0"/>
                                        <a:sym typeface="Twentieth Century"/>
                                      </a:rPr>
                                      <m:t>i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s-ES" sz="2000" b="0" i="1" smtClean="0">
                                    <a:latin typeface="Cambria Math" panose="02040503050406030204" pitchFamily="18" charset="0"/>
                                    <a:sym typeface="Twentieth Century"/>
                                  </a:rPr>
                                  <m:t>p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 del área del </a:t>
                </a: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kernel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.</a:t>
                </a:r>
                <a:endParaRPr sz="2000" dirty="0"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</mc:Choice>
        <mc:Fallback xmlns="">
          <p:sp>
            <p:nvSpPr>
              <p:cNvPr id="3" name="Google Shape;369;p40">
                <a:extLst>
                  <a:ext uri="{FF2B5EF4-FFF2-40B4-BE49-F238E27FC236}">
                    <a16:creationId xmlns:a16="http://schemas.microsoft.com/office/drawing/2014/main" id="{8C348C77-8928-9D8D-EB2C-D204565D4F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999" y="1375191"/>
                <a:ext cx="8010143" cy="3273009"/>
              </a:xfrm>
              <a:prstGeom prst="rect">
                <a:avLst/>
              </a:prstGeom>
              <a:blipFill>
                <a:blip r:embed="rId4"/>
                <a:stretch>
                  <a:fillRect l="-913" b="-949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>
          <a:extLst>
            <a:ext uri="{FF2B5EF4-FFF2-40B4-BE49-F238E27FC236}">
              <a16:creationId xmlns:a16="http://schemas.microsoft.com/office/drawing/2014/main" id="{AF134A7A-930D-ABAA-5EEE-C17D5D785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42">
            <a:extLst>
              <a:ext uri="{FF2B5EF4-FFF2-40B4-BE49-F238E27FC236}">
                <a16:creationId xmlns:a16="http://schemas.microsoft.com/office/drawing/2014/main" id="{AF99B03E-F9AF-6DB8-4035-43611C7BB3F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42">
            <a:extLst>
              <a:ext uri="{FF2B5EF4-FFF2-40B4-BE49-F238E27FC236}">
                <a16:creationId xmlns:a16="http://schemas.microsoft.com/office/drawing/2014/main" id="{2ED9E927-75F7-7F1B-307D-26342950F0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 dirty="0">
                <a:latin typeface="Arial"/>
                <a:ea typeface="Arial"/>
                <a:cs typeface="Arial"/>
                <a:sym typeface="Arial"/>
              </a:rPr>
              <a:t>Redes Neuronales Convolucionales - capa MaxPoll2d</a:t>
            </a:r>
            <a:endParaRPr sz="112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0301CE-5D94-FE42-39E4-E0FF852A96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946" y="747189"/>
            <a:ext cx="7602842" cy="1114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E1D6C3B-37AC-D264-8155-B9DB5FEC2A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946" y="1895250"/>
            <a:ext cx="6343783" cy="196080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28C7F61-B6C1-1274-013E-ACE4FE3D95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946" y="4188117"/>
            <a:ext cx="7470318" cy="858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4524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43"/>
          <p:cNvSpPr/>
          <p:nvPr/>
        </p:nvSpPr>
        <p:spPr>
          <a:xfrm>
            <a:off x="601036" y="1123883"/>
            <a:ext cx="7876615" cy="2008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15900" algn="l" rtl="0"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•"/>
            </a:pPr>
            <a:r>
              <a:rPr lang="en" sz="1800" dirty="0">
                <a:latin typeface="Twentieth Century"/>
                <a:ea typeface="Twentieth Century"/>
                <a:cs typeface="Twentieth Century"/>
                <a:sym typeface="Twentieth Century"/>
              </a:rPr>
              <a:t>Reducción de dimensión (resumen estadístico de la entrada)</a:t>
            </a:r>
            <a:endParaRPr sz="1100" dirty="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dirty="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159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Font typeface="Arial"/>
              <a:buChar char="•"/>
            </a:pPr>
            <a:r>
              <a:rPr lang="en" sz="18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Translation </a:t>
            </a:r>
            <a:r>
              <a:rPr lang="en" sz="18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invariant </a:t>
            </a:r>
            <a:r>
              <a:rPr lang="en" sz="18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8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18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invariancia al desplazamiento.</a:t>
            </a:r>
            <a:endParaRPr sz="1100" dirty="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15900" algn="l" rtl="0"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•"/>
            </a:pPr>
            <a:r>
              <a:rPr lang="en" sz="1800" b="1" dirty="0">
                <a:latin typeface="Twentieth Century"/>
                <a:ea typeface="Twentieth Century"/>
                <a:cs typeface="Twentieth Century"/>
                <a:sym typeface="Twentieth Century"/>
              </a:rPr>
              <a:t>Permite lograr una detección que no depende de la posición (es invariante a la posición de dicho feature)</a:t>
            </a:r>
            <a:endParaRPr sz="1800" b="1"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94" name="Google Shape;394;p43"/>
          <p:cNvSpPr txBox="1"/>
          <p:nvPr/>
        </p:nvSpPr>
        <p:spPr>
          <a:xfrm>
            <a:off x="-152399" y="792487"/>
            <a:ext cx="9180284" cy="331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¿Qué ventaja gano haciendo pooling?</a:t>
            </a:r>
            <a:endParaRPr sz="1100"/>
          </a:p>
        </p:txBody>
      </p:sp>
      <p:pic>
        <p:nvPicPr>
          <p:cNvPr id="395" name="Google Shape;395;p4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6224" y="3389198"/>
            <a:ext cx="3843338" cy="1614488"/>
          </a:xfrm>
          <a:prstGeom prst="rect">
            <a:avLst/>
          </a:prstGeom>
          <a:noFill/>
          <a:ln>
            <a:noFill/>
          </a:ln>
        </p:spPr>
      </p:pic>
      <p:pic>
        <p:nvPicPr>
          <p:cNvPr id="396" name="Google Shape;396;p4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916848" y="3389198"/>
            <a:ext cx="4111037" cy="1614488"/>
          </a:xfrm>
          <a:prstGeom prst="rect">
            <a:avLst/>
          </a:prstGeom>
          <a:noFill/>
          <a:ln>
            <a:noFill/>
          </a:ln>
        </p:spPr>
      </p:pic>
      <p:sp>
        <p:nvSpPr>
          <p:cNvPr id="397" name="Google Shape;397;p43"/>
          <p:cNvSpPr/>
          <p:nvPr/>
        </p:nvSpPr>
        <p:spPr>
          <a:xfrm>
            <a:off x="4192073" y="4568780"/>
            <a:ext cx="656822" cy="280115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C000"/>
          </a:solidFill>
          <a:ln w="158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98" name="Google Shape;398;p43"/>
          <p:cNvSpPr/>
          <p:nvPr/>
        </p:nvSpPr>
        <p:spPr>
          <a:xfrm>
            <a:off x="4127514" y="4196442"/>
            <a:ext cx="3640943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Twentieth Century"/>
                <a:ea typeface="Twentieth Century"/>
                <a:cs typeface="Twentieth Century"/>
                <a:sym typeface="Twentieth Century"/>
              </a:rPr>
              <a:t>shift X</a:t>
            </a:r>
            <a:endParaRPr sz="1800" b="1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399" name="Google Shape;399;p4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43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Capa de pooling</a:t>
            </a:r>
            <a:endParaRPr sz="112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44"/>
          <p:cNvSpPr txBox="1"/>
          <p:nvPr/>
        </p:nvSpPr>
        <p:spPr>
          <a:xfrm>
            <a:off x="-152399" y="792487"/>
            <a:ext cx="9180284" cy="331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Translational invariance</a:t>
            </a: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406" name="Google Shape;406;p4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0686" y="1662001"/>
            <a:ext cx="7442626" cy="2134998"/>
          </a:xfrm>
          <a:prstGeom prst="rect">
            <a:avLst/>
          </a:prstGeom>
          <a:noFill/>
          <a:ln>
            <a:noFill/>
          </a:ln>
        </p:spPr>
      </p:pic>
      <p:sp>
        <p:nvSpPr>
          <p:cNvPr id="407" name="Google Shape;407;p44"/>
          <p:cNvSpPr/>
          <p:nvPr/>
        </p:nvSpPr>
        <p:spPr>
          <a:xfrm>
            <a:off x="1989504" y="4011333"/>
            <a:ext cx="45720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Twentieth Century"/>
                <a:ea typeface="Twentieth Century"/>
                <a:cs typeface="Twentieth Century"/>
                <a:sym typeface="Twentieth Century"/>
              </a:rPr>
              <a:t>https://kamathhrishi.github.io/MyWebsite/jekyll/update/2022/06/10/modelvsdataml.html</a:t>
            </a:r>
            <a:endParaRPr sz="1300"/>
          </a:p>
        </p:txBody>
      </p:sp>
      <p:pic>
        <p:nvPicPr>
          <p:cNvPr id="408" name="Google Shape;408;p4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44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Capa de pooling</a:t>
            </a:r>
            <a:endParaRPr sz="112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45"/>
          <p:cNvSpPr txBox="1"/>
          <p:nvPr/>
        </p:nvSpPr>
        <p:spPr>
          <a:xfrm>
            <a:off x="-152399" y="792487"/>
            <a:ext cx="9180284" cy="331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Translational invariance…. ¿?</a:t>
            </a:r>
            <a:endParaRPr sz="1100"/>
          </a:p>
        </p:txBody>
      </p:sp>
      <p:sp>
        <p:nvSpPr>
          <p:cNvPr id="415" name="Google Shape;415;p45"/>
          <p:cNvSpPr/>
          <p:nvPr/>
        </p:nvSpPr>
        <p:spPr>
          <a:xfrm>
            <a:off x="499432" y="1606900"/>
            <a:ext cx="2139300" cy="20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latin typeface="Twentieth Century"/>
                <a:ea typeface="Twentieth Century"/>
                <a:cs typeface="Twentieth Century"/>
                <a:sym typeface="Twentieth Century"/>
              </a:rPr>
              <a:t>Una cara tiene:</a:t>
            </a:r>
            <a:endParaRPr sz="13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latin typeface="Twentieth Century"/>
                <a:ea typeface="Twentieth Century"/>
                <a:cs typeface="Twentieth Century"/>
                <a:sym typeface="Twentieth Century"/>
              </a:rPr>
              <a:t>	- 2 ojos</a:t>
            </a:r>
            <a:endParaRPr sz="13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latin typeface="Twentieth Century"/>
                <a:ea typeface="Twentieth Century"/>
                <a:cs typeface="Twentieth Century"/>
                <a:sym typeface="Twentieth Century"/>
              </a:rPr>
              <a:t>	- 1 nariz</a:t>
            </a:r>
            <a:endParaRPr sz="13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latin typeface="Twentieth Century"/>
                <a:ea typeface="Twentieth Century"/>
                <a:cs typeface="Twentieth Century"/>
                <a:sym typeface="Twentieth Century"/>
              </a:rPr>
              <a:t>	- 1 boca</a:t>
            </a:r>
            <a:endParaRPr sz="13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latin typeface="Twentieth Century"/>
                <a:ea typeface="Twentieth Century"/>
                <a:cs typeface="Twentieth Century"/>
                <a:sym typeface="Twentieth Century"/>
              </a:rPr>
              <a:t>	- 2 orejas</a:t>
            </a:r>
            <a:endParaRPr sz="13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latin typeface="Twentieth Century"/>
                <a:ea typeface="Twentieth Century"/>
                <a:cs typeface="Twentieth Century"/>
                <a:sym typeface="Twentieth Century"/>
              </a:rPr>
              <a:t>… ¿correcto?</a:t>
            </a:r>
            <a:endParaRPr sz="1300" dirty="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000"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416" name="Google Shape;416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88614" y="1342320"/>
            <a:ext cx="5454319" cy="3344123"/>
          </a:xfrm>
          <a:prstGeom prst="rect">
            <a:avLst/>
          </a:prstGeom>
          <a:noFill/>
          <a:ln>
            <a:noFill/>
          </a:ln>
        </p:spPr>
      </p:pic>
      <p:sp>
        <p:nvSpPr>
          <p:cNvPr id="417" name="Google Shape;417;p45"/>
          <p:cNvSpPr/>
          <p:nvPr/>
        </p:nvSpPr>
        <p:spPr>
          <a:xfrm>
            <a:off x="309550" y="4581054"/>
            <a:ext cx="72585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latin typeface="Twentieth Century"/>
                <a:ea typeface="Twentieth Century"/>
                <a:cs typeface="Twentieth Century"/>
                <a:sym typeface="Twentieth Century"/>
              </a:rPr>
              <a:t>https://divsoni2012.medium.com/translation-invariance-in-convolutional-neural-networks-61d9b6fa03df</a:t>
            </a:r>
            <a:endParaRPr sz="1300" dirty="0"/>
          </a:p>
        </p:txBody>
      </p:sp>
      <p:pic>
        <p:nvPicPr>
          <p:cNvPr id="418" name="Google Shape;418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419" name="Google Shape;419;p45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Capa de pooling</a:t>
            </a:r>
            <a:endParaRPr sz="112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5" name="Google Shape;42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2024" y="1392565"/>
            <a:ext cx="5897588" cy="3536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6" name="Google Shape;426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427" name="Google Shape;427;p46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Capa de pooling</a:t>
            </a:r>
            <a:endParaRPr sz="1120"/>
          </a:p>
        </p:txBody>
      </p:sp>
      <p:sp>
        <p:nvSpPr>
          <p:cNvPr id="2" name="Google Shape;424;p46">
            <a:extLst>
              <a:ext uri="{FF2B5EF4-FFF2-40B4-BE49-F238E27FC236}">
                <a16:creationId xmlns:a16="http://schemas.microsoft.com/office/drawing/2014/main" id="{64B58A87-8C72-32A0-6E49-FAFCDC257E4A}"/>
              </a:ext>
            </a:extLst>
          </p:cNvPr>
          <p:cNvSpPr txBox="1"/>
          <p:nvPr/>
        </p:nvSpPr>
        <p:spPr>
          <a:xfrm>
            <a:off x="6311222" y="1217265"/>
            <a:ext cx="2832778" cy="13544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s-AR" sz="24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</a:t>
            </a:r>
            <a:r>
              <a:rPr lang="en" sz="24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olling over channels!</a:t>
            </a: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endParaRPr lang="en" sz="24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s-AR" sz="24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</a:t>
            </a:r>
            <a:r>
              <a:rPr lang="en" sz="24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ibreria -&gt; einops</a:t>
            </a:r>
            <a:endParaRPr sz="24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318A74-A79B-5253-5DAE-D2DC094A1B33}"/>
              </a:ext>
            </a:extLst>
          </p:cNvPr>
          <p:cNvSpPr txBox="1"/>
          <p:nvPr/>
        </p:nvSpPr>
        <p:spPr>
          <a:xfrm>
            <a:off x="6239612" y="2832105"/>
            <a:ext cx="268113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dirty="0">
                <a:hlinkClick r:id="rId5"/>
              </a:rPr>
              <a:t>https://stackoverflow.com/questions/46562612/pytorch-maxpooling-over-channels-dimension</a:t>
            </a:r>
            <a:endParaRPr lang="es-AR" dirty="0"/>
          </a:p>
          <a:p>
            <a:endParaRPr lang="es-AR" dirty="0"/>
          </a:p>
        </p:txBody>
      </p:sp>
      <p:sp>
        <p:nvSpPr>
          <p:cNvPr id="424" name="Google Shape;424;p46"/>
          <p:cNvSpPr txBox="1"/>
          <p:nvPr/>
        </p:nvSpPr>
        <p:spPr>
          <a:xfrm>
            <a:off x="942678" y="885868"/>
            <a:ext cx="4329629" cy="331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rotational invariance</a:t>
            </a:r>
            <a:endParaRPr sz="24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48"/>
          <p:cNvSpPr txBox="1"/>
          <p:nvPr/>
        </p:nvSpPr>
        <p:spPr>
          <a:xfrm>
            <a:off x="-152399" y="52407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RESUMEN MODULO DE CNN</a:t>
            </a:r>
            <a:endParaRPr sz="1100"/>
          </a:p>
        </p:txBody>
      </p:sp>
      <p:pic>
        <p:nvPicPr>
          <p:cNvPr id="441" name="Google Shape;441;p48"/>
          <p:cNvPicPr preferRelativeResize="0"/>
          <p:nvPr/>
        </p:nvPicPr>
        <p:blipFill rotWithShape="1">
          <a:blip r:embed="rId3">
            <a:alphaModFix/>
          </a:blip>
          <a:srcRect t="22374" b="12241"/>
          <a:stretch/>
        </p:blipFill>
        <p:spPr>
          <a:xfrm>
            <a:off x="254818" y="1055654"/>
            <a:ext cx="3297648" cy="3900567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42" name="Google Shape;442;p48"/>
          <p:cNvGraphicFramePr/>
          <p:nvPr/>
        </p:nvGraphicFramePr>
        <p:xfrm>
          <a:off x="3867494" y="743755"/>
          <a:ext cx="5021700" cy="3982570"/>
        </p:xfrm>
        <a:graphic>
          <a:graphicData uri="http://schemas.openxmlformats.org/drawingml/2006/table">
            <a:tbl>
              <a:tblPr firstRow="1" bandRow="1">
                <a:noFill/>
                <a:tableStyleId>{785B5045-CBB6-46CF-AA46-B7B1FD946A01}</a:tableStyleId>
              </a:tblPr>
              <a:tblGrid>
                <a:gridCol w="2510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0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12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u="none" strike="noStrike" cap="none"/>
                        <a:t>Hiper parámetros </a:t>
                      </a:r>
                      <a:endParaRPr sz="110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/>
                        <a:t>(se eligen)</a:t>
                      </a:r>
                      <a:endParaRPr sz="18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/>
                        <a:t>Parametros </a:t>
                      </a:r>
                      <a:endParaRPr sz="110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/>
                        <a:t>(se entrenan)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99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</a:rPr>
                        <a:t>Pooling func</a:t>
                      </a:r>
                      <a:endParaRPr sz="1800">
                        <a:solidFill>
                          <a:srgbClr val="00000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</a:rPr>
                        <a:t>Kernel size</a:t>
                      </a:r>
                      <a:endParaRPr sz="1800">
                        <a:solidFill>
                          <a:srgbClr val="00000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</a:rPr>
                        <a:t>stride</a:t>
                      </a:r>
                      <a:endParaRPr sz="1800">
                        <a:solidFill>
                          <a:srgbClr val="000000"/>
                        </a:solidFill>
                      </a:endParaRPr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</a:rPr>
                        <a:t>ninguno</a:t>
                      </a:r>
                      <a:endParaRPr sz="1100">
                        <a:solidFill>
                          <a:srgbClr val="000000"/>
                        </a:solidFill>
                      </a:endParaRPr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9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</a:rPr>
                        <a:t>Function</a:t>
                      </a:r>
                      <a:endParaRPr sz="1800">
                        <a:solidFill>
                          <a:srgbClr val="00000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</a:rPr>
                        <a:t>Function param</a:t>
                      </a:r>
                      <a:endParaRPr sz="1800">
                        <a:solidFill>
                          <a:srgbClr val="000000"/>
                        </a:solidFill>
                      </a:endParaRPr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</a:rPr>
                        <a:t>ninguno</a:t>
                      </a:r>
                      <a:endParaRPr sz="1100">
                        <a:solidFill>
                          <a:srgbClr val="000000"/>
                        </a:solidFill>
                      </a:endParaRPr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99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</a:rPr>
                        <a:t>Nro kernel (CH out)</a:t>
                      </a:r>
                      <a:endParaRPr sz="1100">
                        <a:solidFill>
                          <a:srgbClr val="00000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</a:rPr>
                        <a:t>Kernel size</a:t>
                      </a:r>
                      <a:endParaRPr sz="1800">
                        <a:solidFill>
                          <a:srgbClr val="00000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</a:rPr>
                        <a:t>Padding</a:t>
                      </a:r>
                      <a:endParaRPr sz="1800">
                        <a:solidFill>
                          <a:srgbClr val="00000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</a:rPr>
                        <a:t>Stride</a:t>
                      </a:r>
                      <a:endParaRPr sz="1800">
                        <a:solidFill>
                          <a:srgbClr val="000000"/>
                        </a:solidFill>
                      </a:endParaRPr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</a:rPr>
                        <a:t>Nro kernel * (kernel size**2 * CH input +1)</a:t>
                      </a:r>
                      <a:endParaRPr sz="1800">
                        <a:solidFill>
                          <a:srgbClr val="000000"/>
                        </a:solidFill>
                      </a:endParaRPr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43" name="Google Shape;443;p48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Resumen de capas CNN</a:t>
            </a:r>
            <a:endParaRPr sz="1120"/>
          </a:p>
        </p:txBody>
      </p:sp>
      <p:pic>
        <p:nvPicPr>
          <p:cNvPr id="444" name="Google Shape;444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9" name="Google Shape;449;p4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3524" y="2685246"/>
            <a:ext cx="4159586" cy="2313770"/>
          </a:xfrm>
          <a:prstGeom prst="rect">
            <a:avLst/>
          </a:prstGeom>
          <a:noFill/>
          <a:ln>
            <a:noFill/>
          </a:ln>
        </p:spPr>
      </p:pic>
      <p:sp>
        <p:nvSpPr>
          <p:cNvPr id="450" name="Google Shape;450;p49"/>
          <p:cNvSpPr txBox="1"/>
          <p:nvPr/>
        </p:nvSpPr>
        <p:spPr>
          <a:xfrm>
            <a:off x="1792568" y="734095"/>
            <a:ext cx="5483232" cy="1603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Unos minutos de descanso…</a:t>
            </a:r>
            <a:endParaRPr sz="1100"/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coffee / mate / pizza break</a:t>
            </a:r>
            <a:endParaRPr sz="1100"/>
          </a:p>
        </p:txBody>
      </p:sp>
      <p:sp>
        <p:nvSpPr>
          <p:cNvPr id="451" name="Google Shape;451;p49"/>
          <p:cNvSpPr/>
          <p:nvPr/>
        </p:nvSpPr>
        <p:spPr>
          <a:xfrm>
            <a:off x="5161168" y="3616194"/>
            <a:ext cx="3344906" cy="3924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Luego… parte práctica 1</a:t>
            </a:r>
            <a:endParaRPr sz="1100"/>
          </a:p>
        </p:txBody>
      </p:sp>
      <p:sp>
        <p:nvSpPr>
          <p:cNvPr id="452" name="Google Shape;452;p49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Práctica con capas CNN</a:t>
            </a:r>
            <a:endParaRPr sz="1120"/>
          </a:p>
        </p:txBody>
      </p:sp>
      <p:pic>
        <p:nvPicPr>
          <p:cNvPr id="453" name="Google Shape;453;p4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50"/>
          <p:cNvSpPr txBox="1"/>
          <p:nvPr/>
        </p:nvSpPr>
        <p:spPr>
          <a:xfrm>
            <a:off x="2420413" y="1238741"/>
            <a:ext cx="4315200" cy="3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…back-propagation…</a:t>
            </a:r>
            <a:endParaRPr sz="1100"/>
          </a:p>
        </p:txBody>
      </p:sp>
      <p:sp>
        <p:nvSpPr>
          <p:cNvPr id="459" name="Google Shape;459;p50"/>
          <p:cNvSpPr txBox="1"/>
          <p:nvPr/>
        </p:nvSpPr>
        <p:spPr>
          <a:xfrm>
            <a:off x="2420450" y="849583"/>
            <a:ext cx="4315200" cy="3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 ahora….</a:t>
            </a:r>
            <a:endParaRPr sz="1100"/>
          </a:p>
        </p:txBody>
      </p:sp>
      <p:pic>
        <p:nvPicPr>
          <p:cNvPr id="460" name="Google Shape;460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0413" y="1847346"/>
            <a:ext cx="4099657" cy="3143071"/>
          </a:xfrm>
          <a:prstGeom prst="rect">
            <a:avLst/>
          </a:prstGeom>
          <a:noFill/>
          <a:ln>
            <a:noFill/>
          </a:ln>
        </p:spPr>
      </p:pic>
      <p:sp>
        <p:nvSpPr>
          <p:cNvPr id="461" name="Google Shape;461;p50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Back-propagation en CNN</a:t>
            </a:r>
            <a:endParaRPr sz="1120"/>
          </a:p>
        </p:txBody>
      </p:sp>
      <p:pic>
        <p:nvPicPr>
          <p:cNvPr id="462" name="Google Shape;462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51"/>
          <p:cNvSpPr txBox="1"/>
          <p:nvPr/>
        </p:nvSpPr>
        <p:spPr>
          <a:xfrm>
            <a:off x="2215400" y="1072625"/>
            <a:ext cx="4315200" cy="27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Parte práctica 2</a:t>
            </a:r>
            <a:endParaRPr sz="1100"/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Unos minutos de descanso…</a:t>
            </a:r>
            <a:endParaRPr sz="1100"/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coffee / mate / pizza break</a:t>
            </a:r>
            <a:endParaRPr sz="1100"/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68" name="Google Shape;468;p51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Implementación</a:t>
            </a:r>
            <a:endParaRPr sz="1120"/>
          </a:p>
        </p:txBody>
      </p:sp>
      <p:pic>
        <p:nvPicPr>
          <p:cNvPr id="469" name="Google Shape;469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3">
          <a:extLst>
            <a:ext uri="{FF2B5EF4-FFF2-40B4-BE49-F238E27FC236}">
              <a16:creationId xmlns:a16="http://schemas.microsoft.com/office/drawing/2014/main" id="{D9D00BB3-37E3-8552-0F14-D09D9AD09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52">
            <a:extLst>
              <a:ext uri="{FF2B5EF4-FFF2-40B4-BE49-F238E27FC236}">
                <a16:creationId xmlns:a16="http://schemas.microsoft.com/office/drawing/2014/main" id="{69AB7B4F-4D6C-9E6C-1863-3BB96C751E5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 dirty="0">
                <a:latin typeface="Arial"/>
                <a:ea typeface="Arial"/>
                <a:cs typeface="Arial"/>
                <a:sym typeface="Arial"/>
              </a:rPr>
              <a:t>Redes Neuronales Convolucionales – Estudio de hiperparámetros</a:t>
            </a:r>
            <a:endParaRPr sz="1120" dirty="0"/>
          </a:p>
        </p:txBody>
      </p:sp>
      <p:pic>
        <p:nvPicPr>
          <p:cNvPr id="476" name="Google Shape;476;p52">
            <a:extLst>
              <a:ext uri="{FF2B5EF4-FFF2-40B4-BE49-F238E27FC236}">
                <a16:creationId xmlns:a16="http://schemas.microsoft.com/office/drawing/2014/main" id="{1A3F7459-97D5-4E25-8DC5-57BDBE83C7F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A431DAD-D156-26D1-3E59-0189B43C1120}"/>
              </a:ext>
            </a:extLst>
          </p:cNvPr>
          <p:cNvSpPr txBox="1"/>
          <p:nvPr/>
        </p:nvSpPr>
        <p:spPr>
          <a:xfrm>
            <a:off x="6118484" y="1574754"/>
            <a:ext cx="2011991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0" i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Modelo base:</a:t>
            </a:r>
          </a:p>
          <a:p>
            <a:r>
              <a:rPr lang="es-ES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num_conv_blocks</a:t>
            </a:r>
            <a:r>
              <a:rPr lang="es-ES" dirty="0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=3,</a:t>
            </a:r>
          </a:p>
          <a:p>
            <a:r>
              <a:rPr lang="es-ES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channels</a:t>
            </a:r>
            <a:r>
              <a:rPr lang="es-ES" dirty="0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=(8,16,32),  </a:t>
            </a:r>
          </a:p>
          <a:p>
            <a:r>
              <a:rPr lang="es-ES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kernel_size</a:t>
            </a:r>
            <a:r>
              <a:rPr lang="es-ES" dirty="0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=5,  </a:t>
            </a:r>
          </a:p>
          <a:p>
            <a:r>
              <a:rPr lang="es-ES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padding</a:t>
            </a:r>
            <a:r>
              <a:rPr lang="es-ES" dirty="0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="</a:t>
            </a:r>
            <a:r>
              <a:rPr lang="es-ES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same</a:t>
            </a:r>
            <a:r>
              <a:rPr lang="es-ES" dirty="0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", </a:t>
            </a:r>
          </a:p>
          <a:p>
            <a:r>
              <a:rPr lang="es-ES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dropout</a:t>
            </a:r>
            <a:r>
              <a:rPr lang="es-ES" dirty="0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=0.3, </a:t>
            </a:r>
          </a:p>
          <a:p>
            <a:r>
              <a:rPr lang="es-ES" dirty="0">
                <a:solidFill>
                  <a:schemeClr val="bg2">
                    <a:lumMod val="50000"/>
                  </a:schemeClr>
                </a:solidFill>
                <a:latin typeface="-apple-system"/>
              </a:rPr>
              <a:t>Receta:</a:t>
            </a:r>
            <a:endParaRPr lang="es-ES" b="0" i="0" dirty="0">
              <a:solidFill>
                <a:schemeClr val="bg2">
                  <a:lumMod val="50000"/>
                </a:schemeClr>
              </a:solidFill>
              <a:effectLst/>
              <a:latin typeface="-apple-system"/>
            </a:endParaRPr>
          </a:p>
          <a:p>
            <a:r>
              <a:rPr lang="es-ES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epochs</a:t>
            </a:r>
            <a:r>
              <a:rPr lang="es-ES" dirty="0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=20,</a:t>
            </a:r>
          </a:p>
          <a:p>
            <a:r>
              <a:rPr lang="es-ES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batch_size</a:t>
            </a:r>
            <a:r>
              <a:rPr lang="es-ES" dirty="0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=64</a:t>
            </a:r>
            <a:r>
              <a:rPr lang="es-ES" dirty="0">
                <a:solidFill>
                  <a:schemeClr val="accent5">
                    <a:lumMod val="60000"/>
                    <a:lumOff val="40000"/>
                  </a:schemeClr>
                </a:solidFill>
                <a:latin typeface="-apple-system"/>
              </a:rPr>
              <a:t>, </a:t>
            </a:r>
          </a:p>
          <a:p>
            <a:r>
              <a:rPr lang="es-ES" b="0" i="0" dirty="0" err="1"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learning_rate</a:t>
            </a:r>
            <a:r>
              <a:rPr lang="es-ES" b="0" i="0" dirty="0"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=1e</a:t>
            </a:r>
            <a:r>
              <a:rPr lang="es-ES" dirty="0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-</a:t>
            </a:r>
            <a:r>
              <a:rPr lang="es-ES" b="0" i="0" dirty="0"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s-ES" b="0" i="0" dirty="0"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latin typeface="-apple-system"/>
              </a:rPr>
              <a:t>, </a:t>
            </a:r>
            <a:endParaRPr lang="es-ES" dirty="0">
              <a:solidFill>
                <a:schemeClr val="accent5">
                  <a:lumMod val="60000"/>
                  <a:lumOff val="40000"/>
                </a:schemeClr>
              </a:solidFill>
              <a:latin typeface="-apple-system"/>
            </a:endParaRPr>
          </a:p>
          <a:p>
            <a:r>
              <a:rPr lang="es-ES" b="0" i="0" dirty="0" err="1"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optimizer</a:t>
            </a:r>
            <a:r>
              <a:rPr lang="es-ES" b="0" i="0" dirty="0"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=Adam</a:t>
            </a:r>
            <a:r>
              <a:rPr lang="es-ES" b="0" i="0" dirty="0"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latin typeface="-apple-system"/>
              </a:rPr>
              <a:t>, </a:t>
            </a:r>
          </a:p>
          <a:p>
            <a:r>
              <a:rPr lang="es-ES" b="0" i="0" dirty="0" err="1"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patience</a:t>
            </a:r>
            <a:r>
              <a:rPr lang="es-ES" b="0" i="0" dirty="0"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=3</a:t>
            </a:r>
            <a:r>
              <a:rPr lang="es-ES" b="0" i="0" dirty="0"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latin typeface="-apple-system"/>
              </a:rPr>
              <a:t>, </a:t>
            </a:r>
            <a:endParaRPr lang="es-ES" dirty="0">
              <a:solidFill>
                <a:schemeClr val="accent5">
                  <a:lumMod val="60000"/>
                  <a:lumOff val="40000"/>
                </a:schemeClr>
              </a:solidFill>
              <a:latin typeface="-apple-system"/>
            </a:endParaRPr>
          </a:p>
          <a:p>
            <a:r>
              <a:rPr lang="es-ES" b="0" i="0" dirty="0" err="1"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relative_improvement_factor</a:t>
            </a:r>
            <a:r>
              <a:rPr lang="es-ES" b="0" i="0" dirty="0"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=0.01</a:t>
            </a:r>
            <a:r>
              <a:rPr lang="es-ES" b="0" i="0" dirty="0"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latin typeface="-apple-system"/>
              </a:rPr>
              <a:t>.</a:t>
            </a:r>
            <a:endParaRPr lang="es-ES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Google Shape;415;p45">
            <a:extLst>
              <a:ext uri="{FF2B5EF4-FFF2-40B4-BE49-F238E27FC236}">
                <a16:creationId xmlns:a16="http://schemas.microsoft.com/office/drawing/2014/main" id="{61EAA823-AA6C-5769-371B-2884F4A99601}"/>
              </a:ext>
            </a:extLst>
          </p:cNvPr>
          <p:cNvSpPr/>
          <p:nvPr/>
        </p:nvSpPr>
        <p:spPr>
          <a:xfrm>
            <a:off x="502149" y="705011"/>
            <a:ext cx="8280184" cy="7138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sz="2000" dirty="0">
                <a:latin typeface="Twentieth Century"/>
                <a:sym typeface="Twentieth Century"/>
              </a:rPr>
              <a:t>Se parte de un modelo base y se ejecuta un </a:t>
            </a:r>
            <a:r>
              <a:rPr lang="es-AR" sz="2000" dirty="0" err="1">
                <a:latin typeface="Twentieth Century"/>
                <a:sym typeface="Twentieth Century"/>
              </a:rPr>
              <a:t>grid_search</a:t>
            </a:r>
            <a:r>
              <a:rPr lang="es-AR" sz="2000" dirty="0">
                <a:latin typeface="Twentieth Century"/>
                <a:sym typeface="Twentieth Century"/>
              </a:rPr>
              <a:t> de </a:t>
            </a:r>
            <a:r>
              <a:rPr lang="es-AR" sz="2000" dirty="0" err="1">
                <a:latin typeface="Twentieth Century"/>
                <a:sym typeface="Twentieth Century"/>
              </a:rPr>
              <a:t>hiperparámetros</a:t>
            </a:r>
            <a:r>
              <a:rPr lang="es-AR" sz="2000" dirty="0">
                <a:latin typeface="Twentieth Century"/>
                <a:sym typeface="Twentieth Century"/>
              </a:rPr>
              <a:t> para 3 </a:t>
            </a:r>
            <a:r>
              <a:rPr lang="es-AR" sz="2000" dirty="0" err="1">
                <a:latin typeface="Twentieth Century"/>
                <a:sym typeface="Twentieth Century"/>
              </a:rPr>
              <a:t>datasets</a:t>
            </a:r>
            <a:r>
              <a:rPr lang="es-AR" sz="2000" dirty="0">
                <a:latin typeface="Twentieth Century"/>
                <a:sym typeface="Twentieth Century"/>
              </a:rPr>
              <a:t> (MNIST, </a:t>
            </a:r>
            <a:r>
              <a:rPr lang="es-AR" sz="2000" dirty="0" err="1">
                <a:latin typeface="Twentieth Century"/>
                <a:sym typeface="Twentieth Century"/>
              </a:rPr>
              <a:t>FashionMNIST</a:t>
            </a:r>
            <a:r>
              <a:rPr lang="es-AR" sz="2000" dirty="0">
                <a:latin typeface="Twentieth Century"/>
                <a:sym typeface="Twentieth Century"/>
              </a:rPr>
              <a:t> y CIFAR10)</a:t>
            </a:r>
            <a:endParaRPr sz="1300" dirty="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000"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graphicFrame>
        <p:nvGraphicFramePr>
          <p:cNvPr id="8" name="Tabla 7">
            <a:extLst>
              <a:ext uri="{FF2B5EF4-FFF2-40B4-BE49-F238E27FC236}">
                <a16:creationId xmlns:a16="http://schemas.microsoft.com/office/drawing/2014/main" id="{51D966EF-21C3-E89B-1956-B4E89525A3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8197097"/>
              </p:ext>
            </p:extLst>
          </p:nvPr>
        </p:nvGraphicFramePr>
        <p:xfrm>
          <a:off x="69273" y="1527807"/>
          <a:ext cx="6049211" cy="3555867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1112946">
                  <a:extLst>
                    <a:ext uri="{9D8B030D-6E8A-4147-A177-3AD203B41FA5}">
                      <a16:colId xmlns:a16="http://schemas.microsoft.com/office/drawing/2014/main" val="2721348693"/>
                    </a:ext>
                  </a:extLst>
                </a:gridCol>
                <a:gridCol w="1577945">
                  <a:extLst>
                    <a:ext uri="{9D8B030D-6E8A-4147-A177-3AD203B41FA5}">
                      <a16:colId xmlns:a16="http://schemas.microsoft.com/office/drawing/2014/main" val="1871305316"/>
                    </a:ext>
                  </a:extLst>
                </a:gridCol>
                <a:gridCol w="3358320">
                  <a:extLst>
                    <a:ext uri="{9D8B030D-6E8A-4147-A177-3AD203B41FA5}">
                      <a16:colId xmlns:a16="http://schemas.microsoft.com/office/drawing/2014/main" val="2069102594"/>
                    </a:ext>
                  </a:extLst>
                </a:gridCol>
              </a:tblGrid>
              <a:tr h="388591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200" b="1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Experimento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200" b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Qué se varía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200" b="1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Valores / rango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4173143"/>
                  </a:ext>
                </a:extLst>
              </a:tr>
              <a:tr h="20412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exp_1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kernel_size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[3, 5, 7, 9]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7674615"/>
                  </a:ext>
                </a:extLst>
              </a:tr>
              <a:tr h="757517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exp_2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 err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num_conv_blocks</a:t>
                      </a:r>
                      <a:endParaRPr lang="es-ES" sz="1200" dirty="0"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</a:endParaRPr>
                    </a:p>
                    <a:p>
                      <a:pPr fontAlgn="t">
                        <a:buNone/>
                      </a:pPr>
                      <a:r>
                        <a:rPr lang="es-ES" sz="1200" dirty="0" err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channels</a:t>
                      </a: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 </a:t>
                      </a:r>
                      <a:r>
                        <a:rPr lang="es-ES" sz="1200" b="0" u="none" strike="noStrike" cap="none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sym typeface="Arial"/>
                        </a:rPr>
                        <a:t>asociados</a:t>
                      </a:r>
                      <a:endParaRPr lang="es-ES" sz="1200" b="0" i="0" u="none" strike="noStrike" cap="none" dirty="0"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[2, 3, 4]</a:t>
                      </a:r>
                    </a:p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2 -&gt; (8,16), </a:t>
                      </a:r>
                    </a:p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3 -&gt; (8,16,32), </a:t>
                      </a:r>
                    </a:p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4 -&gt; (8,16,32,64)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6946859"/>
                  </a:ext>
                </a:extLst>
              </a:tr>
              <a:tr h="388645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exp_3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 err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channels</a:t>
                      </a:r>
                      <a:endParaRPr lang="es-ES" sz="1200" dirty="0"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</a:endParaRP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[(8,16,32), (16,16,16), (16,32,64)]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8580091"/>
                  </a:ext>
                </a:extLst>
              </a:tr>
              <a:tr h="410479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exp_4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 err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padding</a:t>
                      </a:r>
                      <a:endParaRPr lang="es-ES" sz="1200" dirty="0"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</a:endParaRPr>
                    </a:p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arquitectura fija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[0, 1, 2]</a:t>
                      </a:r>
                    </a:p>
                    <a:p>
                      <a:pPr fontAlgn="t">
                        <a:buNone/>
                      </a:pPr>
                      <a:r>
                        <a:rPr lang="fr-FR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2 bloques, channels=(8,16), </a:t>
                      </a:r>
                      <a:r>
                        <a:rPr lang="fr-FR" sz="1200" dirty="0" err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kernel_size</a:t>
                      </a:r>
                      <a:r>
                        <a:rPr lang="fr-FR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=5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6687676"/>
                  </a:ext>
                </a:extLst>
              </a:tr>
              <a:tr h="20412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exp_5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 err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batch_size</a:t>
                      </a:r>
                      <a:endParaRPr lang="es-ES" sz="1200" dirty="0"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</a:endParaRP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[32, 64, 128]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5339550"/>
                  </a:ext>
                </a:extLst>
              </a:tr>
              <a:tr h="20412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exp_6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 err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learning_rate</a:t>
                      </a:r>
                      <a:endParaRPr lang="es-ES" sz="1200" dirty="0"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</a:endParaRP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[1e-4, 5e-4, 1e-3]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0739740"/>
                  </a:ext>
                </a:extLst>
              </a:tr>
              <a:tr h="205239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exp_7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 err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momentum</a:t>
                      </a: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 en SGD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it-IT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[0.0, 0.5, 0.9] con lr=1e-2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2192340"/>
                  </a:ext>
                </a:extLst>
              </a:tr>
              <a:tr h="205239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exp_8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 err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dropout</a:t>
                      </a:r>
                      <a:endParaRPr lang="es-ES" sz="1200" dirty="0"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</a:endParaRP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[0.0, 0.2, 0.3, 0.5, 0.7]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733184"/>
                  </a:ext>
                </a:extLst>
              </a:tr>
              <a:tr h="587773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exp_9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data </a:t>
                      </a:r>
                      <a:r>
                        <a:rPr lang="es-ES" sz="1200" dirty="0" err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augmentation</a:t>
                      </a:r>
                      <a:endParaRPr lang="es-ES" sz="1200" dirty="0"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</a:endParaRPr>
                    </a:p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arquitectura fija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[False, True]</a:t>
                      </a:r>
                    </a:p>
                    <a:p>
                      <a:pPr fontAlgn="t">
                        <a:buNone/>
                      </a:pPr>
                      <a:r>
                        <a:rPr lang="en-U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4 </a:t>
                      </a:r>
                      <a:r>
                        <a:rPr lang="en-US" sz="1200" dirty="0" err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bloques</a:t>
                      </a:r>
                      <a:r>
                        <a:rPr lang="en-U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, channels=(16,32,64,128), </a:t>
                      </a:r>
                    </a:p>
                    <a:p>
                      <a:pPr fontAlgn="t">
                        <a:buNone/>
                      </a:pPr>
                      <a:r>
                        <a:rPr lang="en-US" sz="1200" dirty="0" err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kernel_size</a:t>
                      </a:r>
                      <a:r>
                        <a:rPr lang="en-U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=9, padding="same"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3448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9002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3">
          <a:extLst>
            <a:ext uri="{FF2B5EF4-FFF2-40B4-BE49-F238E27FC236}">
              <a16:creationId xmlns:a16="http://schemas.microsoft.com/office/drawing/2014/main" id="{0B35A50A-8989-885B-16CC-116A8CD4A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52">
            <a:extLst>
              <a:ext uri="{FF2B5EF4-FFF2-40B4-BE49-F238E27FC236}">
                <a16:creationId xmlns:a16="http://schemas.microsoft.com/office/drawing/2014/main" id="{A90FC292-B80A-12BC-EBEF-152640F2B4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 dirty="0">
                <a:latin typeface="Arial"/>
                <a:ea typeface="Arial"/>
                <a:cs typeface="Arial"/>
                <a:sym typeface="Arial"/>
              </a:rPr>
              <a:t>Redes Neuronales Convolucionales – Estudio de hiperparámetros</a:t>
            </a:r>
            <a:endParaRPr sz="1120" dirty="0"/>
          </a:p>
        </p:txBody>
      </p:sp>
      <p:pic>
        <p:nvPicPr>
          <p:cNvPr id="476" name="Google Shape;476;p52">
            <a:extLst>
              <a:ext uri="{FF2B5EF4-FFF2-40B4-BE49-F238E27FC236}">
                <a16:creationId xmlns:a16="http://schemas.microsoft.com/office/drawing/2014/main" id="{3A5C906C-7487-A09A-EFAD-180E9B532A1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CDB6D46C-963C-75F5-AC11-8221F0A5B42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0"/>
          <a:stretch>
            <a:fillRect/>
          </a:stretch>
        </p:blipFill>
        <p:spPr>
          <a:xfrm>
            <a:off x="6009047" y="1595914"/>
            <a:ext cx="3060000" cy="214669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F9E70A01-F1B0-7641-D6F2-62399990307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0000"/>
          <a:stretch>
            <a:fillRect/>
          </a:stretch>
        </p:blipFill>
        <p:spPr>
          <a:xfrm>
            <a:off x="3003081" y="1595914"/>
            <a:ext cx="3060000" cy="2146698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41E99F00-810E-F947-8680-58BB2437A9C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0000"/>
          <a:stretch>
            <a:fillRect/>
          </a:stretch>
        </p:blipFill>
        <p:spPr>
          <a:xfrm>
            <a:off x="20921" y="1595914"/>
            <a:ext cx="3060000" cy="2146698"/>
          </a:xfrm>
          <a:prstGeom prst="rect">
            <a:avLst/>
          </a:prstGeom>
        </p:spPr>
      </p:pic>
      <p:graphicFrame>
        <p:nvGraphicFramePr>
          <p:cNvPr id="8" name="Tabla 7">
            <a:extLst>
              <a:ext uri="{FF2B5EF4-FFF2-40B4-BE49-F238E27FC236}">
                <a16:creationId xmlns:a16="http://schemas.microsoft.com/office/drawing/2014/main" id="{FC64D9A9-449F-5999-8D49-5720D577F2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0338895"/>
              </p:ext>
            </p:extLst>
          </p:nvPr>
        </p:nvGraphicFramePr>
        <p:xfrm>
          <a:off x="2293413" y="856330"/>
          <a:ext cx="5098932" cy="202376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749932">
                  <a:extLst>
                    <a:ext uri="{9D8B030D-6E8A-4147-A177-3AD203B41FA5}">
                      <a16:colId xmlns:a16="http://schemas.microsoft.com/office/drawing/2014/main" val="3861916701"/>
                    </a:ext>
                  </a:extLst>
                </a:gridCol>
                <a:gridCol w="1354607">
                  <a:extLst>
                    <a:ext uri="{9D8B030D-6E8A-4147-A177-3AD203B41FA5}">
                      <a16:colId xmlns:a16="http://schemas.microsoft.com/office/drawing/2014/main" val="632309674"/>
                    </a:ext>
                  </a:extLst>
                </a:gridCol>
                <a:gridCol w="2994393">
                  <a:extLst>
                    <a:ext uri="{9D8B030D-6E8A-4147-A177-3AD203B41FA5}">
                      <a16:colId xmlns:a16="http://schemas.microsoft.com/office/drawing/2014/main" val="2919683060"/>
                    </a:ext>
                  </a:extLst>
                </a:gridCol>
              </a:tblGrid>
              <a:tr h="12867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exp_1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kernel_size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[3, 5, 7, 9]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77873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96667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3">
          <a:extLst>
            <a:ext uri="{FF2B5EF4-FFF2-40B4-BE49-F238E27FC236}">
              <a16:creationId xmlns:a16="http://schemas.microsoft.com/office/drawing/2014/main" id="{AE2F1AD4-C5F7-19C4-A09F-109CE35FB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52">
            <a:extLst>
              <a:ext uri="{FF2B5EF4-FFF2-40B4-BE49-F238E27FC236}">
                <a16:creationId xmlns:a16="http://schemas.microsoft.com/office/drawing/2014/main" id="{CE5B85B3-DB97-FD49-D38B-18D9AC2918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 dirty="0">
                <a:latin typeface="Arial"/>
                <a:ea typeface="Arial"/>
                <a:cs typeface="Arial"/>
                <a:sym typeface="Arial"/>
              </a:rPr>
              <a:t>Redes Neuronales Convolucionales – Estudio de hiperparámetros</a:t>
            </a:r>
            <a:endParaRPr sz="1120" dirty="0"/>
          </a:p>
        </p:txBody>
      </p:sp>
      <p:pic>
        <p:nvPicPr>
          <p:cNvPr id="476" name="Google Shape;476;p52">
            <a:extLst>
              <a:ext uri="{FF2B5EF4-FFF2-40B4-BE49-F238E27FC236}">
                <a16:creationId xmlns:a16="http://schemas.microsoft.com/office/drawing/2014/main" id="{9834E0A7-C38A-0B8D-FD61-14616AB0BA4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D96F658B-690A-4BAF-F6F4-B41FADFDA83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0"/>
          <a:stretch>
            <a:fillRect/>
          </a:stretch>
        </p:blipFill>
        <p:spPr>
          <a:xfrm>
            <a:off x="6033300" y="1744823"/>
            <a:ext cx="3060000" cy="2146698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8D4F0AF3-5823-DA91-F25D-FC8FF8ED424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0000"/>
          <a:stretch>
            <a:fillRect/>
          </a:stretch>
        </p:blipFill>
        <p:spPr>
          <a:xfrm>
            <a:off x="2973300" y="1744823"/>
            <a:ext cx="3060000" cy="2146698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7B4D2BAF-BACF-8FD4-BE44-F035508B1D1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0000"/>
          <a:stretch>
            <a:fillRect/>
          </a:stretch>
        </p:blipFill>
        <p:spPr>
          <a:xfrm>
            <a:off x="0" y="1744823"/>
            <a:ext cx="3060000" cy="2146698"/>
          </a:xfrm>
          <a:prstGeom prst="rect">
            <a:avLst/>
          </a:prstGeom>
        </p:spPr>
      </p:pic>
      <p:graphicFrame>
        <p:nvGraphicFramePr>
          <p:cNvPr id="11" name="Tabla 10">
            <a:extLst>
              <a:ext uri="{FF2B5EF4-FFF2-40B4-BE49-F238E27FC236}">
                <a16:creationId xmlns:a16="http://schemas.microsoft.com/office/drawing/2014/main" id="{FF8DCE33-5269-DCA3-F381-7A7A689A01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407355"/>
              </p:ext>
            </p:extLst>
          </p:nvPr>
        </p:nvGraphicFramePr>
        <p:xfrm>
          <a:off x="1957984" y="862906"/>
          <a:ext cx="5098932" cy="751016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749932">
                  <a:extLst>
                    <a:ext uri="{9D8B030D-6E8A-4147-A177-3AD203B41FA5}">
                      <a16:colId xmlns:a16="http://schemas.microsoft.com/office/drawing/2014/main" val="3781040990"/>
                    </a:ext>
                  </a:extLst>
                </a:gridCol>
                <a:gridCol w="1354607">
                  <a:extLst>
                    <a:ext uri="{9D8B030D-6E8A-4147-A177-3AD203B41FA5}">
                      <a16:colId xmlns:a16="http://schemas.microsoft.com/office/drawing/2014/main" val="4029623979"/>
                    </a:ext>
                  </a:extLst>
                </a:gridCol>
                <a:gridCol w="2994393">
                  <a:extLst>
                    <a:ext uri="{9D8B030D-6E8A-4147-A177-3AD203B41FA5}">
                      <a16:colId xmlns:a16="http://schemas.microsoft.com/office/drawing/2014/main" val="1333936735"/>
                    </a:ext>
                  </a:extLst>
                </a:gridCol>
              </a:tblGrid>
              <a:tr h="530275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exp_2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 err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num_conv_blocks</a:t>
                      </a:r>
                      <a:endParaRPr lang="es-ES" sz="1200" dirty="0"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</a:endParaRPr>
                    </a:p>
                    <a:p>
                      <a:pPr fontAlgn="t">
                        <a:buNone/>
                      </a:pPr>
                      <a:r>
                        <a:rPr lang="es-ES" sz="1200" dirty="0" err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channels</a:t>
                      </a: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 </a:t>
                      </a:r>
                      <a:r>
                        <a:rPr lang="es-ES" sz="1200" b="0" u="none" strike="noStrike" cap="none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sym typeface="Arial"/>
                        </a:rPr>
                        <a:t>asociados</a:t>
                      </a:r>
                      <a:endParaRPr lang="es-ES" sz="1200" b="0" i="0" u="none" strike="noStrike" cap="none" dirty="0"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[2, 3, 4]</a:t>
                      </a:r>
                    </a:p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2 -&gt; (8,16), </a:t>
                      </a:r>
                    </a:p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3 -&gt; (8,16,32), </a:t>
                      </a:r>
                    </a:p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4 -&gt; (8,16,32,64)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03655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43782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3">
          <a:extLst>
            <a:ext uri="{FF2B5EF4-FFF2-40B4-BE49-F238E27FC236}">
              <a16:creationId xmlns:a16="http://schemas.microsoft.com/office/drawing/2014/main" id="{2089100C-42E9-AD72-675B-D61C5947E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52">
            <a:extLst>
              <a:ext uri="{FF2B5EF4-FFF2-40B4-BE49-F238E27FC236}">
                <a16:creationId xmlns:a16="http://schemas.microsoft.com/office/drawing/2014/main" id="{016820C4-21C2-058E-75A7-207E254AF5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 dirty="0">
                <a:latin typeface="Arial"/>
                <a:ea typeface="Arial"/>
                <a:cs typeface="Arial"/>
                <a:sym typeface="Arial"/>
              </a:rPr>
              <a:t>Redes Neuronales Convolucionales – Estudio de hiperparámetros</a:t>
            </a:r>
            <a:endParaRPr sz="1120" dirty="0"/>
          </a:p>
        </p:txBody>
      </p:sp>
      <p:pic>
        <p:nvPicPr>
          <p:cNvPr id="476" name="Google Shape;476;p52">
            <a:extLst>
              <a:ext uri="{FF2B5EF4-FFF2-40B4-BE49-F238E27FC236}">
                <a16:creationId xmlns:a16="http://schemas.microsoft.com/office/drawing/2014/main" id="{192DA227-D1BE-9463-DF13-5E926E75B19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C5CD47DD-A65B-59B2-94D3-4BCB073FBED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0"/>
          <a:stretch>
            <a:fillRect/>
          </a:stretch>
        </p:blipFill>
        <p:spPr>
          <a:xfrm>
            <a:off x="6084002" y="1498401"/>
            <a:ext cx="3060000" cy="214669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67BC8655-873E-A2A3-9DF1-5BB8EA681D6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0000"/>
          <a:stretch>
            <a:fillRect/>
          </a:stretch>
        </p:blipFill>
        <p:spPr>
          <a:xfrm>
            <a:off x="3109850" y="1467744"/>
            <a:ext cx="3060000" cy="2146698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14A2344F-C6A8-39F1-3DE3-C1C8B377438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0000"/>
          <a:stretch>
            <a:fillRect/>
          </a:stretch>
        </p:blipFill>
        <p:spPr>
          <a:xfrm>
            <a:off x="0" y="1467744"/>
            <a:ext cx="3060000" cy="2146698"/>
          </a:xfrm>
          <a:prstGeom prst="rect">
            <a:avLst/>
          </a:prstGeom>
        </p:spPr>
      </p:pic>
      <p:graphicFrame>
        <p:nvGraphicFramePr>
          <p:cNvPr id="12" name="Tabla 11">
            <a:extLst>
              <a:ext uri="{FF2B5EF4-FFF2-40B4-BE49-F238E27FC236}">
                <a16:creationId xmlns:a16="http://schemas.microsoft.com/office/drawing/2014/main" id="{40D85F59-85FF-F2C6-EF0D-2AAC3A9E2B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9947614"/>
              </p:ext>
            </p:extLst>
          </p:nvPr>
        </p:nvGraphicFramePr>
        <p:xfrm>
          <a:off x="1922152" y="765475"/>
          <a:ext cx="5098932" cy="267022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749932">
                  <a:extLst>
                    <a:ext uri="{9D8B030D-6E8A-4147-A177-3AD203B41FA5}">
                      <a16:colId xmlns:a16="http://schemas.microsoft.com/office/drawing/2014/main" val="2141160895"/>
                    </a:ext>
                  </a:extLst>
                </a:gridCol>
                <a:gridCol w="1354607">
                  <a:extLst>
                    <a:ext uri="{9D8B030D-6E8A-4147-A177-3AD203B41FA5}">
                      <a16:colId xmlns:a16="http://schemas.microsoft.com/office/drawing/2014/main" val="284675167"/>
                    </a:ext>
                  </a:extLst>
                </a:gridCol>
                <a:gridCol w="2994393">
                  <a:extLst>
                    <a:ext uri="{9D8B030D-6E8A-4147-A177-3AD203B41FA5}">
                      <a16:colId xmlns:a16="http://schemas.microsoft.com/office/drawing/2014/main" val="3094794152"/>
                    </a:ext>
                  </a:extLst>
                </a:gridCol>
              </a:tblGrid>
              <a:tr h="26702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exp_3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 err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channels</a:t>
                      </a:r>
                      <a:endParaRPr lang="es-ES" sz="1200" dirty="0"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</a:endParaRP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[(8,16,32), (16,16,16), (16,32,64)]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75812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150085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474;p5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7768" y="866810"/>
            <a:ext cx="8203150" cy="3855311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p52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¿que hay en los kernels?</a:t>
            </a:r>
            <a:endParaRPr sz="1120"/>
          </a:p>
        </p:txBody>
      </p:sp>
      <p:pic>
        <p:nvPicPr>
          <p:cNvPr id="476" name="Google Shape;476;p5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" name="Google Shape;481;p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7679" y="715304"/>
            <a:ext cx="6959498" cy="4003758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53"/>
          <p:cNvSpPr/>
          <p:nvPr/>
        </p:nvSpPr>
        <p:spPr>
          <a:xfrm>
            <a:off x="-152400" y="4657900"/>
            <a:ext cx="80418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Twentieth Century"/>
                <a:ea typeface="Twentieth Century"/>
                <a:cs typeface="Twentieth Century"/>
                <a:sym typeface="Twentieth Century"/>
              </a:rPr>
              <a:t>Example of features that the filters in a convolution layer look for at different levels in a network. The deeper into the network (higher level), the more complex the features are. Source: (F.-F. Li &amp; Karpathy, 2015).</a:t>
            </a:r>
            <a:endParaRPr sz="1100"/>
          </a:p>
        </p:txBody>
      </p:sp>
      <p:pic>
        <p:nvPicPr>
          <p:cNvPr id="483" name="Google Shape;483;p5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484" name="Google Shape;484;p53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¿que hay en los kernels?</a:t>
            </a:r>
            <a:endParaRPr sz="112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terial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1A237E"/>
      </a:accent5>
      <a:accent6>
        <a:srgbClr val="F4B400"/>
      </a:accent6>
      <a:hlink>
        <a:srgbClr val="1A237E"/>
      </a:hlink>
      <a:folHlink>
        <a:srgbClr val="1A2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1665</TotalTime>
  <Words>2284</Words>
  <Application>Microsoft Office PowerPoint</Application>
  <PresentationFormat>On-screen Show (16:9)</PresentationFormat>
  <Paragraphs>463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3" baseType="lpstr">
      <vt:lpstr>Times New Roman</vt:lpstr>
      <vt:lpstr>-apple-system</vt:lpstr>
      <vt:lpstr>Twentieth Century</vt:lpstr>
      <vt:lpstr>Roboto</vt:lpstr>
      <vt:lpstr>Cambria Math</vt:lpstr>
      <vt:lpstr>Arial</vt:lpstr>
      <vt:lpstr>Consolas</vt:lpstr>
      <vt:lpstr>Roboto Mono</vt:lpstr>
      <vt:lpstr>Material</vt:lpstr>
      <vt:lpstr>Aprendizaje Profundo</vt:lpstr>
      <vt:lpstr>Redes Neuronales Convolucionales  Convolutional Neural Network (CNN)</vt:lpstr>
      <vt:lpstr>Redes Neuronales Convolucionales - Introducción</vt:lpstr>
      <vt:lpstr>Redes Neuronales Convolucionales - Introducción</vt:lpstr>
      <vt:lpstr>Redes Neuronales Convolucionales - Introducción</vt:lpstr>
      <vt:lpstr>Redes Neuronales Convolucionales - Introducción</vt:lpstr>
      <vt:lpstr>Redes Neuronales Convolucionales - Introducción</vt:lpstr>
      <vt:lpstr>Redes Neuronales Convolucionales - Introducción</vt:lpstr>
      <vt:lpstr>Redes Neuronales Convolucionales - Introducción</vt:lpstr>
      <vt:lpstr>Redes Neuronales Convolucionales - Introducción</vt:lpstr>
      <vt:lpstr>Redes Neuronales Convolucionales - Introducción</vt:lpstr>
      <vt:lpstr>Redes Neuronales Convolucionales - Bordes (límites) y padding</vt:lpstr>
      <vt:lpstr>Redes Neuronales Convolucionales - Arquitectura base de ejemplo</vt:lpstr>
      <vt:lpstr>Redes Neuronales Convolucionales - ¿Ventajas? Sparse interaction</vt:lpstr>
      <vt:lpstr>Redes Neuronales Convolucionales - ¿Ventajas? Sparse interaction</vt:lpstr>
      <vt:lpstr>Redes Neuronales Convolucionales - ¿Ventajas? Sparse interaction</vt:lpstr>
      <vt:lpstr>Redes Neuronales Convolucionales - ¿Ventajas? Sparse interaction</vt:lpstr>
      <vt:lpstr>Redes Neuronales Convolucionales - ¿Ventajas? Sparse interaction</vt:lpstr>
      <vt:lpstr>Redes Neuronales Convolucionales - ¿Ventajas? Parameter sharing</vt:lpstr>
      <vt:lpstr>Redes Neuronales Convolucionales - ¿Ventajas? Parameter sharing</vt:lpstr>
      <vt:lpstr>Redes Neuronales Convolucionales - ¿Ventajas? Parameter sharing</vt:lpstr>
      <vt:lpstr>Redes Neuronales Convolucionales - ¿Ventajas?</vt:lpstr>
      <vt:lpstr>Redes Neuronales Convolucionales - ¿Ventajas?</vt:lpstr>
      <vt:lpstr>Redes Neuronales Convolucionales - Stride</vt:lpstr>
      <vt:lpstr>Redes Neuronales Convolucionales – capa conv2d</vt:lpstr>
      <vt:lpstr>Redes Neuronales Convolucionales - Capa de activación</vt:lpstr>
      <vt:lpstr>Redes Neuronales Convolucionales - Capa de pooling</vt:lpstr>
      <vt:lpstr>Redes Neuronales Convolucionales - Capa de pooling</vt:lpstr>
      <vt:lpstr>Redes Neuronales Convolucionales - Capa de pooling</vt:lpstr>
      <vt:lpstr>Redes Neuronales Convolucionales - capa MaxPoll2d</vt:lpstr>
      <vt:lpstr>Redes Neuronales Convolucionales - Capa de pooling</vt:lpstr>
      <vt:lpstr>Redes Neuronales Convolucionales - Capa de pooling</vt:lpstr>
      <vt:lpstr>Redes Neuronales Convolucionales - Capa de pooling</vt:lpstr>
      <vt:lpstr>Redes Neuronales Convolucionales - Capa de pooling</vt:lpstr>
      <vt:lpstr>Redes Neuronales Convolucionales - Resumen de capas CNN</vt:lpstr>
      <vt:lpstr>Redes Neuronales Convolucionales - Práctica con capas CNN</vt:lpstr>
      <vt:lpstr>Redes Neuronales Convolucionales - Back-propagation en CNN</vt:lpstr>
      <vt:lpstr>Redes Neuronales Convolucionales - Implementación</vt:lpstr>
      <vt:lpstr>Redes Neuronales Convolucionales – Estudio de hiperparámetros</vt:lpstr>
      <vt:lpstr>Redes Neuronales Convolucionales – Estudio de hiperparámetros</vt:lpstr>
      <vt:lpstr>Redes Neuronales Convolucionales – Estudio de hiperparámetros</vt:lpstr>
      <vt:lpstr>Redes Neuronales Convolucionales – Estudio de hiperparámetros</vt:lpstr>
      <vt:lpstr>Redes Neuronales Convolucionales - ¿que hay en los kernels?</vt:lpstr>
      <vt:lpstr>Redes Neuronales Convolucionales - ¿que hay en los kernels?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Marcos Maillot</cp:lastModifiedBy>
  <cp:revision>6</cp:revision>
  <dcterms:modified xsi:type="dcterms:W3CDTF">2026-07-29T01:11:12Z</dcterms:modified>
</cp:coreProperties>
</file>