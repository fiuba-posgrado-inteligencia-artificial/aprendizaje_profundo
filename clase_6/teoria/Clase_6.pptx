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ink/ink1.xml" ContentType="application/inkml+xml"/>
  <Override PartName="/ppt/notesSlides/notesSlide45.xml" ContentType="application/vnd.openxmlformats-officedocument.presentationml.notesSlide+xml"/>
  <Override PartName="/ppt/ink/ink2.xml" ContentType="application/inkml+xml"/>
  <Override PartName="/ppt/notesSlides/notesSlide46.xml" ContentType="application/vnd.openxmlformats-officedocument.presentationml.notesSlide+xml"/>
  <Override PartName="/ppt/ink/ink3.xml" ContentType="application/inkml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5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4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91" r:id="rId19"/>
    <p:sldId id="292" r:id="rId20"/>
    <p:sldId id="293" r:id="rId21"/>
    <p:sldId id="294" r:id="rId22"/>
    <p:sldId id="272" r:id="rId23"/>
    <p:sldId id="298" r:id="rId24"/>
    <p:sldId id="295" r:id="rId25"/>
    <p:sldId id="296" r:id="rId26"/>
    <p:sldId id="305" r:id="rId27"/>
    <p:sldId id="273" r:id="rId28"/>
    <p:sldId id="275" r:id="rId29"/>
    <p:sldId id="276" r:id="rId30"/>
    <p:sldId id="277" r:id="rId31"/>
    <p:sldId id="278" r:id="rId32"/>
    <p:sldId id="290" r:id="rId33"/>
    <p:sldId id="299" r:id="rId34"/>
    <p:sldId id="300" r:id="rId35"/>
    <p:sldId id="301" r:id="rId36"/>
    <p:sldId id="302" r:id="rId37"/>
    <p:sldId id="303" r:id="rId38"/>
    <p:sldId id="304" r:id="rId39"/>
    <p:sldId id="280" r:id="rId40"/>
    <p:sldId id="281" r:id="rId41"/>
    <p:sldId id="282" r:id="rId42"/>
    <p:sldId id="283" r:id="rId43"/>
    <p:sldId id="284" r:id="rId44"/>
    <p:sldId id="285" r:id="rId45"/>
    <p:sldId id="286" r:id="rId46"/>
    <p:sldId id="287" r:id="rId47"/>
    <p:sldId id="288" r:id="rId48"/>
    <p:sldId id="289" r:id="rId49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51"/>
    </p:embeddedFont>
    <p:embeddedFont>
      <p:font typeface="Consolas" panose="020B0609020204030204" pitchFamily="49" charset="0"/>
      <p:regular r:id="rId52"/>
      <p:bold r:id="rId53"/>
      <p:italic r:id="rId54"/>
      <p:boldItalic r:id="rId55"/>
    </p:embeddedFont>
    <p:embeddedFont>
      <p:font typeface="Roboto" panose="02000000000000000000" pitchFamily="2" charset="0"/>
      <p:regular r:id="rId56"/>
      <p:bold r:id="rId57"/>
      <p:italic r:id="rId58"/>
      <p:boldItalic r:id="rId59"/>
    </p:embeddedFont>
    <p:embeddedFont>
      <p:font typeface="Tw Cen MT" panose="020B0602020104020603" pitchFamily="34" charset="0"/>
      <p:regular r:id="rId60"/>
      <p:bold r:id="rId61"/>
      <p:italic r:id="rId62"/>
      <p:boldItalic r:id="rId6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64" roundtripDataSignature="AMtx7mi43qeBuG6xuqWiq1Kh9QyGOyIiN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3DC402D-5A37-4B09-AB4A-1A9794AA6466}" v="178" dt="2026-08-04T18:28:21.346"/>
  </p1510:revLst>
</p1510:revInfo>
</file>

<file path=ppt/tableStyles.xml><?xml version="1.0" encoding="utf-8"?>
<a:tblStyleLst xmlns:a="http://schemas.openxmlformats.org/drawingml/2006/main" def="{D3E55744-8061-4CE5-AF87-22040F36E0A0}">
  <a:tblStyle styleId="{D3E55744-8061-4CE5-AF87-22040F36E0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FF6E8"/>
          </a:solidFill>
        </a:fill>
      </a:tcStyle>
    </a:wholeTbl>
    <a:band1H>
      <a:tcTxStyle/>
      <a:tcStyle>
        <a:tcBdr/>
        <a:fill>
          <a:solidFill>
            <a:srgbClr val="DDEDCE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DEDCE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8EFA4B2-A90F-452C-A374-82A2C123D84D}" styleName="Table_1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6E6"/>
          </a:solidFill>
        </a:fill>
      </a:tcStyle>
    </a:wholeTbl>
    <a:band1H>
      <a:tcTxStyle/>
      <a:tcStyle>
        <a:tcBdr/>
        <a:fill>
          <a:solidFill>
            <a:srgbClr val="CACAC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CAC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dk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dk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906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13.fntdata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3.fntdata"/><Relationship Id="rId58" Type="http://schemas.openxmlformats.org/officeDocument/2006/relationships/font" Target="fonts/font8.fntdata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font" Target="fonts/font11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6.fntdata"/><Relationship Id="rId64" Type="http://customschemas.google.com/relationships/presentationmetadata" Target="metadata"/><Relationship Id="rId69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font" Target="fonts/font1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9.fntdata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4.fntdata"/><Relationship Id="rId62" Type="http://schemas.openxmlformats.org/officeDocument/2006/relationships/font" Target="fonts/font12.fntdata"/><Relationship Id="rId7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7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2.fntdata"/><Relationship Id="rId60" Type="http://schemas.openxmlformats.org/officeDocument/2006/relationships/font" Target="fonts/font10.fntdata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notesMaster" Target="notesMasters/notesMaster1.xml"/><Relationship Id="rId55" Type="http://schemas.openxmlformats.org/officeDocument/2006/relationships/font" Target="fonts/font5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os Maillot" userId="fa14b39d-e966-4ebb-a436-4f96f84b9577" providerId="ADAL" clId="{152A8D8E-FC9A-4326-9172-4A160D290924}"/>
    <pc:docChg chg="undo custSel addSld delSld modSld">
      <pc:chgData name="Marcos Maillot" userId="fa14b39d-e966-4ebb-a436-4f96f84b9577" providerId="ADAL" clId="{152A8D8E-FC9A-4326-9172-4A160D290924}" dt="2026-08-04T18:38:51.293" v="1698" actId="14100"/>
      <pc:docMkLst>
        <pc:docMk/>
      </pc:docMkLst>
      <pc:sldChg chg="addSp modSp mod">
        <pc:chgData name="Marcos Maillot" userId="fa14b39d-e966-4ebb-a436-4f96f84b9577" providerId="ADAL" clId="{152A8D8E-FC9A-4326-9172-4A160D290924}" dt="2026-08-04T16:33:45.818" v="1061" actId="1076"/>
        <pc:sldMkLst>
          <pc:docMk/>
          <pc:sldMk cId="0" sldId="258"/>
        </pc:sldMkLst>
        <pc:spChg chg="add mod">
          <ac:chgData name="Marcos Maillot" userId="fa14b39d-e966-4ebb-a436-4f96f84b9577" providerId="ADAL" clId="{152A8D8E-FC9A-4326-9172-4A160D290924}" dt="2026-08-04T16:26:22.346" v="878" actId="123"/>
          <ac:spMkLst>
            <pc:docMk/>
            <pc:sldMk cId="0" sldId="258"/>
            <ac:spMk id="3" creationId="{A113C52D-EE94-BFA4-349E-AC3C8A942E62}"/>
          </ac:spMkLst>
        </pc:spChg>
        <pc:spChg chg="mod">
          <ac:chgData name="Marcos Maillot" userId="fa14b39d-e966-4ebb-a436-4f96f84b9577" providerId="ADAL" clId="{152A8D8E-FC9A-4326-9172-4A160D290924}" dt="2026-08-04T16:33:45.818" v="1061" actId="1076"/>
          <ac:spMkLst>
            <pc:docMk/>
            <pc:sldMk cId="0" sldId="258"/>
            <ac:spMk id="89" creationId="{00000000-0000-0000-0000-000000000000}"/>
          </ac:spMkLst>
        </pc:spChg>
      </pc:sldChg>
      <pc:sldChg chg="addSp delSp modSp mod">
        <pc:chgData name="Marcos Maillot" userId="fa14b39d-e966-4ebb-a436-4f96f84b9577" providerId="ADAL" clId="{152A8D8E-FC9A-4326-9172-4A160D290924}" dt="2026-08-04T16:33:10.714" v="1034" actId="478"/>
        <pc:sldMkLst>
          <pc:docMk/>
          <pc:sldMk cId="0" sldId="259"/>
        </pc:sldMkLst>
        <pc:spChg chg="add del mod">
          <ac:chgData name="Marcos Maillot" userId="fa14b39d-e966-4ebb-a436-4f96f84b9577" providerId="ADAL" clId="{152A8D8E-FC9A-4326-9172-4A160D290924}" dt="2026-08-04T16:33:08.249" v="1032" actId="478"/>
          <ac:spMkLst>
            <pc:docMk/>
            <pc:sldMk cId="0" sldId="259"/>
            <ac:spMk id="3" creationId="{0706A78D-D2C9-F6D8-DC45-D4D093C3B53A}"/>
          </ac:spMkLst>
        </pc:spChg>
        <pc:spChg chg="mod">
          <ac:chgData name="Marcos Maillot" userId="fa14b39d-e966-4ebb-a436-4f96f84b9577" providerId="ADAL" clId="{152A8D8E-FC9A-4326-9172-4A160D290924}" dt="2026-08-04T16:27:45.105" v="949" actId="123"/>
          <ac:spMkLst>
            <pc:docMk/>
            <pc:sldMk cId="0" sldId="259"/>
            <ac:spMk id="95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8-04T16:32:13.459" v="953" actId="1076"/>
          <ac:spMkLst>
            <pc:docMk/>
            <pc:sldMk cId="0" sldId="259"/>
            <ac:spMk id="96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8-04T16:32:54.946" v="1010" actId="1076"/>
          <ac:spMkLst>
            <pc:docMk/>
            <pc:sldMk cId="0" sldId="259"/>
            <ac:spMk id="99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6:33:10.714" v="1034" actId="478"/>
          <ac:spMkLst>
            <pc:docMk/>
            <pc:sldMk cId="0" sldId="259"/>
            <ac:spMk id="102" creationId="{00000000-0000-0000-0000-000000000000}"/>
          </ac:spMkLst>
        </pc:spChg>
        <pc:graphicFrameChg chg="mod">
          <ac:chgData name="Marcos Maillot" userId="fa14b39d-e966-4ebb-a436-4f96f84b9577" providerId="ADAL" clId="{152A8D8E-FC9A-4326-9172-4A160D290924}" dt="2026-08-04T16:32:54.946" v="1010" actId="1076"/>
          <ac:graphicFrameMkLst>
            <pc:docMk/>
            <pc:sldMk cId="0" sldId="259"/>
            <ac:graphicFrameMk id="100" creationId="{00000000-0000-0000-0000-000000000000}"/>
          </ac:graphicFrameMkLst>
        </pc:graphicFrameChg>
        <pc:picChg chg="del">
          <ac:chgData name="Marcos Maillot" userId="fa14b39d-e966-4ebb-a436-4f96f84b9577" providerId="ADAL" clId="{152A8D8E-FC9A-4326-9172-4A160D290924}" dt="2026-08-04T16:33:08.881" v="1033" actId="478"/>
          <ac:picMkLst>
            <pc:docMk/>
            <pc:sldMk cId="0" sldId="259"/>
            <ac:picMk id="101" creationId="{00000000-0000-0000-0000-000000000000}"/>
          </ac:picMkLst>
        </pc:picChg>
      </pc:sldChg>
      <pc:sldChg chg="addSp delSp modSp mod">
        <pc:chgData name="Marcos Maillot" userId="fa14b39d-e966-4ebb-a436-4f96f84b9577" providerId="ADAL" clId="{152A8D8E-FC9A-4326-9172-4A160D290924}" dt="2026-08-04T16:34:13.674" v="1062" actId="1076"/>
        <pc:sldMkLst>
          <pc:docMk/>
          <pc:sldMk cId="0" sldId="260"/>
        </pc:sldMkLst>
        <pc:spChg chg="add mod">
          <ac:chgData name="Marcos Maillot" userId="fa14b39d-e966-4ebb-a436-4f96f84b9577" providerId="ADAL" clId="{152A8D8E-FC9A-4326-9172-4A160D290924}" dt="2026-08-04T16:19:10.612" v="734" actId="1076"/>
          <ac:spMkLst>
            <pc:docMk/>
            <pc:sldMk cId="0" sldId="260"/>
            <ac:spMk id="3" creationId="{A5A36FCB-F18E-990C-B1E9-D87CCA6C4CF6}"/>
          </ac:spMkLst>
        </pc:spChg>
        <pc:spChg chg="add mod">
          <ac:chgData name="Marcos Maillot" userId="fa14b39d-e966-4ebb-a436-4f96f84b9577" providerId="ADAL" clId="{152A8D8E-FC9A-4326-9172-4A160D290924}" dt="2026-08-04T16:19:10.612" v="734" actId="1076"/>
          <ac:spMkLst>
            <pc:docMk/>
            <pc:sldMk cId="0" sldId="260"/>
            <ac:spMk id="5" creationId="{39CBA3CA-596B-98B7-04DC-72F7697B20E3}"/>
          </ac:spMkLst>
        </pc:spChg>
        <pc:spChg chg="add mod">
          <ac:chgData name="Marcos Maillot" userId="fa14b39d-e966-4ebb-a436-4f96f84b9577" providerId="ADAL" clId="{152A8D8E-FC9A-4326-9172-4A160D290924}" dt="2026-08-04T16:34:13.674" v="1062" actId="1076"/>
          <ac:spMkLst>
            <pc:docMk/>
            <pc:sldMk cId="0" sldId="260"/>
            <ac:spMk id="9" creationId="{50341C08-1128-7469-E21C-FA14A1B651DE}"/>
          </ac:spMkLst>
        </pc:spChg>
        <pc:spChg chg="add mod">
          <ac:chgData name="Marcos Maillot" userId="fa14b39d-e966-4ebb-a436-4f96f84b9577" providerId="ADAL" clId="{152A8D8E-FC9A-4326-9172-4A160D290924}" dt="2026-08-04T16:19:10.612" v="734" actId="1076"/>
          <ac:spMkLst>
            <pc:docMk/>
            <pc:sldMk cId="0" sldId="260"/>
            <ac:spMk id="11" creationId="{3A93F0AF-D7C6-10E6-BAF3-D7815B37C5C8}"/>
          </ac:spMkLst>
        </pc:spChg>
        <pc:spChg chg="add del mod">
          <ac:chgData name="Marcos Maillot" userId="fa14b39d-e966-4ebb-a436-4f96f84b9577" providerId="ADAL" clId="{152A8D8E-FC9A-4326-9172-4A160D290924}" dt="2026-08-04T16:10:22.306" v="328" actId="478"/>
          <ac:spMkLst>
            <pc:docMk/>
            <pc:sldMk cId="0" sldId="260"/>
            <ac:spMk id="12" creationId="{6CEED8E2-C116-22EE-D33C-8E398101A375}"/>
          </ac:spMkLst>
        </pc:spChg>
        <pc:spChg chg="add mod">
          <ac:chgData name="Marcos Maillot" userId="fa14b39d-e966-4ebb-a436-4f96f84b9577" providerId="ADAL" clId="{152A8D8E-FC9A-4326-9172-4A160D290924}" dt="2026-08-04T16:19:10.612" v="734" actId="1076"/>
          <ac:spMkLst>
            <pc:docMk/>
            <pc:sldMk cId="0" sldId="260"/>
            <ac:spMk id="14" creationId="{F1E3B7E4-C368-BF9C-4926-C79CB5551EFF}"/>
          </ac:spMkLst>
        </pc:spChg>
        <pc:spChg chg="add del mod">
          <ac:chgData name="Marcos Maillot" userId="fa14b39d-e966-4ebb-a436-4f96f84b9577" providerId="ADAL" clId="{152A8D8E-FC9A-4326-9172-4A160D290924}" dt="2026-08-04T16:19:01.796" v="732" actId="21"/>
          <ac:spMkLst>
            <pc:docMk/>
            <pc:sldMk cId="0" sldId="260"/>
            <ac:spMk id="16" creationId="{4E87B292-7472-2682-B92F-C09138A540D3}"/>
          </ac:spMkLst>
        </pc:spChg>
        <pc:spChg chg="add del mod">
          <ac:chgData name="Marcos Maillot" userId="fa14b39d-e966-4ebb-a436-4f96f84b9577" providerId="ADAL" clId="{152A8D8E-FC9A-4326-9172-4A160D290924}" dt="2026-08-04T16:17:30.532" v="607" actId="478"/>
          <ac:spMkLst>
            <pc:docMk/>
            <pc:sldMk cId="0" sldId="260"/>
            <ac:spMk id="111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8-04T16:19:10.612" v="734" actId="1076"/>
          <ac:spMkLst>
            <pc:docMk/>
            <pc:sldMk cId="0" sldId="260"/>
            <ac:spMk id="112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8-04T16:19:10.612" v="734" actId="1076"/>
          <ac:spMkLst>
            <pc:docMk/>
            <pc:sldMk cId="0" sldId="260"/>
            <ac:spMk id="113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8-04T16:33:25.105" v="1047" actId="20577"/>
          <ac:spMkLst>
            <pc:docMk/>
            <pc:sldMk cId="0" sldId="260"/>
            <ac:spMk id="114" creationId="{00000000-0000-0000-0000-000000000000}"/>
          </ac:spMkLst>
        </pc:spChg>
        <pc:picChg chg="add mod ord modCrop">
          <ac:chgData name="Marcos Maillot" userId="fa14b39d-e966-4ebb-a436-4f96f84b9577" providerId="ADAL" clId="{152A8D8E-FC9A-4326-9172-4A160D290924}" dt="2026-08-04T16:19:10.612" v="734" actId="1076"/>
          <ac:picMkLst>
            <pc:docMk/>
            <pc:sldMk cId="0" sldId="260"/>
            <ac:picMk id="7" creationId="{B4369622-59BB-DC6C-4161-607BD83A5168}"/>
          </ac:picMkLst>
        </pc:picChg>
        <pc:picChg chg="mod">
          <ac:chgData name="Marcos Maillot" userId="fa14b39d-e966-4ebb-a436-4f96f84b9577" providerId="ADAL" clId="{152A8D8E-FC9A-4326-9172-4A160D290924}" dt="2026-08-04T16:19:10.612" v="734" actId="1076"/>
          <ac:picMkLst>
            <pc:docMk/>
            <pc:sldMk cId="0" sldId="260"/>
            <ac:picMk id="109" creationId="{00000000-0000-0000-0000-000000000000}"/>
          </ac:picMkLst>
        </pc:picChg>
        <pc:picChg chg="mod modCrop">
          <ac:chgData name="Marcos Maillot" userId="fa14b39d-e966-4ebb-a436-4f96f84b9577" providerId="ADAL" clId="{152A8D8E-FC9A-4326-9172-4A160D290924}" dt="2026-08-04T16:19:10.612" v="734" actId="1076"/>
          <ac:picMkLst>
            <pc:docMk/>
            <pc:sldMk cId="0" sldId="260"/>
            <ac:picMk id="110" creationId="{00000000-0000-0000-0000-000000000000}"/>
          </ac:picMkLst>
        </pc:picChg>
      </pc:sldChg>
      <pc:sldChg chg="addSp delSp modSp mod">
        <pc:chgData name="Marcos Maillot" userId="fa14b39d-e966-4ebb-a436-4f96f84b9577" providerId="ADAL" clId="{152A8D8E-FC9A-4326-9172-4A160D290924}" dt="2026-08-04T16:33:33.120" v="1060" actId="20577"/>
        <pc:sldMkLst>
          <pc:docMk/>
          <pc:sldMk cId="0" sldId="261"/>
        </pc:sldMkLst>
        <pc:spChg chg="add mod">
          <ac:chgData name="Marcos Maillot" userId="fa14b39d-e966-4ebb-a436-4f96f84b9577" providerId="ADAL" clId="{152A8D8E-FC9A-4326-9172-4A160D290924}" dt="2026-08-04T16:14:48.924" v="503" actId="14100"/>
          <ac:spMkLst>
            <pc:docMk/>
            <pc:sldMk cId="0" sldId="261"/>
            <ac:spMk id="3" creationId="{9E7DED33-DF46-909D-E6F2-FE3C6DBB25DA}"/>
          </ac:spMkLst>
        </pc:spChg>
        <pc:spChg chg="add mod">
          <ac:chgData name="Marcos Maillot" userId="fa14b39d-e966-4ebb-a436-4f96f84b9577" providerId="ADAL" clId="{152A8D8E-FC9A-4326-9172-4A160D290924}" dt="2026-08-04T16:21:20.683" v="766" actId="20577"/>
          <ac:spMkLst>
            <pc:docMk/>
            <pc:sldMk cId="0" sldId="261"/>
            <ac:spMk id="38" creationId="{C9934D1F-3095-C1D1-57E1-D57C44157F06}"/>
          </ac:spMkLst>
        </pc:spChg>
        <pc:spChg chg="mod">
          <ac:chgData name="Marcos Maillot" userId="fa14b39d-e966-4ebb-a436-4f96f84b9577" providerId="ADAL" clId="{152A8D8E-FC9A-4326-9172-4A160D290924}" dt="2026-08-04T16:20:01.787" v="751" actId="1076"/>
          <ac:spMkLst>
            <pc:docMk/>
            <pc:sldMk cId="0" sldId="261"/>
            <ac:spMk id="122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8-04T16:20:07.802" v="753" actId="14100"/>
          <ac:spMkLst>
            <pc:docMk/>
            <pc:sldMk cId="0" sldId="261"/>
            <ac:spMk id="123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8-04T16:33:33.120" v="1060" actId="20577"/>
          <ac:spMkLst>
            <pc:docMk/>
            <pc:sldMk cId="0" sldId="261"/>
            <ac:spMk id="124" creationId="{00000000-0000-0000-0000-000000000000}"/>
          </ac:spMkLst>
        </pc:spChg>
        <pc:cxnChg chg="add del">
          <ac:chgData name="Marcos Maillot" userId="fa14b39d-e966-4ebb-a436-4f96f84b9577" providerId="ADAL" clId="{152A8D8E-FC9A-4326-9172-4A160D290924}" dt="2026-08-04T16:12:13.786" v="470" actId="478"/>
          <ac:cxnSpMkLst>
            <pc:docMk/>
            <pc:sldMk cId="0" sldId="261"/>
            <ac:cxnSpMk id="5" creationId="{17183E66-32DE-966B-ED08-E30D81B95800}"/>
          </ac:cxnSpMkLst>
        </pc:cxnChg>
        <pc:cxnChg chg="add mod">
          <ac:chgData name="Marcos Maillot" userId="fa14b39d-e966-4ebb-a436-4f96f84b9577" providerId="ADAL" clId="{152A8D8E-FC9A-4326-9172-4A160D290924}" dt="2026-08-04T16:14:48.924" v="503" actId="14100"/>
          <ac:cxnSpMkLst>
            <pc:docMk/>
            <pc:sldMk cId="0" sldId="261"/>
            <ac:cxnSpMk id="7" creationId="{E47C0338-60D3-DD26-EA7F-3092CEBB07DA}"/>
          </ac:cxnSpMkLst>
        </pc:cxnChg>
        <pc:cxnChg chg="add mod">
          <ac:chgData name="Marcos Maillot" userId="fa14b39d-e966-4ebb-a436-4f96f84b9577" providerId="ADAL" clId="{152A8D8E-FC9A-4326-9172-4A160D290924}" dt="2026-08-04T16:14:48.924" v="503" actId="14100"/>
          <ac:cxnSpMkLst>
            <pc:docMk/>
            <pc:sldMk cId="0" sldId="261"/>
            <ac:cxnSpMk id="8" creationId="{11ABE1D9-B65D-0CB5-12C4-800C525E85B8}"/>
          </ac:cxnSpMkLst>
        </pc:cxnChg>
        <pc:cxnChg chg="add mod">
          <ac:chgData name="Marcos Maillot" userId="fa14b39d-e966-4ebb-a436-4f96f84b9577" providerId="ADAL" clId="{152A8D8E-FC9A-4326-9172-4A160D290924}" dt="2026-08-04T16:14:48.924" v="503" actId="14100"/>
          <ac:cxnSpMkLst>
            <pc:docMk/>
            <pc:sldMk cId="0" sldId="261"/>
            <ac:cxnSpMk id="9" creationId="{4F2A1F86-2635-C8A1-2E81-A23902F5DA66}"/>
          </ac:cxnSpMkLst>
        </pc:cxnChg>
        <pc:cxnChg chg="add mod">
          <ac:chgData name="Marcos Maillot" userId="fa14b39d-e966-4ebb-a436-4f96f84b9577" providerId="ADAL" clId="{152A8D8E-FC9A-4326-9172-4A160D290924}" dt="2026-08-04T16:14:48.924" v="503" actId="14100"/>
          <ac:cxnSpMkLst>
            <pc:docMk/>
            <pc:sldMk cId="0" sldId="261"/>
            <ac:cxnSpMk id="10" creationId="{59D4C7D6-3BDC-1DF7-9361-940CDAEC53D8}"/>
          </ac:cxnSpMkLst>
        </pc:cxnChg>
        <pc:cxnChg chg="add del mod">
          <ac:chgData name="Marcos Maillot" userId="fa14b39d-e966-4ebb-a436-4f96f84b9577" providerId="ADAL" clId="{152A8D8E-FC9A-4326-9172-4A160D290924}" dt="2026-08-04T16:13:44.295" v="488" actId="478"/>
          <ac:cxnSpMkLst>
            <pc:docMk/>
            <pc:sldMk cId="0" sldId="261"/>
            <ac:cxnSpMk id="17" creationId="{4255983C-AEEE-C85F-AFD8-966724429950}"/>
          </ac:cxnSpMkLst>
        </pc:cxnChg>
        <pc:cxnChg chg="add del mod">
          <ac:chgData name="Marcos Maillot" userId="fa14b39d-e966-4ebb-a436-4f96f84b9577" providerId="ADAL" clId="{152A8D8E-FC9A-4326-9172-4A160D290924}" dt="2026-08-04T16:13:52.405" v="489" actId="478"/>
          <ac:cxnSpMkLst>
            <pc:docMk/>
            <pc:sldMk cId="0" sldId="261"/>
            <ac:cxnSpMk id="18" creationId="{72D4475F-9CEF-F56F-9108-9066B28A06A3}"/>
          </ac:cxnSpMkLst>
        </pc:cxnChg>
        <pc:cxnChg chg="add mod">
          <ac:chgData name="Marcos Maillot" userId="fa14b39d-e966-4ebb-a436-4f96f84b9577" providerId="ADAL" clId="{152A8D8E-FC9A-4326-9172-4A160D290924}" dt="2026-08-04T16:14:51.827" v="504" actId="14100"/>
          <ac:cxnSpMkLst>
            <pc:docMk/>
            <pc:sldMk cId="0" sldId="261"/>
            <ac:cxnSpMk id="23" creationId="{2A760D6E-B921-7F92-C360-E313145D02AB}"/>
          </ac:cxnSpMkLst>
        </pc:cxnChg>
        <pc:cxnChg chg="add mod">
          <ac:chgData name="Marcos Maillot" userId="fa14b39d-e966-4ebb-a436-4f96f84b9577" providerId="ADAL" clId="{152A8D8E-FC9A-4326-9172-4A160D290924}" dt="2026-08-04T16:14:40.997" v="502" actId="1582"/>
          <ac:cxnSpMkLst>
            <pc:docMk/>
            <pc:sldMk cId="0" sldId="261"/>
            <ac:cxnSpMk id="24" creationId="{F9DCF529-3C70-92BC-24F0-4DEE8DE89F4C}"/>
          </ac:cxnSpMkLst>
        </pc:cxnChg>
        <pc:cxnChg chg="add mod">
          <ac:chgData name="Marcos Maillot" userId="fa14b39d-e966-4ebb-a436-4f96f84b9577" providerId="ADAL" clId="{152A8D8E-FC9A-4326-9172-4A160D290924}" dt="2026-08-04T16:15:05.530" v="510" actId="208"/>
          <ac:cxnSpMkLst>
            <pc:docMk/>
            <pc:sldMk cId="0" sldId="261"/>
            <ac:cxnSpMk id="33" creationId="{4E8D9C6F-DA73-9253-3EF7-CAB3B3FA0234}"/>
          </ac:cxnSpMkLst>
        </pc:cxnChg>
        <pc:cxnChg chg="add mod">
          <ac:chgData name="Marcos Maillot" userId="fa14b39d-e966-4ebb-a436-4f96f84b9577" providerId="ADAL" clId="{152A8D8E-FC9A-4326-9172-4A160D290924}" dt="2026-08-04T16:15:12.316" v="513" actId="14100"/>
          <ac:cxnSpMkLst>
            <pc:docMk/>
            <pc:sldMk cId="0" sldId="261"/>
            <ac:cxnSpMk id="35" creationId="{C9017DA8-0A93-6658-BB06-FB13F2FBB17F}"/>
          </ac:cxnSpMkLst>
        </pc:cxnChg>
      </pc:sldChg>
      <pc:sldChg chg="modSp mod">
        <pc:chgData name="Marcos Maillot" userId="fa14b39d-e966-4ebb-a436-4f96f84b9577" providerId="ADAL" clId="{152A8D8E-FC9A-4326-9172-4A160D290924}" dt="2026-08-04T16:07:16.886" v="317" actId="20577"/>
        <pc:sldMkLst>
          <pc:docMk/>
          <pc:sldMk cId="0" sldId="262"/>
        </pc:sldMkLst>
        <pc:spChg chg="mod">
          <ac:chgData name="Marcos Maillot" userId="fa14b39d-e966-4ebb-a436-4f96f84b9577" providerId="ADAL" clId="{152A8D8E-FC9A-4326-9172-4A160D290924}" dt="2026-08-04T16:07:16.886" v="317" actId="20577"/>
          <ac:spMkLst>
            <pc:docMk/>
            <pc:sldMk cId="0" sldId="262"/>
            <ac:spMk id="132" creationId="{00000000-0000-0000-0000-000000000000}"/>
          </ac:spMkLst>
        </pc:spChg>
      </pc:sldChg>
      <pc:sldChg chg="addSp modSp mod">
        <pc:chgData name="Marcos Maillot" userId="fa14b39d-e966-4ebb-a436-4f96f84b9577" providerId="ADAL" clId="{152A8D8E-FC9A-4326-9172-4A160D290924}" dt="2026-08-04T18:36:38.338" v="1643" actId="1076"/>
        <pc:sldMkLst>
          <pc:docMk/>
          <pc:sldMk cId="0" sldId="263"/>
        </pc:sldMkLst>
        <pc:spChg chg="add mod">
          <ac:chgData name="Marcos Maillot" userId="fa14b39d-e966-4ebb-a436-4f96f84b9577" providerId="ADAL" clId="{152A8D8E-FC9A-4326-9172-4A160D290924}" dt="2026-08-04T18:36:38.338" v="1643" actId="1076"/>
          <ac:spMkLst>
            <pc:docMk/>
            <pc:sldMk cId="0" sldId="263"/>
            <ac:spMk id="3" creationId="{843EB048-3F8E-02D7-E46B-125C369A3CF1}"/>
          </ac:spMkLst>
        </pc:spChg>
        <pc:picChg chg="mod modCrop">
          <ac:chgData name="Marcos Maillot" userId="fa14b39d-e966-4ebb-a436-4f96f84b9577" providerId="ADAL" clId="{152A8D8E-FC9A-4326-9172-4A160D290924}" dt="2026-08-04T16:07:27.164" v="318" actId="732"/>
          <ac:picMkLst>
            <pc:docMk/>
            <pc:sldMk cId="0" sldId="263"/>
            <ac:picMk id="141" creationId="{00000000-0000-0000-0000-000000000000}"/>
          </ac:picMkLst>
        </pc:picChg>
      </pc:sldChg>
      <pc:sldChg chg="addSp modSp mod">
        <pc:chgData name="Marcos Maillot" userId="fa14b39d-e966-4ebb-a436-4f96f84b9577" providerId="ADAL" clId="{152A8D8E-FC9A-4326-9172-4A160D290924}" dt="2026-08-04T18:38:03.394" v="1682" actId="1076"/>
        <pc:sldMkLst>
          <pc:docMk/>
          <pc:sldMk cId="0" sldId="275"/>
        </pc:sldMkLst>
        <pc:spChg chg="add mod">
          <ac:chgData name="Marcos Maillot" userId="fa14b39d-e966-4ebb-a436-4f96f84b9577" providerId="ADAL" clId="{152A8D8E-FC9A-4326-9172-4A160D290924}" dt="2026-08-04T18:38:03.394" v="1682" actId="1076"/>
          <ac:spMkLst>
            <pc:docMk/>
            <pc:sldMk cId="0" sldId="275"/>
            <ac:spMk id="3" creationId="{C8F95CE0-A38E-9EB9-1C36-68D3F203D70D}"/>
          </ac:spMkLst>
        </pc:spChg>
        <pc:spChg chg="mod">
          <ac:chgData name="Marcos Maillot" userId="fa14b39d-e966-4ebb-a436-4f96f84b9577" providerId="ADAL" clId="{152A8D8E-FC9A-4326-9172-4A160D290924}" dt="2026-08-04T15:55:46.470" v="58" actId="20577"/>
          <ac:spMkLst>
            <pc:docMk/>
            <pc:sldMk cId="0" sldId="275"/>
            <ac:spMk id="261" creationId="{00000000-0000-0000-0000-000000000000}"/>
          </ac:spMkLst>
        </pc:spChg>
      </pc:sldChg>
      <pc:sldChg chg="del">
        <pc:chgData name="Marcos Maillot" userId="fa14b39d-e966-4ebb-a436-4f96f84b9577" providerId="ADAL" clId="{152A8D8E-FC9A-4326-9172-4A160D290924}" dt="2026-08-04T18:37:47.233" v="1669" actId="47"/>
        <pc:sldMkLst>
          <pc:docMk/>
          <pc:sldMk cId="0" sldId="279"/>
        </pc:sldMkLst>
      </pc:sldChg>
      <pc:sldChg chg="addSp delSp modSp mod">
        <pc:chgData name="Marcos Maillot" userId="fa14b39d-e966-4ebb-a436-4f96f84b9577" providerId="ADAL" clId="{152A8D8E-FC9A-4326-9172-4A160D290924}" dt="2026-08-04T18:38:35.085" v="1686" actId="478"/>
        <pc:sldMkLst>
          <pc:docMk/>
          <pc:sldMk cId="0" sldId="280"/>
        </pc:sldMkLst>
        <pc:spChg chg="add del mod">
          <ac:chgData name="Marcos Maillot" userId="fa14b39d-e966-4ebb-a436-4f96f84b9577" providerId="ADAL" clId="{152A8D8E-FC9A-4326-9172-4A160D290924}" dt="2026-08-04T18:38:35.085" v="1686" actId="478"/>
          <ac:spMkLst>
            <pc:docMk/>
            <pc:sldMk cId="0" sldId="280"/>
            <ac:spMk id="3" creationId="{7957E308-B8B6-07F8-86A9-94ACC131A6AA}"/>
          </ac:spMkLst>
        </pc:spChg>
      </pc:sldChg>
      <pc:sldChg chg="addSp delSp modSp mod">
        <pc:chgData name="Marcos Maillot" userId="fa14b39d-e966-4ebb-a436-4f96f84b9577" providerId="ADAL" clId="{152A8D8E-FC9A-4326-9172-4A160D290924}" dt="2026-08-04T18:38:51.293" v="1698" actId="14100"/>
        <pc:sldMkLst>
          <pc:docMk/>
          <pc:sldMk cId="0" sldId="281"/>
        </pc:sldMkLst>
        <pc:spChg chg="add del">
          <ac:chgData name="Marcos Maillot" userId="fa14b39d-e966-4ebb-a436-4f96f84b9577" providerId="ADAL" clId="{152A8D8E-FC9A-4326-9172-4A160D290924}" dt="2026-08-04T18:07:49.743" v="1294" actId="478"/>
          <ac:spMkLst>
            <pc:docMk/>
            <pc:sldMk cId="0" sldId="281"/>
            <ac:spMk id="3" creationId="{CCBB79DA-3D16-F0C0-AA36-1F66D67E3B9A}"/>
          </ac:spMkLst>
        </pc:spChg>
        <pc:spChg chg="add mod">
          <ac:chgData name="Marcos Maillot" userId="fa14b39d-e966-4ebb-a436-4f96f84b9577" providerId="ADAL" clId="{152A8D8E-FC9A-4326-9172-4A160D290924}" dt="2026-08-04T18:28:05.811" v="1567" actId="20577"/>
          <ac:spMkLst>
            <pc:docMk/>
            <pc:sldMk cId="0" sldId="281"/>
            <ac:spMk id="5" creationId="{BA5FC4EE-A445-A22F-8DA8-F8F7F7A1FFE1}"/>
          </ac:spMkLst>
        </pc:spChg>
        <pc:spChg chg="add del mod">
          <ac:chgData name="Marcos Maillot" userId="fa14b39d-e966-4ebb-a436-4f96f84b9577" providerId="ADAL" clId="{152A8D8E-FC9A-4326-9172-4A160D290924}" dt="2026-08-04T18:29:48.157" v="1589" actId="478"/>
          <ac:spMkLst>
            <pc:docMk/>
            <pc:sldMk cId="0" sldId="281"/>
            <ac:spMk id="7" creationId="{84CDCB25-9772-9F4B-1101-4D7A3C763024}"/>
          </ac:spMkLst>
        </pc:spChg>
        <pc:spChg chg="add mod">
          <ac:chgData name="Marcos Maillot" userId="fa14b39d-e966-4ebb-a436-4f96f84b9577" providerId="ADAL" clId="{152A8D8E-FC9A-4326-9172-4A160D290924}" dt="2026-08-04T18:38:51.293" v="1698" actId="14100"/>
          <ac:spMkLst>
            <pc:docMk/>
            <pc:sldMk cId="0" sldId="281"/>
            <ac:spMk id="9" creationId="{5DDC7188-890E-4F95-4C4B-44BA52DCBA40}"/>
          </ac:spMkLst>
        </pc:spChg>
        <pc:spChg chg="del mod">
          <ac:chgData name="Marcos Maillot" userId="fa14b39d-e966-4ebb-a436-4f96f84b9577" providerId="ADAL" clId="{152A8D8E-FC9A-4326-9172-4A160D290924}" dt="2026-08-04T18:13:31.890" v="1354" actId="478"/>
          <ac:spMkLst>
            <pc:docMk/>
            <pc:sldMk cId="0" sldId="281"/>
            <ac:spMk id="319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8-04T17:43:40.429" v="1264" actId="14100"/>
          <ac:spMkLst>
            <pc:docMk/>
            <pc:sldMk cId="0" sldId="281"/>
            <ac:spMk id="323" creationId="{00000000-0000-0000-0000-000000000000}"/>
          </ac:spMkLst>
        </pc:spChg>
      </pc:sldChg>
      <pc:sldChg chg="addSp delSp modSp mod">
        <pc:chgData name="Marcos Maillot" userId="fa14b39d-e966-4ebb-a436-4f96f84b9577" providerId="ADAL" clId="{152A8D8E-FC9A-4326-9172-4A160D290924}" dt="2026-08-04T18:29:52.807" v="1590" actId="478"/>
        <pc:sldMkLst>
          <pc:docMk/>
          <pc:sldMk cId="0" sldId="282"/>
        </pc:sldMkLst>
        <pc:spChg chg="add del mod">
          <ac:chgData name="Marcos Maillot" userId="fa14b39d-e966-4ebb-a436-4f96f84b9577" providerId="ADAL" clId="{152A8D8E-FC9A-4326-9172-4A160D290924}" dt="2026-08-04T18:12:49.195" v="1345" actId="478"/>
          <ac:spMkLst>
            <pc:docMk/>
            <pc:sldMk cId="0" sldId="282"/>
            <ac:spMk id="3" creationId="{167771BC-0C23-9F60-D25B-180E717AF2B1}"/>
          </ac:spMkLst>
        </pc:spChg>
        <pc:spChg chg="add mod">
          <ac:chgData name="Marcos Maillot" userId="fa14b39d-e966-4ebb-a436-4f96f84b9577" providerId="ADAL" clId="{152A8D8E-FC9A-4326-9172-4A160D290924}" dt="2026-08-04T18:12:45.312" v="1344" actId="403"/>
          <ac:spMkLst>
            <pc:docMk/>
            <pc:sldMk cId="0" sldId="282"/>
            <ac:spMk id="4" creationId="{0716C5F8-DBE2-C407-232B-1E640528C254}"/>
          </ac:spMkLst>
        </pc:spChg>
        <pc:spChg chg="add mod">
          <ac:chgData name="Marcos Maillot" userId="fa14b39d-e966-4ebb-a436-4f96f84b9577" providerId="ADAL" clId="{152A8D8E-FC9A-4326-9172-4A160D290924}" dt="2026-08-04T18:14:26.175" v="1381" actId="20577"/>
          <ac:spMkLst>
            <pc:docMk/>
            <pc:sldMk cId="0" sldId="282"/>
            <ac:spMk id="6" creationId="{8D2FDB9D-DA91-DC63-0224-7ED77A46279C}"/>
          </ac:spMkLst>
        </pc:spChg>
        <pc:spChg chg="add mod">
          <ac:chgData name="Marcos Maillot" userId="fa14b39d-e966-4ebb-a436-4f96f84b9577" providerId="ADAL" clId="{152A8D8E-FC9A-4326-9172-4A160D290924}" dt="2026-08-04T18:14:21.341" v="1378" actId="20577"/>
          <ac:spMkLst>
            <pc:docMk/>
            <pc:sldMk cId="0" sldId="282"/>
            <ac:spMk id="8" creationId="{70152B79-9226-4A0A-14FF-C4BBB77891CF}"/>
          </ac:spMkLst>
        </pc:spChg>
        <pc:spChg chg="add mod">
          <ac:chgData name="Marcos Maillot" userId="fa14b39d-e966-4ebb-a436-4f96f84b9577" providerId="ADAL" clId="{152A8D8E-FC9A-4326-9172-4A160D290924}" dt="2026-08-04T18:14:14.326" v="1374" actId="6549"/>
          <ac:spMkLst>
            <pc:docMk/>
            <pc:sldMk cId="0" sldId="282"/>
            <ac:spMk id="10" creationId="{4BB20C07-B75F-2E36-9CA3-27A80CCD84D4}"/>
          </ac:spMkLst>
        </pc:spChg>
        <pc:spChg chg="add mod">
          <ac:chgData name="Marcos Maillot" userId="fa14b39d-e966-4ebb-a436-4f96f84b9577" providerId="ADAL" clId="{152A8D8E-FC9A-4326-9172-4A160D290924}" dt="2026-08-04T18:14:55.667" v="1387" actId="6549"/>
          <ac:spMkLst>
            <pc:docMk/>
            <pc:sldMk cId="0" sldId="282"/>
            <ac:spMk id="12" creationId="{456A265C-B3F3-ED3C-DDC2-8BB14BBD0279}"/>
          </ac:spMkLst>
        </pc:spChg>
        <pc:spChg chg="add mod">
          <ac:chgData name="Marcos Maillot" userId="fa14b39d-e966-4ebb-a436-4f96f84b9577" providerId="ADAL" clId="{152A8D8E-FC9A-4326-9172-4A160D290924}" dt="2026-08-04T18:14:51.548" v="1386" actId="1076"/>
          <ac:spMkLst>
            <pc:docMk/>
            <pc:sldMk cId="0" sldId="282"/>
            <ac:spMk id="14" creationId="{E21B11B7-DBE6-AB1B-D530-CB8311A3D22D}"/>
          </ac:spMkLst>
        </pc:spChg>
        <pc:spChg chg="add">
          <ac:chgData name="Marcos Maillot" userId="fa14b39d-e966-4ebb-a436-4f96f84b9577" providerId="ADAL" clId="{152A8D8E-FC9A-4326-9172-4A160D290924}" dt="2026-08-04T18:28:28.305" v="1576" actId="22"/>
          <ac:spMkLst>
            <pc:docMk/>
            <pc:sldMk cId="0" sldId="282"/>
            <ac:spMk id="16" creationId="{3DFD8ADB-14D1-5AD2-0E8D-E7A0BFFCCA7A}"/>
          </ac:spMkLst>
        </pc:spChg>
        <pc:spChg chg="add del">
          <ac:chgData name="Marcos Maillot" userId="fa14b39d-e966-4ebb-a436-4f96f84b9577" providerId="ADAL" clId="{152A8D8E-FC9A-4326-9172-4A160D290924}" dt="2026-08-04T18:29:52.807" v="1590" actId="478"/>
          <ac:spMkLst>
            <pc:docMk/>
            <pc:sldMk cId="0" sldId="282"/>
            <ac:spMk id="18" creationId="{7CC04E5E-F3CB-FD7A-BFB1-2F8024C28AAA}"/>
          </ac:spMkLst>
        </pc:spChg>
        <pc:spChg chg="del">
          <ac:chgData name="Marcos Maillot" userId="fa14b39d-e966-4ebb-a436-4f96f84b9577" providerId="ADAL" clId="{152A8D8E-FC9A-4326-9172-4A160D290924}" dt="2026-08-04T18:12:54.057" v="1346" actId="478"/>
          <ac:spMkLst>
            <pc:docMk/>
            <pc:sldMk cId="0" sldId="282"/>
            <ac:spMk id="329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14:43.345" v="1383" actId="478"/>
          <ac:spMkLst>
            <pc:docMk/>
            <pc:sldMk cId="0" sldId="282"/>
            <ac:spMk id="330" creationId="{00000000-0000-0000-0000-000000000000}"/>
          </ac:spMkLst>
        </pc:spChg>
        <pc:spChg chg="add del mod">
          <ac:chgData name="Marcos Maillot" userId="fa14b39d-e966-4ebb-a436-4f96f84b9577" providerId="ADAL" clId="{152A8D8E-FC9A-4326-9172-4A160D290924}" dt="2026-08-04T18:12:40.617" v="1342" actId="478"/>
          <ac:spMkLst>
            <pc:docMk/>
            <pc:sldMk cId="0" sldId="282"/>
            <ac:spMk id="331" creationId="{00000000-0000-0000-0000-000000000000}"/>
          </ac:spMkLst>
        </pc:spChg>
      </pc:sldChg>
      <pc:sldChg chg="addSp delSp modSp mod">
        <pc:chgData name="Marcos Maillot" userId="fa14b39d-e966-4ebb-a436-4f96f84b9577" providerId="ADAL" clId="{152A8D8E-FC9A-4326-9172-4A160D290924}" dt="2026-08-04T18:30:00.548" v="1591" actId="478"/>
        <pc:sldMkLst>
          <pc:docMk/>
          <pc:sldMk cId="0" sldId="283"/>
        </pc:sldMkLst>
        <pc:spChg chg="add mod">
          <ac:chgData name="Marcos Maillot" userId="fa14b39d-e966-4ebb-a436-4f96f84b9577" providerId="ADAL" clId="{152A8D8E-FC9A-4326-9172-4A160D290924}" dt="2026-08-04T18:16:29.620" v="1415" actId="1076"/>
          <ac:spMkLst>
            <pc:docMk/>
            <pc:sldMk cId="0" sldId="283"/>
            <ac:spMk id="3" creationId="{28099E70-37C3-7773-9863-C75517AF67B5}"/>
          </ac:spMkLst>
        </pc:spChg>
        <pc:spChg chg="add">
          <ac:chgData name="Marcos Maillot" userId="fa14b39d-e966-4ebb-a436-4f96f84b9577" providerId="ADAL" clId="{152A8D8E-FC9A-4326-9172-4A160D290924}" dt="2026-08-04T18:16:17.665" v="1411" actId="22"/>
          <ac:spMkLst>
            <pc:docMk/>
            <pc:sldMk cId="0" sldId="283"/>
            <ac:spMk id="5" creationId="{0966B4B8-A4D8-1843-29BF-4F49CA228461}"/>
          </ac:spMkLst>
        </pc:spChg>
        <pc:spChg chg="add mod">
          <ac:chgData name="Marcos Maillot" userId="fa14b39d-e966-4ebb-a436-4f96f84b9577" providerId="ADAL" clId="{152A8D8E-FC9A-4326-9172-4A160D290924}" dt="2026-08-04T18:16:36.139" v="1416" actId="1076"/>
          <ac:spMkLst>
            <pc:docMk/>
            <pc:sldMk cId="0" sldId="283"/>
            <ac:spMk id="7" creationId="{3F93CB4B-0856-8167-6027-C245F1CBDB5E}"/>
          </ac:spMkLst>
        </pc:spChg>
        <pc:spChg chg="add mod">
          <ac:chgData name="Marcos Maillot" userId="fa14b39d-e966-4ebb-a436-4f96f84b9577" providerId="ADAL" clId="{152A8D8E-FC9A-4326-9172-4A160D290924}" dt="2026-08-04T18:17:02.099" v="1428" actId="1076"/>
          <ac:spMkLst>
            <pc:docMk/>
            <pc:sldMk cId="0" sldId="283"/>
            <ac:spMk id="9" creationId="{758E2305-4FB3-FE53-9FBF-2E162F817C83}"/>
          </ac:spMkLst>
        </pc:spChg>
        <pc:spChg chg="add mod">
          <ac:chgData name="Marcos Maillot" userId="fa14b39d-e966-4ebb-a436-4f96f84b9577" providerId="ADAL" clId="{152A8D8E-FC9A-4326-9172-4A160D290924}" dt="2026-08-04T18:18:51.164" v="1438" actId="1076"/>
          <ac:spMkLst>
            <pc:docMk/>
            <pc:sldMk cId="0" sldId="283"/>
            <ac:spMk id="11" creationId="{235951C1-4E07-AC23-A28C-2A253A85B033}"/>
          </ac:spMkLst>
        </pc:spChg>
        <pc:spChg chg="add mod">
          <ac:chgData name="Marcos Maillot" userId="fa14b39d-e966-4ebb-a436-4f96f84b9577" providerId="ADAL" clId="{152A8D8E-FC9A-4326-9172-4A160D290924}" dt="2026-08-04T18:18:51.164" v="1438" actId="1076"/>
          <ac:spMkLst>
            <pc:docMk/>
            <pc:sldMk cId="0" sldId="283"/>
            <ac:spMk id="13" creationId="{92E3EDD2-A808-0A50-0D2F-C04206116DA5}"/>
          </ac:spMkLst>
        </pc:spChg>
        <pc:spChg chg="add mod">
          <ac:chgData name="Marcos Maillot" userId="fa14b39d-e966-4ebb-a436-4f96f84b9577" providerId="ADAL" clId="{152A8D8E-FC9A-4326-9172-4A160D290924}" dt="2026-08-04T18:18:51.164" v="1438" actId="1076"/>
          <ac:spMkLst>
            <pc:docMk/>
            <pc:sldMk cId="0" sldId="283"/>
            <ac:spMk id="15" creationId="{2BCF2512-19F7-F607-C875-04693C8EBE0F}"/>
          </ac:spMkLst>
        </pc:spChg>
        <pc:spChg chg="add mod">
          <ac:chgData name="Marcos Maillot" userId="fa14b39d-e966-4ebb-a436-4f96f84b9577" providerId="ADAL" clId="{152A8D8E-FC9A-4326-9172-4A160D290924}" dt="2026-08-04T18:18:51.164" v="1438" actId="1076"/>
          <ac:spMkLst>
            <pc:docMk/>
            <pc:sldMk cId="0" sldId="283"/>
            <ac:spMk id="17" creationId="{AA3C5565-8001-6C65-7473-D4514D582DF8}"/>
          </ac:spMkLst>
        </pc:spChg>
        <pc:spChg chg="add mod">
          <ac:chgData name="Marcos Maillot" userId="fa14b39d-e966-4ebb-a436-4f96f84b9577" providerId="ADAL" clId="{152A8D8E-FC9A-4326-9172-4A160D290924}" dt="2026-08-04T18:28:33.356" v="1578" actId="1076"/>
          <ac:spMkLst>
            <pc:docMk/>
            <pc:sldMk cId="0" sldId="283"/>
            <ac:spMk id="19" creationId="{D6ACD0F3-B216-587B-C36F-A4AFC645F9B7}"/>
          </ac:spMkLst>
        </pc:spChg>
        <pc:spChg chg="add del mod">
          <ac:chgData name="Marcos Maillot" userId="fa14b39d-e966-4ebb-a436-4f96f84b9577" providerId="ADAL" clId="{152A8D8E-FC9A-4326-9172-4A160D290924}" dt="2026-08-04T18:30:00.548" v="1591" actId="478"/>
          <ac:spMkLst>
            <pc:docMk/>
            <pc:sldMk cId="0" sldId="283"/>
            <ac:spMk id="21" creationId="{F620A25C-65F9-1F9D-C66A-A11E8C1A4D36}"/>
          </ac:spMkLst>
        </pc:spChg>
        <pc:spChg chg="del">
          <ac:chgData name="Marcos Maillot" userId="fa14b39d-e966-4ebb-a436-4f96f84b9577" providerId="ADAL" clId="{152A8D8E-FC9A-4326-9172-4A160D290924}" dt="2026-08-04T18:18:43.406" v="1437" actId="478"/>
          <ac:spMkLst>
            <pc:docMk/>
            <pc:sldMk cId="0" sldId="283"/>
            <ac:spMk id="339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16:17.197" v="1410" actId="478"/>
          <ac:spMkLst>
            <pc:docMk/>
            <pc:sldMk cId="0" sldId="283"/>
            <ac:spMk id="340" creationId="{00000000-0000-0000-0000-000000000000}"/>
          </ac:spMkLst>
        </pc:spChg>
        <pc:spChg chg="del mod">
          <ac:chgData name="Marcos Maillot" userId="fa14b39d-e966-4ebb-a436-4f96f84b9577" providerId="ADAL" clId="{152A8D8E-FC9A-4326-9172-4A160D290924}" dt="2026-08-04T18:16:40.031" v="1418" actId="478"/>
          <ac:spMkLst>
            <pc:docMk/>
            <pc:sldMk cId="0" sldId="283"/>
            <ac:spMk id="341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15:59.872" v="1406" actId="478"/>
          <ac:spMkLst>
            <pc:docMk/>
            <pc:sldMk cId="0" sldId="283"/>
            <ac:spMk id="342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16:17.197" v="1410" actId="478"/>
          <ac:spMkLst>
            <pc:docMk/>
            <pc:sldMk cId="0" sldId="283"/>
            <ac:spMk id="343" creationId="{00000000-0000-0000-0000-000000000000}"/>
          </ac:spMkLst>
        </pc:spChg>
      </pc:sldChg>
      <pc:sldChg chg="addSp delSp modSp mod">
        <pc:chgData name="Marcos Maillot" userId="fa14b39d-e966-4ebb-a436-4f96f84b9577" providerId="ADAL" clId="{152A8D8E-FC9A-4326-9172-4A160D290924}" dt="2026-08-04T18:30:03.847" v="1592" actId="478"/>
        <pc:sldMkLst>
          <pc:docMk/>
          <pc:sldMk cId="0" sldId="284"/>
        </pc:sldMkLst>
        <pc:spChg chg="add mod">
          <ac:chgData name="Marcos Maillot" userId="fa14b39d-e966-4ebb-a436-4f96f84b9577" providerId="ADAL" clId="{152A8D8E-FC9A-4326-9172-4A160D290924}" dt="2026-08-04T18:20:43.059" v="1511" actId="1076"/>
          <ac:spMkLst>
            <pc:docMk/>
            <pc:sldMk cId="0" sldId="284"/>
            <ac:spMk id="3" creationId="{EAC38B4D-BD18-6BEE-2FC4-ED99474EC123}"/>
          </ac:spMkLst>
        </pc:spChg>
        <pc:spChg chg="add">
          <ac:chgData name="Marcos Maillot" userId="fa14b39d-e966-4ebb-a436-4f96f84b9577" providerId="ADAL" clId="{152A8D8E-FC9A-4326-9172-4A160D290924}" dt="2026-08-04T18:17:34.829" v="1430" actId="22"/>
          <ac:spMkLst>
            <pc:docMk/>
            <pc:sldMk cId="0" sldId="284"/>
            <ac:spMk id="5" creationId="{4CA535E1-8FE4-ED8D-894B-50C9C8092222}"/>
          </ac:spMkLst>
        </pc:spChg>
        <pc:spChg chg="add">
          <ac:chgData name="Marcos Maillot" userId="fa14b39d-e966-4ebb-a436-4f96f84b9577" providerId="ADAL" clId="{152A8D8E-FC9A-4326-9172-4A160D290924}" dt="2026-08-04T18:17:34.829" v="1430" actId="22"/>
          <ac:spMkLst>
            <pc:docMk/>
            <pc:sldMk cId="0" sldId="284"/>
            <ac:spMk id="7" creationId="{C4E536A9-23AF-A752-775D-F84F99B52C0F}"/>
          </ac:spMkLst>
        </pc:spChg>
        <pc:spChg chg="add">
          <ac:chgData name="Marcos Maillot" userId="fa14b39d-e966-4ebb-a436-4f96f84b9577" providerId="ADAL" clId="{152A8D8E-FC9A-4326-9172-4A160D290924}" dt="2026-08-04T18:17:34.829" v="1430" actId="22"/>
          <ac:spMkLst>
            <pc:docMk/>
            <pc:sldMk cId="0" sldId="284"/>
            <ac:spMk id="9" creationId="{2700D0FE-7B47-3E52-9937-0F321202783A}"/>
          </ac:spMkLst>
        </pc:spChg>
        <pc:spChg chg="add mod">
          <ac:chgData name="Marcos Maillot" userId="fa14b39d-e966-4ebb-a436-4f96f84b9577" providerId="ADAL" clId="{152A8D8E-FC9A-4326-9172-4A160D290924}" dt="2026-08-04T18:18:57.948" v="1440" actId="1076"/>
          <ac:spMkLst>
            <pc:docMk/>
            <pc:sldMk cId="0" sldId="284"/>
            <ac:spMk id="11" creationId="{117B3E99-C8B5-0E69-F7A6-C77DE6115CE4}"/>
          </ac:spMkLst>
        </pc:spChg>
        <pc:spChg chg="add mod">
          <ac:chgData name="Marcos Maillot" userId="fa14b39d-e966-4ebb-a436-4f96f84b9577" providerId="ADAL" clId="{152A8D8E-FC9A-4326-9172-4A160D290924}" dt="2026-08-04T18:18:57.948" v="1440" actId="1076"/>
          <ac:spMkLst>
            <pc:docMk/>
            <pc:sldMk cId="0" sldId="284"/>
            <ac:spMk id="13" creationId="{4C98C64B-958D-2050-F13B-2CC45D5B1E60}"/>
          </ac:spMkLst>
        </pc:spChg>
        <pc:spChg chg="add mod">
          <ac:chgData name="Marcos Maillot" userId="fa14b39d-e966-4ebb-a436-4f96f84b9577" providerId="ADAL" clId="{152A8D8E-FC9A-4326-9172-4A160D290924}" dt="2026-08-04T18:18:57.948" v="1440" actId="1076"/>
          <ac:spMkLst>
            <pc:docMk/>
            <pc:sldMk cId="0" sldId="284"/>
            <ac:spMk id="15" creationId="{C661ECB0-E3FC-FC96-A0B2-330D6F4AE175}"/>
          </ac:spMkLst>
        </pc:spChg>
        <pc:spChg chg="add mod">
          <ac:chgData name="Marcos Maillot" userId="fa14b39d-e966-4ebb-a436-4f96f84b9577" providerId="ADAL" clId="{152A8D8E-FC9A-4326-9172-4A160D290924}" dt="2026-08-04T18:18:57.948" v="1440" actId="1076"/>
          <ac:spMkLst>
            <pc:docMk/>
            <pc:sldMk cId="0" sldId="284"/>
            <ac:spMk id="17" creationId="{5DD25B6D-7E93-D1E0-A242-DEBFF0B0200E}"/>
          </ac:spMkLst>
        </pc:spChg>
        <pc:spChg chg="add mod">
          <ac:chgData name="Marcos Maillot" userId="fa14b39d-e966-4ebb-a436-4f96f84b9577" providerId="ADAL" clId="{152A8D8E-FC9A-4326-9172-4A160D290924}" dt="2026-08-04T18:20:46.307" v="1512" actId="1076"/>
          <ac:spMkLst>
            <pc:docMk/>
            <pc:sldMk cId="0" sldId="284"/>
            <ac:spMk id="18" creationId="{C9FE1C75-F242-5530-6501-66FFAA187033}"/>
          </ac:spMkLst>
        </pc:spChg>
        <pc:spChg chg="add mod">
          <ac:chgData name="Marcos Maillot" userId="fa14b39d-e966-4ebb-a436-4f96f84b9577" providerId="ADAL" clId="{152A8D8E-FC9A-4326-9172-4A160D290924}" dt="2026-08-04T18:20:20.011" v="1491" actId="20577"/>
          <ac:spMkLst>
            <pc:docMk/>
            <pc:sldMk cId="0" sldId="284"/>
            <ac:spMk id="20" creationId="{87BD7BBC-AD9A-027C-DB28-6A0FD13DCF52}"/>
          </ac:spMkLst>
        </pc:spChg>
        <pc:spChg chg="add mod">
          <ac:chgData name="Marcos Maillot" userId="fa14b39d-e966-4ebb-a436-4f96f84b9577" providerId="ADAL" clId="{152A8D8E-FC9A-4326-9172-4A160D290924}" dt="2026-08-04T18:28:39.597" v="1580" actId="1076"/>
          <ac:spMkLst>
            <pc:docMk/>
            <pc:sldMk cId="0" sldId="284"/>
            <ac:spMk id="22" creationId="{B4B269DC-E69C-0943-ACBD-BE4DB859D486}"/>
          </ac:spMkLst>
        </pc:spChg>
        <pc:spChg chg="add del mod">
          <ac:chgData name="Marcos Maillot" userId="fa14b39d-e966-4ebb-a436-4f96f84b9577" providerId="ADAL" clId="{152A8D8E-FC9A-4326-9172-4A160D290924}" dt="2026-08-04T18:30:03.847" v="1592" actId="478"/>
          <ac:spMkLst>
            <pc:docMk/>
            <pc:sldMk cId="0" sldId="284"/>
            <ac:spMk id="24" creationId="{570178D0-4587-7073-105E-0F962FE6CA72}"/>
          </ac:spMkLst>
        </pc:spChg>
        <pc:spChg chg="del">
          <ac:chgData name="Marcos Maillot" userId="fa14b39d-e966-4ebb-a436-4f96f84b9577" providerId="ADAL" clId="{152A8D8E-FC9A-4326-9172-4A160D290924}" dt="2026-08-04T18:17:25.076" v="1429" actId="478"/>
          <ac:spMkLst>
            <pc:docMk/>
            <pc:sldMk cId="0" sldId="284"/>
            <ac:spMk id="354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17:25.076" v="1429" actId="478"/>
          <ac:spMkLst>
            <pc:docMk/>
            <pc:sldMk cId="0" sldId="284"/>
            <ac:spMk id="355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17:25.076" v="1429" actId="478"/>
          <ac:spMkLst>
            <pc:docMk/>
            <pc:sldMk cId="0" sldId="284"/>
            <ac:spMk id="356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17:25.076" v="1429" actId="478"/>
          <ac:spMkLst>
            <pc:docMk/>
            <pc:sldMk cId="0" sldId="284"/>
            <ac:spMk id="357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17:25.076" v="1429" actId="478"/>
          <ac:spMkLst>
            <pc:docMk/>
            <pc:sldMk cId="0" sldId="284"/>
            <ac:spMk id="358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17:25.076" v="1429" actId="478"/>
          <ac:spMkLst>
            <pc:docMk/>
            <pc:sldMk cId="0" sldId="284"/>
            <ac:spMk id="359" creationId="{00000000-0000-0000-0000-000000000000}"/>
          </ac:spMkLst>
        </pc:spChg>
        <pc:spChg chg="del mod">
          <ac:chgData name="Marcos Maillot" userId="fa14b39d-e966-4ebb-a436-4f96f84b9577" providerId="ADAL" clId="{152A8D8E-FC9A-4326-9172-4A160D290924}" dt="2026-08-04T18:17:25.076" v="1429" actId="478"/>
          <ac:spMkLst>
            <pc:docMk/>
            <pc:sldMk cId="0" sldId="284"/>
            <ac:spMk id="360" creationId="{00000000-0000-0000-0000-000000000000}"/>
          </ac:spMkLst>
        </pc:spChg>
      </pc:sldChg>
      <pc:sldChg chg="addSp delSp modSp mod">
        <pc:chgData name="Marcos Maillot" userId="fa14b39d-e966-4ebb-a436-4f96f84b9577" providerId="ADAL" clId="{152A8D8E-FC9A-4326-9172-4A160D290924}" dt="2026-08-04T18:30:08.380" v="1593" actId="478"/>
        <pc:sldMkLst>
          <pc:docMk/>
          <pc:sldMk cId="0" sldId="285"/>
        </pc:sldMkLst>
        <pc:spChg chg="add">
          <ac:chgData name="Marcos Maillot" userId="fa14b39d-e966-4ebb-a436-4f96f84b9577" providerId="ADAL" clId="{152A8D8E-FC9A-4326-9172-4A160D290924}" dt="2026-08-04T18:21:28.818" v="1514" actId="22"/>
          <ac:spMkLst>
            <pc:docMk/>
            <pc:sldMk cId="0" sldId="285"/>
            <ac:spMk id="3" creationId="{C71DC152-822A-E32A-2331-7880993551BE}"/>
          </ac:spMkLst>
        </pc:spChg>
        <pc:spChg chg="add">
          <ac:chgData name="Marcos Maillot" userId="fa14b39d-e966-4ebb-a436-4f96f84b9577" providerId="ADAL" clId="{152A8D8E-FC9A-4326-9172-4A160D290924}" dt="2026-08-04T18:21:28.818" v="1514" actId="22"/>
          <ac:spMkLst>
            <pc:docMk/>
            <pc:sldMk cId="0" sldId="285"/>
            <ac:spMk id="5" creationId="{5A3A9244-7610-A904-429E-0ADB580A007C}"/>
          </ac:spMkLst>
        </pc:spChg>
        <pc:spChg chg="add">
          <ac:chgData name="Marcos Maillot" userId="fa14b39d-e966-4ebb-a436-4f96f84b9577" providerId="ADAL" clId="{152A8D8E-FC9A-4326-9172-4A160D290924}" dt="2026-08-04T18:21:28.818" v="1514" actId="22"/>
          <ac:spMkLst>
            <pc:docMk/>
            <pc:sldMk cId="0" sldId="285"/>
            <ac:spMk id="7" creationId="{DD6AAF23-5013-5CD6-B538-6A13EA59F05B}"/>
          </ac:spMkLst>
        </pc:spChg>
        <pc:spChg chg="add">
          <ac:chgData name="Marcos Maillot" userId="fa14b39d-e966-4ebb-a436-4f96f84b9577" providerId="ADAL" clId="{152A8D8E-FC9A-4326-9172-4A160D290924}" dt="2026-08-04T18:21:28.818" v="1514" actId="22"/>
          <ac:spMkLst>
            <pc:docMk/>
            <pc:sldMk cId="0" sldId="285"/>
            <ac:spMk id="9" creationId="{4FEC8E6E-65AC-130B-F3E4-9276C1C377BB}"/>
          </ac:spMkLst>
        </pc:spChg>
        <pc:spChg chg="add">
          <ac:chgData name="Marcos Maillot" userId="fa14b39d-e966-4ebb-a436-4f96f84b9577" providerId="ADAL" clId="{152A8D8E-FC9A-4326-9172-4A160D290924}" dt="2026-08-04T18:21:28.818" v="1514" actId="22"/>
          <ac:spMkLst>
            <pc:docMk/>
            <pc:sldMk cId="0" sldId="285"/>
            <ac:spMk id="12" creationId="{E6157F6E-D7F0-3BA7-0FCF-ABA843DA31D3}"/>
          </ac:spMkLst>
        </pc:spChg>
        <pc:spChg chg="add">
          <ac:chgData name="Marcos Maillot" userId="fa14b39d-e966-4ebb-a436-4f96f84b9577" providerId="ADAL" clId="{152A8D8E-FC9A-4326-9172-4A160D290924}" dt="2026-08-04T18:21:28.818" v="1514" actId="22"/>
          <ac:spMkLst>
            <pc:docMk/>
            <pc:sldMk cId="0" sldId="285"/>
            <ac:spMk id="14" creationId="{B7D781D0-C0FF-500C-8BCF-678D76D8BB97}"/>
          </ac:spMkLst>
        </pc:spChg>
        <pc:spChg chg="add">
          <ac:chgData name="Marcos Maillot" userId="fa14b39d-e966-4ebb-a436-4f96f84b9577" providerId="ADAL" clId="{152A8D8E-FC9A-4326-9172-4A160D290924}" dt="2026-08-04T18:21:28.818" v="1514" actId="22"/>
          <ac:spMkLst>
            <pc:docMk/>
            <pc:sldMk cId="0" sldId="285"/>
            <ac:spMk id="16" creationId="{CA2C12D3-2084-BAF4-C5AD-773D7D8E9CE6}"/>
          </ac:spMkLst>
        </pc:spChg>
        <pc:spChg chg="add">
          <ac:chgData name="Marcos Maillot" userId="fa14b39d-e966-4ebb-a436-4f96f84b9577" providerId="ADAL" clId="{152A8D8E-FC9A-4326-9172-4A160D290924}" dt="2026-08-04T18:21:28.818" v="1514" actId="22"/>
          <ac:spMkLst>
            <pc:docMk/>
            <pc:sldMk cId="0" sldId="285"/>
            <ac:spMk id="18" creationId="{C4B68F5F-E7BE-1158-EF9B-10DCB4DF0CC4}"/>
          </ac:spMkLst>
        </pc:spChg>
        <pc:spChg chg="add">
          <ac:chgData name="Marcos Maillot" userId="fa14b39d-e966-4ebb-a436-4f96f84b9577" providerId="ADAL" clId="{152A8D8E-FC9A-4326-9172-4A160D290924}" dt="2026-08-04T18:21:28.818" v="1514" actId="22"/>
          <ac:spMkLst>
            <pc:docMk/>
            <pc:sldMk cId="0" sldId="285"/>
            <ac:spMk id="20" creationId="{F30047E5-560A-74F9-291D-6D826F8B81E1}"/>
          </ac:spMkLst>
        </pc:spChg>
        <pc:spChg chg="add">
          <ac:chgData name="Marcos Maillot" userId="fa14b39d-e966-4ebb-a436-4f96f84b9577" providerId="ADAL" clId="{152A8D8E-FC9A-4326-9172-4A160D290924}" dt="2026-08-04T18:21:28.818" v="1514" actId="22"/>
          <ac:spMkLst>
            <pc:docMk/>
            <pc:sldMk cId="0" sldId="285"/>
            <ac:spMk id="22" creationId="{E9733DD5-F74A-A090-156F-FB4F59EFE68F}"/>
          </ac:spMkLst>
        </pc:spChg>
        <pc:spChg chg="add mod">
          <ac:chgData name="Marcos Maillot" userId="fa14b39d-e966-4ebb-a436-4f96f84b9577" providerId="ADAL" clId="{152A8D8E-FC9A-4326-9172-4A160D290924}" dt="2026-08-04T18:28:45.972" v="1582" actId="1076"/>
          <ac:spMkLst>
            <pc:docMk/>
            <pc:sldMk cId="0" sldId="285"/>
            <ac:spMk id="24" creationId="{D9C43B6F-50D9-7B2C-5123-F017FFF0A69B}"/>
          </ac:spMkLst>
        </pc:spChg>
        <pc:spChg chg="add del mod">
          <ac:chgData name="Marcos Maillot" userId="fa14b39d-e966-4ebb-a436-4f96f84b9577" providerId="ADAL" clId="{152A8D8E-FC9A-4326-9172-4A160D290924}" dt="2026-08-04T18:30:08.380" v="1593" actId="478"/>
          <ac:spMkLst>
            <pc:docMk/>
            <pc:sldMk cId="0" sldId="285"/>
            <ac:spMk id="26" creationId="{9542207F-559F-8BC5-4794-6D0DF610D4C9}"/>
          </ac:spMkLst>
        </pc:spChg>
        <pc:spChg chg="del">
          <ac:chgData name="Marcos Maillot" userId="fa14b39d-e966-4ebb-a436-4f96f84b9577" providerId="ADAL" clId="{152A8D8E-FC9A-4326-9172-4A160D290924}" dt="2026-08-04T18:23:27.239" v="1533" actId="478"/>
          <ac:spMkLst>
            <pc:docMk/>
            <pc:sldMk cId="0" sldId="285"/>
            <ac:spMk id="371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21:17.397" v="1513" actId="478"/>
          <ac:spMkLst>
            <pc:docMk/>
            <pc:sldMk cId="0" sldId="285"/>
            <ac:spMk id="373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21:17.397" v="1513" actId="478"/>
          <ac:spMkLst>
            <pc:docMk/>
            <pc:sldMk cId="0" sldId="285"/>
            <ac:spMk id="374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21:17.397" v="1513" actId="478"/>
          <ac:spMkLst>
            <pc:docMk/>
            <pc:sldMk cId="0" sldId="285"/>
            <ac:spMk id="375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21:17.397" v="1513" actId="478"/>
          <ac:spMkLst>
            <pc:docMk/>
            <pc:sldMk cId="0" sldId="285"/>
            <ac:spMk id="376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21:17.397" v="1513" actId="478"/>
          <ac:spMkLst>
            <pc:docMk/>
            <pc:sldMk cId="0" sldId="285"/>
            <ac:spMk id="377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21:17.397" v="1513" actId="478"/>
          <ac:spMkLst>
            <pc:docMk/>
            <pc:sldMk cId="0" sldId="285"/>
            <ac:spMk id="380" creationId="{00000000-0000-0000-0000-000000000000}"/>
          </ac:spMkLst>
        </pc:spChg>
        <pc:picChg chg="add del">
          <ac:chgData name="Marcos Maillot" userId="fa14b39d-e966-4ebb-a436-4f96f84b9577" providerId="ADAL" clId="{152A8D8E-FC9A-4326-9172-4A160D290924}" dt="2026-08-04T18:23:24.928" v="1532" actId="478"/>
          <ac:picMkLst>
            <pc:docMk/>
            <pc:sldMk cId="0" sldId="285"/>
            <ac:picMk id="370" creationId="{00000000-0000-0000-0000-000000000000}"/>
          </ac:picMkLst>
        </pc:picChg>
      </pc:sldChg>
      <pc:sldChg chg="addSp delSp modSp mod">
        <pc:chgData name="Marcos Maillot" userId="fa14b39d-e966-4ebb-a436-4f96f84b9577" providerId="ADAL" clId="{152A8D8E-FC9A-4326-9172-4A160D290924}" dt="2026-08-04T18:29:10.377" v="1588" actId="478"/>
        <pc:sldMkLst>
          <pc:docMk/>
          <pc:sldMk cId="0" sldId="286"/>
        </pc:sldMkLst>
        <pc:spChg chg="add mod">
          <ac:chgData name="Marcos Maillot" userId="fa14b39d-e966-4ebb-a436-4f96f84b9577" providerId="ADAL" clId="{152A8D8E-FC9A-4326-9172-4A160D290924}" dt="2026-08-04T18:22:30.283" v="1521" actId="1076"/>
          <ac:spMkLst>
            <pc:docMk/>
            <pc:sldMk cId="0" sldId="286"/>
            <ac:spMk id="2" creationId="{70CF3DC0-2F37-9FA4-2564-20B41EE2957E}"/>
          </ac:spMkLst>
        </pc:spChg>
        <pc:spChg chg="add del mod">
          <ac:chgData name="Marcos Maillot" userId="fa14b39d-e966-4ebb-a436-4f96f84b9577" providerId="ADAL" clId="{152A8D8E-FC9A-4326-9172-4A160D290924}" dt="2026-08-04T18:23:14.946" v="1530" actId="478"/>
          <ac:spMkLst>
            <pc:docMk/>
            <pc:sldMk cId="0" sldId="286"/>
            <ac:spMk id="3" creationId="{C1DCAE63-AB40-D378-69CE-94FD6A222CAF}"/>
          </ac:spMkLst>
        </pc:spChg>
        <pc:spChg chg="add del mod">
          <ac:chgData name="Marcos Maillot" userId="fa14b39d-e966-4ebb-a436-4f96f84b9577" providerId="ADAL" clId="{152A8D8E-FC9A-4326-9172-4A160D290924}" dt="2026-08-04T18:23:09.519" v="1529" actId="478"/>
          <ac:spMkLst>
            <pc:docMk/>
            <pc:sldMk cId="0" sldId="286"/>
            <ac:spMk id="4" creationId="{3C463D28-075B-B6C9-1F44-E30A161CBF20}"/>
          </ac:spMkLst>
        </pc:spChg>
        <pc:spChg chg="add mod">
          <ac:chgData name="Marcos Maillot" userId="fa14b39d-e966-4ebb-a436-4f96f84b9577" providerId="ADAL" clId="{152A8D8E-FC9A-4326-9172-4A160D290924}" dt="2026-08-04T18:23:00.569" v="1528"/>
          <ac:spMkLst>
            <pc:docMk/>
            <pc:sldMk cId="0" sldId="286"/>
            <ac:spMk id="5" creationId="{C604CC01-42C3-7119-38FC-4B1CEC9D6F9A}"/>
          </ac:spMkLst>
        </pc:spChg>
        <pc:spChg chg="del">
          <ac:chgData name="Marcos Maillot" userId="fa14b39d-e966-4ebb-a436-4f96f84b9577" providerId="ADAL" clId="{152A8D8E-FC9A-4326-9172-4A160D290924}" dt="2026-08-04T18:29:10.377" v="1588" actId="478"/>
          <ac:spMkLst>
            <pc:docMk/>
            <pc:sldMk cId="0" sldId="286"/>
            <ac:spMk id="6" creationId="{743A7196-3B9C-3B3D-FE5F-B225F44383E9}"/>
          </ac:spMkLst>
        </pc:spChg>
        <pc:spChg chg="add mod">
          <ac:chgData name="Marcos Maillot" userId="fa14b39d-e966-4ebb-a436-4f96f84b9577" providerId="ADAL" clId="{152A8D8E-FC9A-4326-9172-4A160D290924}" dt="2026-08-04T18:23:00.569" v="1528"/>
          <ac:spMkLst>
            <pc:docMk/>
            <pc:sldMk cId="0" sldId="286"/>
            <ac:spMk id="9" creationId="{01CB3321-EB3A-09B2-D4A4-39F66DAB8F9C}"/>
          </ac:spMkLst>
        </pc:spChg>
        <pc:spChg chg="add mod">
          <ac:chgData name="Marcos Maillot" userId="fa14b39d-e966-4ebb-a436-4f96f84b9577" providerId="ADAL" clId="{152A8D8E-FC9A-4326-9172-4A160D290924}" dt="2026-08-04T18:23:00.569" v="1528"/>
          <ac:spMkLst>
            <pc:docMk/>
            <pc:sldMk cId="0" sldId="286"/>
            <ac:spMk id="11" creationId="{01E97C90-F338-72F3-74B8-53A1DE915E65}"/>
          </ac:spMkLst>
        </pc:spChg>
        <pc:spChg chg="add mod">
          <ac:chgData name="Marcos Maillot" userId="fa14b39d-e966-4ebb-a436-4f96f84b9577" providerId="ADAL" clId="{152A8D8E-FC9A-4326-9172-4A160D290924}" dt="2026-08-04T18:23:00.569" v="1528"/>
          <ac:spMkLst>
            <pc:docMk/>
            <pc:sldMk cId="0" sldId="286"/>
            <ac:spMk id="12" creationId="{392A17BB-A747-0108-69F3-609F9130F927}"/>
          </ac:spMkLst>
        </pc:spChg>
        <pc:spChg chg="add mod">
          <ac:chgData name="Marcos Maillot" userId="fa14b39d-e966-4ebb-a436-4f96f84b9577" providerId="ADAL" clId="{152A8D8E-FC9A-4326-9172-4A160D290924}" dt="2026-08-04T18:23:00.569" v="1528"/>
          <ac:spMkLst>
            <pc:docMk/>
            <pc:sldMk cId="0" sldId="286"/>
            <ac:spMk id="13" creationId="{0C63E53A-6CA6-CEF5-A324-934EF135DD5F}"/>
          </ac:spMkLst>
        </pc:spChg>
        <pc:spChg chg="add mod">
          <ac:chgData name="Marcos Maillot" userId="fa14b39d-e966-4ebb-a436-4f96f84b9577" providerId="ADAL" clId="{152A8D8E-FC9A-4326-9172-4A160D290924}" dt="2026-08-04T18:23:00.569" v="1528"/>
          <ac:spMkLst>
            <pc:docMk/>
            <pc:sldMk cId="0" sldId="286"/>
            <ac:spMk id="14" creationId="{C629CF78-3645-10A2-CFAD-9009C8B9836A}"/>
          </ac:spMkLst>
        </pc:spChg>
        <pc:spChg chg="add mod">
          <ac:chgData name="Marcos Maillot" userId="fa14b39d-e966-4ebb-a436-4f96f84b9577" providerId="ADAL" clId="{152A8D8E-FC9A-4326-9172-4A160D290924}" dt="2026-08-04T18:23:00.569" v="1528"/>
          <ac:spMkLst>
            <pc:docMk/>
            <pc:sldMk cId="0" sldId="286"/>
            <ac:spMk id="15" creationId="{3FCB3B6A-B3FC-CFCA-3B48-EBE6340E63CF}"/>
          </ac:spMkLst>
        </pc:spChg>
        <pc:spChg chg="del mod">
          <ac:chgData name="Marcos Maillot" userId="fa14b39d-e966-4ebb-a436-4f96f84b9577" providerId="ADAL" clId="{152A8D8E-FC9A-4326-9172-4A160D290924}" dt="2026-08-04T18:23:50.318" v="1535" actId="478"/>
          <ac:spMkLst>
            <pc:docMk/>
            <pc:sldMk cId="0" sldId="286"/>
            <ac:spMk id="16" creationId="{DC9D2690-8CD1-3911-3FB9-9FCFCDAEC17C}"/>
          </ac:spMkLst>
        </pc:spChg>
        <pc:spChg chg="add mod">
          <ac:chgData name="Marcos Maillot" userId="fa14b39d-e966-4ebb-a436-4f96f84b9577" providerId="ADAL" clId="{152A8D8E-FC9A-4326-9172-4A160D290924}" dt="2026-08-04T18:23:00.569" v="1528"/>
          <ac:spMkLst>
            <pc:docMk/>
            <pc:sldMk cId="0" sldId="286"/>
            <ac:spMk id="17" creationId="{D138EC3C-C7EF-2032-075D-17C116925D06}"/>
          </ac:spMkLst>
        </pc:spChg>
        <pc:spChg chg="add">
          <ac:chgData name="Marcos Maillot" userId="fa14b39d-e966-4ebb-a436-4f96f84b9577" providerId="ADAL" clId="{152A8D8E-FC9A-4326-9172-4A160D290924}" dt="2026-08-04T18:24:01.988" v="1539" actId="22"/>
          <ac:spMkLst>
            <pc:docMk/>
            <pc:sldMk cId="0" sldId="286"/>
            <ac:spMk id="19" creationId="{76EC3FA7-3376-C7D5-923D-A809FCAA11C3}"/>
          </ac:spMkLst>
        </pc:spChg>
        <pc:spChg chg="add del">
          <ac:chgData name="Marcos Maillot" userId="fa14b39d-e966-4ebb-a436-4f96f84b9577" providerId="ADAL" clId="{152A8D8E-FC9A-4326-9172-4A160D290924}" dt="2026-08-04T18:28:59.889" v="1586" actId="478"/>
          <ac:spMkLst>
            <pc:docMk/>
            <pc:sldMk cId="0" sldId="286"/>
            <ac:spMk id="21" creationId="{6C31F16B-6253-B9CF-1491-23EAC432C9B7}"/>
          </ac:spMkLst>
        </pc:spChg>
        <pc:spChg chg="add del mod">
          <ac:chgData name="Marcos Maillot" userId="fa14b39d-e966-4ebb-a436-4f96f84b9577" providerId="ADAL" clId="{152A8D8E-FC9A-4326-9172-4A160D290924}" dt="2026-08-04T18:29:03.053" v="1587" actId="1076"/>
          <ac:spMkLst>
            <pc:docMk/>
            <pc:sldMk cId="0" sldId="286"/>
            <ac:spMk id="23" creationId="{5EF01DF1-E480-B58B-7FDF-98F11AB646F6}"/>
          </ac:spMkLst>
        </pc:spChg>
        <pc:spChg chg="del">
          <ac:chgData name="Marcos Maillot" userId="fa14b39d-e966-4ebb-a436-4f96f84b9577" providerId="ADAL" clId="{152A8D8E-FC9A-4326-9172-4A160D290924}" dt="2026-08-04T18:22:47.688" v="1526" actId="478"/>
          <ac:spMkLst>
            <pc:docMk/>
            <pc:sldMk cId="0" sldId="286"/>
            <ac:spMk id="387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22:47.688" v="1526" actId="478"/>
          <ac:spMkLst>
            <pc:docMk/>
            <pc:sldMk cId="0" sldId="286"/>
            <ac:spMk id="389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22:47.688" v="1526" actId="478"/>
          <ac:spMkLst>
            <pc:docMk/>
            <pc:sldMk cId="0" sldId="286"/>
            <ac:spMk id="391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22:47.688" v="1526" actId="478"/>
          <ac:spMkLst>
            <pc:docMk/>
            <pc:sldMk cId="0" sldId="286"/>
            <ac:spMk id="392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22:49.761" v="1527" actId="478"/>
          <ac:spMkLst>
            <pc:docMk/>
            <pc:sldMk cId="0" sldId="286"/>
            <ac:spMk id="393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22:47.688" v="1526" actId="478"/>
          <ac:spMkLst>
            <pc:docMk/>
            <pc:sldMk cId="0" sldId="286"/>
            <ac:spMk id="394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22:44.066" v="1525" actId="478"/>
          <ac:spMkLst>
            <pc:docMk/>
            <pc:sldMk cId="0" sldId="286"/>
            <ac:spMk id="395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22:44.066" v="1525" actId="478"/>
          <ac:spMkLst>
            <pc:docMk/>
            <pc:sldMk cId="0" sldId="286"/>
            <ac:spMk id="396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22:44.066" v="1525" actId="478"/>
          <ac:spMkLst>
            <pc:docMk/>
            <pc:sldMk cId="0" sldId="286"/>
            <ac:spMk id="397" creationId="{00000000-0000-0000-0000-000000000000}"/>
          </ac:spMkLst>
        </pc:spChg>
        <pc:spChg chg="del mod">
          <ac:chgData name="Marcos Maillot" userId="fa14b39d-e966-4ebb-a436-4f96f84b9577" providerId="ADAL" clId="{152A8D8E-FC9A-4326-9172-4A160D290924}" dt="2026-08-04T18:22:27.190" v="1520" actId="478"/>
          <ac:spMkLst>
            <pc:docMk/>
            <pc:sldMk cId="0" sldId="286"/>
            <ac:spMk id="398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8-04T18:22:39.299" v="1524" actId="1076"/>
          <ac:spMkLst>
            <pc:docMk/>
            <pc:sldMk cId="0" sldId="286"/>
            <ac:spMk id="399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8-04T18:22:39.299" v="1524" actId="1076"/>
          <ac:spMkLst>
            <pc:docMk/>
            <pc:sldMk cId="0" sldId="286"/>
            <ac:spMk id="400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8-04T18:24:26.515" v="1547" actId="14100"/>
          <ac:spMkLst>
            <pc:docMk/>
            <pc:sldMk cId="0" sldId="286"/>
            <ac:spMk id="401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8-04T18:24:28.467" v="1548" actId="1076"/>
          <ac:spMkLst>
            <pc:docMk/>
            <pc:sldMk cId="0" sldId="286"/>
            <ac:spMk id="402" creationId="{00000000-0000-0000-0000-000000000000}"/>
          </ac:spMkLst>
        </pc:spChg>
        <pc:picChg chg="add del mod">
          <ac:chgData name="Marcos Maillot" userId="fa14b39d-e966-4ebb-a436-4f96f84b9577" providerId="ADAL" clId="{152A8D8E-FC9A-4326-9172-4A160D290924}" dt="2026-08-04T18:24:20.889" v="1545" actId="1076"/>
          <ac:picMkLst>
            <pc:docMk/>
            <pc:sldMk cId="0" sldId="286"/>
            <ac:picMk id="390" creationId="{00000000-0000-0000-0000-000000000000}"/>
          </ac:picMkLst>
        </pc:picChg>
      </pc:sldChg>
      <pc:sldChg chg="addSp delSp modSp mod">
        <pc:chgData name="Marcos Maillot" userId="fa14b39d-e966-4ebb-a436-4f96f84b9577" providerId="ADAL" clId="{152A8D8E-FC9A-4326-9172-4A160D290924}" dt="2026-08-04T18:25:56.142" v="1565" actId="478"/>
        <pc:sldMkLst>
          <pc:docMk/>
          <pc:sldMk cId="0" sldId="287"/>
        </pc:sldMkLst>
        <pc:spChg chg="add del mod">
          <ac:chgData name="Marcos Maillot" userId="fa14b39d-e966-4ebb-a436-4f96f84b9577" providerId="ADAL" clId="{152A8D8E-FC9A-4326-9172-4A160D290924}" dt="2026-08-04T18:25:53.937" v="1564" actId="478"/>
          <ac:spMkLst>
            <pc:docMk/>
            <pc:sldMk cId="0" sldId="287"/>
            <ac:spMk id="2" creationId="{162098B4-6594-BBE9-2144-8A748C2E6DA0}"/>
          </ac:spMkLst>
        </pc:spChg>
        <pc:spChg chg="add mod">
          <ac:chgData name="Marcos Maillot" userId="fa14b39d-e966-4ebb-a436-4f96f84b9577" providerId="ADAL" clId="{152A8D8E-FC9A-4326-9172-4A160D290924}" dt="2026-08-04T18:25:08.924" v="1551"/>
          <ac:spMkLst>
            <pc:docMk/>
            <pc:sldMk cId="0" sldId="287"/>
            <ac:spMk id="3" creationId="{C9615036-9ABE-C28B-FB54-13EF18098881}"/>
          </ac:spMkLst>
        </pc:spChg>
        <pc:spChg chg="add mod">
          <ac:chgData name="Marcos Maillot" userId="fa14b39d-e966-4ebb-a436-4f96f84b9577" providerId="ADAL" clId="{152A8D8E-FC9A-4326-9172-4A160D290924}" dt="2026-08-04T18:25:08.924" v="1551"/>
          <ac:spMkLst>
            <pc:docMk/>
            <pc:sldMk cId="0" sldId="287"/>
            <ac:spMk id="4" creationId="{EC64CF27-8966-1C73-2F8B-111986D0F27B}"/>
          </ac:spMkLst>
        </pc:spChg>
        <pc:spChg chg="del">
          <ac:chgData name="Marcos Maillot" userId="fa14b39d-e966-4ebb-a436-4f96f84b9577" providerId="ADAL" clId="{152A8D8E-FC9A-4326-9172-4A160D290924}" dt="2026-08-04T18:25:43.355" v="1563" actId="478"/>
          <ac:spMkLst>
            <pc:docMk/>
            <pc:sldMk cId="0" sldId="287"/>
            <ac:spMk id="5" creationId="{F5F60270-8497-5880-8661-19159D9D5E2A}"/>
          </ac:spMkLst>
        </pc:spChg>
        <pc:spChg chg="add del mod">
          <ac:chgData name="Marcos Maillot" userId="fa14b39d-e966-4ebb-a436-4f96f84b9577" providerId="ADAL" clId="{152A8D8E-FC9A-4326-9172-4A160D290924}" dt="2026-08-04T18:25:35.875" v="1560" actId="478"/>
          <ac:spMkLst>
            <pc:docMk/>
            <pc:sldMk cId="0" sldId="287"/>
            <ac:spMk id="6" creationId="{13BB4B29-68AD-3969-7773-9AD3F2065B3F}"/>
          </ac:spMkLst>
        </pc:spChg>
        <pc:spChg chg="add del mod">
          <ac:chgData name="Marcos Maillot" userId="fa14b39d-e966-4ebb-a436-4f96f84b9577" providerId="ADAL" clId="{152A8D8E-FC9A-4326-9172-4A160D290924}" dt="2026-08-04T18:25:56.142" v="1565" actId="478"/>
          <ac:spMkLst>
            <pc:docMk/>
            <pc:sldMk cId="0" sldId="287"/>
            <ac:spMk id="8" creationId="{E84EB556-FDB7-2A09-860B-FE02EDA25814}"/>
          </ac:spMkLst>
        </pc:spChg>
        <pc:spChg chg="del">
          <ac:chgData name="Marcos Maillot" userId="fa14b39d-e966-4ebb-a436-4f96f84b9577" providerId="ADAL" clId="{152A8D8E-FC9A-4326-9172-4A160D290924}" dt="2026-08-04T18:25:14.897" v="1552" actId="478"/>
          <ac:spMkLst>
            <pc:docMk/>
            <pc:sldMk cId="0" sldId="287"/>
            <ac:spMk id="9" creationId="{D6933341-6E48-6AEB-6441-ECDF7456E6DB}"/>
          </ac:spMkLst>
        </pc:spChg>
        <pc:spChg chg="add mod">
          <ac:chgData name="Marcos Maillot" userId="fa14b39d-e966-4ebb-a436-4f96f84b9577" providerId="ADAL" clId="{152A8D8E-FC9A-4326-9172-4A160D290924}" dt="2026-08-04T18:25:08.924" v="1551"/>
          <ac:spMkLst>
            <pc:docMk/>
            <pc:sldMk cId="0" sldId="287"/>
            <ac:spMk id="13" creationId="{DE2B8369-93BD-C6ED-611E-672D1392044B}"/>
          </ac:spMkLst>
        </pc:spChg>
        <pc:spChg chg="add mod">
          <ac:chgData name="Marcos Maillot" userId="fa14b39d-e966-4ebb-a436-4f96f84b9577" providerId="ADAL" clId="{152A8D8E-FC9A-4326-9172-4A160D290924}" dt="2026-08-04T18:25:08.924" v="1551"/>
          <ac:spMkLst>
            <pc:docMk/>
            <pc:sldMk cId="0" sldId="287"/>
            <ac:spMk id="16" creationId="{168CC8BE-D9F4-8FE2-20B3-9D4769B323EB}"/>
          </ac:spMkLst>
        </pc:spChg>
        <pc:spChg chg="add mod">
          <ac:chgData name="Marcos Maillot" userId="fa14b39d-e966-4ebb-a436-4f96f84b9577" providerId="ADAL" clId="{152A8D8E-FC9A-4326-9172-4A160D290924}" dt="2026-08-04T18:25:08.924" v="1551"/>
          <ac:spMkLst>
            <pc:docMk/>
            <pc:sldMk cId="0" sldId="287"/>
            <ac:spMk id="17" creationId="{CD4B7518-4CFD-AD59-C235-16A91D040E06}"/>
          </ac:spMkLst>
        </pc:spChg>
        <pc:spChg chg="add mod">
          <ac:chgData name="Marcos Maillot" userId="fa14b39d-e966-4ebb-a436-4f96f84b9577" providerId="ADAL" clId="{152A8D8E-FC9A-4326-9172-4A160D290924}" dt="2026-08-04T18:25:08.924" v="1551"/>
          <ac:spMkLst>
            <pc:docMk/>
            <pc:sldMk cId="0" sldId="287"/>
            <ac:spMk id="19" creationId="{08615E1F-9115-C8B6-3168-CCB96ED9BAAC}"/>
          </ac:spMkLst>
        </pc:spChg>
        <pc:spChg chg="add mod">
          <ac:chgData name="Marcos Maillot" userId="fa14b39d-e966-4ebb-a436-4f96f84b9577" providerId="ADAL" clId="{152A8D8E-FC9A-4326-9172-4A160D290924}" dt="2026-08-04T18:25:08.924" v="1551"/>
          <ac:spMkLst>
            <pc:docMk/>
            <pc:sldMk cId="0" sldId="287"/>
            <ac:spMk id="20" creationId="{7599B7D0-576D-EC72-16B5-38DFA46C067F}"/>
          </ac:spMkLst>
        </pc:spChg>
        <pc:spChg chg="add mod">
          <ac:chgData name="Marcos Maillot" userId="fa14b39d-e966-4ebb-a436-4f96f84b9577" providerId="ADAL" clId="{152A8D8E-FC9A-4326-9172-4A160D290924}" dt="2026-08-04T18:25:32.845" v="1558" actId="1076"/>
          <ac:spMkLst>
            <pc:docMk/>
            <pc:sldMk cId="0" sldId="287"/>
            <ac:spMk id="22" creationId="{19C1B7FB-655D-BF98-41E7-C1F5F66737F3}"/>
          </ac:spMkLst>
        </pc:spChg>
        <pc:spChg chg="del">
          <ac:chgData name="Marcos Maillot" userId="fa14b39d-e966-4ebb-a436-4f96f84b9577" providerId="ADAL" clId="{152A8D8E-FC9A-4326-9172-4A160D290924}" dt="2026-08-04T18:25:07.321" v="1550" actId="478"/>
          <ac:spMkLst>
            <pc:docMk/>
            <pc:sldMk cId="0" sldId="287"/>
            <ac:spMk id="409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25:05.199" v="1549" actId="478"/>
          <ac:spMkLst>
            <pc:docMk/>
            <pc:sldMk cId="0" sldId="287"/>
            <ac:spMk id="410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25:07.321" v="1550" actId="478"/>
          <ac:spMkLst>
            <pc:docMk/>
            <pc:sldMk cId="0" sldId="287"/>
            <ac:spMk id="411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25:05.199" v="1549" actId="478"/>
          <ac:spMkLst>
            <pc:docMk/>
            <pc:sldMk cId="0" sldId="287"/>
            <ac:spMk id="415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25:05.199" v="1549" actId="478"/>
          <ac:spMkLst>
            <pc:docMk/>
            <pc:sldMk cId="0" sldId="287"/>
            <ac:spMk id="416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25:05.199" v="1549" actId="478"/>
          <ac:spMkLst>
            <pc:docMk/>
            <pc:sldMk cId="0" sldId="287"/>
            <ac:spMk id="417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8-04T18:25:07.321" v="1550" actId="478"/>
          <ac:spMkLst>
            <pc:docMk/>
            <pc:sldMk cId="0" sldId="287"/>
            <ac:spMk id="418" creationId="{00000000-0000-0000-0000-000000000000}"/>
          </ac:spMkLst>
        </pc:spChg>
        <pc:grpChg chg="add del">
          <ac:chgData name="Marcos Maillot" userId="fa14b39d-e966-4ebb-a436-4f96f84b9577" providerId="ADAL" clId="{152A8D8E-FC9A-4326-9172-4A160D290924}" dt="2026-08-04T18:25:39.220" v="1562" actId="478"/>
          <ac:grpSpMkLst>
            <pc:docMk/>
            <pc:sldMk cId="0" sldId="287"/>
            <ac:grpSpMk id="412" creationId="{00000000-0000-0000-0000-000000000000}"/>
          </ac:grpSpMkLst>
        </pc:grpChg>
      </pc:sldChg>
      <pc:sldChg chg="delSp mod">
        <pc:chgData name="Marcos Maillot" userId="fa14b39d-e966-4ebb-a436-4f96f84b9577" providerId="ADAL" clId="{152A8D8E-FC9A-4326-9172-4A160D290924}" dt="2026-08-04T18:30:45.339" v="1594" actId="478"/>
        <pc:sldMkLst>
          <pc:docMk/>
          <pc:sldMk cId="0" sldId="288"/>
        </pc:sldMkLst>
        <pc:spChg chg="del">
          <ac:chgData name="Marcos Maillot" userId="fa14b39d-e966-4ebb-a436-4f96f84b9577" providerId="ADAL" clId="{152A8D8E-FC9A-4326-9172-4A160D290924}" dt="2026-08-04T18:30:45.339" v="1594" actId="478"/>
          <ac:spMkLst>
            <pc:docMk/>
            <pc:sldMk cId="0" sldId="288"/>
            <ac:spMk id="427" creationId="{00000000-0000-0000-0000-000000000000}"/>
          </ac:spMkLst>
        </pc:spChg>
      </pc:sldChg>
      <pc:sldChg chg="delSp mod">
        <pc:chgData name="Marcos Maillot" userId="fa14b39d-e966-4ebb-a436-4f96f84b9577" providerId="ADAL" clId="{152A8D8E-FC9A-4326-9172-4A160D290924}" dt="2026-08-04T15:55:01.220" v="4" actId="478"/>
        <pc:sldMkLst>
          <pc:docMk/>
          <pc:sldMk cId="2515468531" sldId="290"/>
        </pc:sldMkLst>
        <pc:spChg chg="del">
          <ac:chgData name="Marcos Maillot" userId="fa14b39d-e966-4ebb-a436-4f96f84b9577" providerId="ADAL" clId="{152A8D8E-FC9A-4326-9172-4A160D290924}" dt="2026-08-04T15:55:01.220" v="4" actId="478"/>
          <ac:spMkLst>
            <pc:docMk/>
            <pc:sldMk cId="2515468531" sldId="290"/>
            <ac:spMk id="302" creationId="{00000000-0000-0000-0000-000000000000}"/>
          </ac:spMkLst>
        </pc:spChg>
      </pc:sldChg>
      <pc:sldChg chg="addSp modSp mod">
        <pc:chgData name="Marcos Maillot" userId="fa14b39d-e966-4ebb-a436-4f96f84b9577" providerId="ADAL" clId="{152A8D8E-FC9A-4326-9172-4A160D290924}" dt="2026-08-04T18:37:06.570" v="1660" actId="1076"/>
        <pc:sldMkLst>
          <pc:docMk/>
          <pc:sldMk cId="3064181911" sldId="295"/>
        </pc:sldMkLst>
        <pc:spChg chg="add mod">
          <ac:chgData name="Marcos Maillot" userId="fa14b39d-e966-4ebb-a436-4f96f84b9577" providerId="ADAL" clId="{152A8D8E-FC9A-4326-9172-4A160D290924}" dt="2026-08-04T18:37:06.570" v="1660" actId="1076"/>
          <ac:spMkLst>
            <pc:docMk/>
            <pc:sldMk cId="3064181911" sldId="295"/>
            <ac:spMk id="4" creationId="{12370932-5AE9-1D53-79C5-7ECEDDABBF7F}"/>
          </ac:spMkLst>
        </pc:spChg>
      </pc:sldChg>
      <pc:sldChg chg="addSp modSp mod">
        <pc:chgData name="Marcos Maillot" userId="fa14b39d-e966-4ebb-a436-4f96f84b9577" providerId="ADAL" clId="{152A8D8E-FC9A-4326-9172-4A160D290924}" dt="2026-08-04T18:37:16.746" v="1668" actId="20577"/>
        <pc:sldMkLst>
          <pc:docMk/>
          <pc:sldMk cId="238751435" sldId="296"/>
        </pc:sldMkLst>
        <pc:spChg chg="add mod">
          <ac:chgData name="Marcos Maillot" userId="fa14b39d-e966-4ebb-a436-4f96f84b9577" providerId="ADAL" clId="{152A8D8E-FC9A-4326-9172-4A160D290924}" dt="2026-08-04T18:37:16.746" v="1668" actId="20577"/>
          <ac:spMkLst>
            <pc:docMk/>
            <pc:sldMk cId="238751435" sldId="296"/>
            <ac:spMk id="5" creationId="{B6062897-DD13-45DD-B53A-8A970A48CF9D}"/>
          </ac:spMkLst>
        </pc:spChg>
      </pc:sldChg>
      <pc:sldChg chg="addSp modSp mod">
        <pc:chgData name="Marcos Maillot" userId="fa14b39d-e966-4ebb-a436-4f96f84b9577" providerId="ADAL" clId="{152A8D8E-FC9A-4326-9172-4A160D290924}" dt="2026-08-04T15:54:11.654" v="3" actId="1076"/>
        <pc:sldMkLst>
          <pc:docMk/>
          <pc:sldMk cId="735713991" sldId="304"/>
        </pc:sldMkLst>
        <pc:spChg chg="add mod">
          <ac:chgData name="Marcos Maillot" userId="fa14b39d-e966-4ebb-a436-4f96f84b9577" providerId="ADAL" clId="{152A8D8E-FC9A-4326-9172-4A160D290924}" dt="2026-08-04T15:54:11.654" v="3" actId="1076"/>
          <ac:spMkLst>
            <pc:docMk/>
            <pc:sldMk cId="735713991" sldId="304"/>
            <ac:spMk id="10" creationId="{4D5EAA44-23CD-D2F7-CE42-7B5D10984928}"/>
          </ac:spMkLst>
        </pc:spChg>
      </pc:sldChg>
      <pc:sldChg chg="addSp modSp add mod">
        <pc:chgData name="Marcos Maillot" userId="fa14b39d-e966-4ebb-a436-4f96f84b9577" providerId="ADAL" clId="{152A8D8E-FC9A-4326-9172-4A160D290924}" dt="2026-08-04T16:41:30.002" v="1190" actId="1076"/>
        <pc:sldMkLst>
          <pc:docMk/>
          <pc:sldMk cId="3287222978" sldId="305"/>
        </pc:sldMkLst>
        <pc:spChg chg="mod">
          <ac:chgData name="Marcos Maillot" userId="fa14b39d-e966-4ebb-a436-4f96f84b9577" providerId="ADAL" clId="{152A8D8E-FC9A-4326-9172-4A160D290924}" dt="2026-08-04T16:40:01.418" v="1065" actId="1076"/>
          <ac:spMkLst>
            <pc:docMk/>
            <pc:sldMk cId="3287222978" sldId="305"/>
            <ac:spMk id="2" creationId="{5A68E864-3E72-8447-847E-405211CE274D}"/>
          </ac:spMkLst>
        </pc:spChg>
        <pc:spChg chg="add mod">
          <ac:chgData name="Marcos Maillot" userId="fa14b39d-e966-4ebb-a436-4f96f84b9577" providerId="ADAL" clId="{152A8D8E-FC9A-4326-9172-4A160D290924}" dt="2026-08-04T16:41:26.322" v="1189" actId="20577"/>
          <ac:spMkLst>
            <pc:docMk/>
            <pc:sldMk cId="3287222978" sldId="305"/>
            <ac:spMk id="6" creationId="{05A359D3-77CE-0F01-9A64-E53CE1A15A0B}"/>
          </ac:spMkLst>
        </pc:spChg>
        <pc:spChg chg="add mod">
          <ac:chgData name="Marcos Maillot" userId="fa14b39d-e966-4ebb-a436-4f96f84b9577" providerId="ADAL" clId="{152A8D8E-FC9A-4326-9172-4A160D290924}" dt="2026-08-04T16:41:30.002" v="1190" actId="1076"/>
          <ac:spMkLst>
            <pc:docMk/>
            <pc:sldMk cId="3287222978" sldId="305"/>
            <ac:spMk id="8" creationId="{872CA8CF-16A3-5FFD-1DC6-45FD7BAC59F4}"/>
          </ac:spMkLst>
        </pc:spChg>
        <pc:picChg chg="mod">
          <ac:chgData name="Marcos Maillot" userId="fa14b39d-e966-4ebb-a436-4f96f84b9577" providerId="ADAL" clId="{152A8D8E-FC9A-4326-9172-4A160D290924}" dt="2026-08-04T16:39:56.587" v="1064" actId="1076"/>
          <ac:picMkLst>
            <pc:docMk/>
            <pc:sldMk cId="3287222978" sldId="305"/>
            <ac:picMk id="4" creationId="{C3FADA3B-2DF3-C768-10F5-20B34CC04FE4}"/>
          </ac:picMkLst>
        </pc:picChg>
        <pc:picChg chg="mod">
          <ac:chgData name="Marcos Maillot" userId="fa14b39d-e966-4ebb-a436-4f96f84b9577" providerId="ADAL" clId="{152A8D8E-FC9A-4326-9172-4A160D290924}" dt="2026-08-04T16:40:01.418" v="1065" actId="1076"/>
          <ac:picMkLst>
            <pc:docMk/>
            <pc:sldMk cId="3287222978" sldId="305"/>
            <ac:picMk id="303" creationId="{6069436A-8B5E-29B9-0FEB-352F3DBFF769}"/>
          </ac:picMkLst>
        </pc:picChg>
        <pc:picChg chg="mod">
          <ac:chgData name="Marcos Maillot" userId="fa14b39d-e966-4ebb-a436-4f96f84b9577" providerId="ADAL" clId="{152A8D8E-FC9A-4326-9172-4A160D290924}" dt="2026-08-04T16:40:01.418" v="1065" actId="1076"/>
          <ac:picMkLst>
            <pc:docMk/>
            <pc:sldMk cId="3287222978" sldId="305"/>
            <ac:picMk id="304" creationId="{FCFE5376-AA56-7CD3-E0A6-1422B434E357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06T01:06:58.9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1 109 72 0 0,'4'-10'1295'0'0,"6"-20"-1561"0"0,-8 19 4976 0 0,-1 1 5382 0 0,-2 10-9513 0 0,-3-16-17915 0 0,4 8 19451 0 0,2-7-2908 0 0,0 7 505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04T18:23:00.5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1 109 72 0 0,'4'-10'1295'0'0,"6"-20"-1561"0"0,-8 19 4976 0 0,-1 1 5382 0 0,-2 10-9513 0 0,-3-16-17915 0 0,4 8 19451 0 0,2-7-2908 0 0,0 7 505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04T18:25:08.9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1 109 72 0 0,'4'-10'1295'0'0,"6"-20"-1561"0"0,-8 19 4976 0 0,-1 1 5382 0 0,-2 10-9513 0 0,-3-16-17915 0 0,4 8 19451 0 0,2-7-2908 0 0,0 7 505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1c03c1d1e6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g21c03c1d1e6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21c03c1d1e6_1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g21c03c1d1e6_1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21c03c1d1e6_1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g21c03c1d1e6_1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21c03c1d1e6_1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g21c03c1d1e6_1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21c03c1d1e6_1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g21c03c1d1e6_1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21c03c1d1e6_1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g21c03c1d1e6_1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1c03c1d1e6_1_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g21c03c1d1e6_1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1c03c1d1e6_1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g21c03c1d1e6_1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1c03c1d1e6_1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g21c03c1d1e6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1c03c1d1e6_1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1c03c1d1e6_1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21c03c1d1e6_1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g21c03c1d1e6_1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1c03c1d1e6_1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21c03c1d1e6_1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21c03c1d1e6_1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g21c03c1d1e6_1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21c03c1d1e6_1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g21c03c1d1e6_1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1c03c1d1e6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21c03c1d1e6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1c03c1d1e6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21c03c1d1e6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942200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1c03c1d1e6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21c03c1d1e6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20749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1c03c1d1e6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21c03c1d1e6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3586642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1c03c1d1e6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21c03c1d1e6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7107680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21c03c1d1e6_1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21c03c1d1e6_1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>
          <a:extLst>
            <a:ext uri="{FF2B5EF4-FFF2-40B4-BE49-F238E27FC236}">
              <a16:creationId xmlns:a16="http://schemas.microsoft.com/office/drawing/2014/main" id="{02E7E95F-B0B7-1DA4-E07C-5228DE3CA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21c03c1d1e6_1_133:notes">
            <a:extLst>
              <a:ext uri="{FF2B5EF4-FFF2-40B4-BE49-F238E27FC236}">
                <a16:creationId xmlns:a16="http://schemas.microsoft.com/office/drawing/2014/main" id="{BA5C56EF-E8BF-5FD6-C195-2D63E44F39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21c03c1d1e6_1_133:notes">
            <a:extLst>
              <a:ext uri="{FF2B5EF4-FFF2-40B4-BE49-F238E27FC236}">
                <a16:creationId xmlns:a16="http://schemas.microsoft.com/office/drawing/2014/main" id="{8B45F95B-9A33-FB06-3478-2F208C79D9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246818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>
          <a:extLst>
            <a:ext uri="{FF2B5EF4-FFF2-40B4-BE49-F238E27FC236}">
              <a16:creationId xmlns:a16="http://schemas.microsoft.com/office/drawing/2014/main" id="{15F3D490-9250-E122-674D-A994A3929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21c03c1d1e6_1_133:notes">
            <a:extLst>
              <a:ext uri="{FF2B5EF4-FFF2-40B4-BE49-F238E27FC236}">
                <a16:creationId xmlns:a16="http://schemas.microsoft.com/office/drawing/2014/main" id="{DF1BF5C1-345C-DF2A-3031-571908C407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21c03c1d1e6_1_133:notes">
            <a:extLst>
              <a:ext uri="{FF2B5EF4-FFF2-40B4-BE49-F238E27FC236}">
                <a16:creationId xmlns:a16="http://schemas.microsoft.com/office/drawing/2014/main" id="{4F4990A1-AC80-A1B2-1BA6-A3BFFB3B59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2401560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>
          <a:extLst>
            <a:ext uri="{FF2B5EF4-FFF2-40B4-BE49-F238E27FC236}">
              <a16:creationId xmlns:a16="http://schemas.microsoft.com/office/drawing/2014/main" id="{3B9BF6A6-A5D8-DDF0-73A9-E6A905F86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21c03c1d1e6_1_133:notes">
            <a:extLst>
              <a:ext uri="{FF2B5EF4-FFF2-40B4-BE49-F238E27FC236}">
                <a16:creationId xmlns:a16="http://schemas.microsoft.com/office/drawing/2014/main" id="{6C9E317F-F3CC-512F-FAB9-8D50B7AC8E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21c03c1d1e6_1_133:notes">
            <a:extLst>
              <a:ext uri="{FF2B5EF4-FFF2-40B4-BE49-F238E27FC236}">
                <a16:creationId xmlns:a16="http://schemas.microsoft.com/office/drawing/2014/main" id="{E1B6E134-80D2-54B5-1741-3246407F30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950674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>
          <a:extLst>
            <a:ext uri="{FF2B5EF4-FFF2-40B4-BE49-F238E27FC236}">
              <a16:creationId xmlns:a16="http://schemas.microsoft.com/office/drawing/2014/main" id="{62EC2F3F-C276-C3B1-89B4-E87826512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21c03c1d1e6_1_187:notes">
            <a:extLst>
              <a:ext uri="{FF2B5EF4-FFF2-40B4-BE49-F238E27FC236}">
                <a16:creationId xmlns:a16="http://schemas.microsoft.com/office/drawing/2014/main" id="{5FB7851C-EA85-9DC7-13BA-E33F6D0753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g21c03c1d1e6_1_187:notes">
            <a:extLst>
              <a:ext uri="{FF2B5EF4-FFF2-40B4-BE49-F238E27FC236}">
                <a16:creationId xmlns:a16="http://schemas.microsoft.com/office/drawing/2014/main" id="{7E7E0079-7AD6-9223-572A-44BBD28ABD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8213085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21c03c1d1e6_1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g21c03c1d1e6_1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1c03c1d1e6_1_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g21c03c1d1e6_1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1c03c1d1e6_1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1c03c1d1e6_1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21c03c1d1e6_1_1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21c03c1d1e6_1_1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21c03c1d1e6_1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g21c03c1d1e6_1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21c03c1d1e6_1_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g21c03c1d1e6_1_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199021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>
          <a:extLst>
            <a:ext uri="{FF2B5EF4-FFF2-40B4-BE49-F238E27FC236}">
              <a16:creationId xmlns:a16="http://schemas.microsoft.com/office/drawing/2014/main" id="{A2A4804A-5D4A-B11C-EECC-67BC383D6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21c03c1d1e6_1_166:notes">
            <a:extLst>
              <a:ext uri="{FF2B5EF4-FFF2-40B4-BE49-F238E27FC236}">
                <a16:creationId xmlns:a16="http://schemas.microsoft.com/office/drawing/2014/main" id="{6F122FF8-7439-7C4D-A1FD-4217FCB232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21c03c1d1e6_1_166:notes">
            <a:extLst>
              <a:ext uri="{FF2B5EF4-FFF2-40B4-BE49-F238E27FC236}">
                <a16:creationId xmlns:a16="http://schemas.microsoft.com/office/drawing/2014/main" id="{6696A255-5FAA-EB11-7AA3-E3BD8AF961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0248545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>
          <a:extLst>
            <a:ext uri="{FF2B5EF4-FFF2-40B4-BE49-F238E27FC236}">
              <a16:creationId xmlns:a16="http://schemas.microsoft.com/office/drawing/2014/main" id="{818A81E5-C69D-AC31-7D56-764B1E6D0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21c03c1d1e6_1_166:notes">
            <a:extLst>
              <a:ext uri="{FF2B5EF4-FFF2-40B4-BE49-F238E27FC236}">
                <a16:creationId xmlns:a16="http://schemas.microsoft.com/office/drawing/2014/main" id="{33FE7F35-3A4E-268C-2BF4-07470D2D09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21c03c1d1e6_1_166:notes">
            <a:extLst>
              <a:ext uri="{FF2B5EF4-FFF2-40B4-BE49-F238E27FC236}">
                <a16:creationId xmlns:a16="http://schemas.microsoft.com/office/drawing/2014/main" id="{3D3E8B93-F51E-DF92-2F7C-F278FD9C98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6753303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>
          <a:extLst>
            <a:ext uri="{FF2B5EF4-FFF2-40B4-BE49-F238E27FC236}">
              <a16:creationId xmlns:a16="http://schemas.microsoft.com/office/drawing/2014/main" id="{3F966463-874B-8803-4AC2-2E873287B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21c03c1d1e6_1_166:notes">
            <a:extLst>
              <a:ext uri="{FF2B5EF4-FFF2-40B4-BE49-F238E27FC236}">
                <a16:creationId xmlns:a16="http://schemas.microsoft.com/office/drawing/2014/main" id="{388C37CF-849D-4CC7-8F86-4E21BD4ACA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21c03c1d1e6_1_166:notes">
            <a:extLst>
              <a:ext uri="{FF2B5EF4-FFF2-40B4-BE49-F238E27FC236}">
                <a16:creationId xmlns:a16="http://schemas.microsoft.com/office/drawing/2014/main" id="{2E53BA2B-EFEA-A948-411A-A9C84BA983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478646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>
          <a:extLst>
            <a:ext uri="{FF2B5EF4-FFF2-40B4-BE49-F238E27FC236}">
              <a16:creationId xmlns:a16="http://schemas.microsoft.com/office/drawing/2014/main" id="{5CB82D01-A95D-8A72-661B-EF677A7A2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21c03c1d1e6_1_166:notes">
            <a:extLst>
              <a:ext uri="{FF2B5EF4-FFF2-40B4-BE49-F238E27FC236}">
                <a16:creationId xmlns:a16="http://schemas.microsoft.com/office/drawing/2014/main" id="{B93B4556-DB0C-9820-15D3-C3EBD286DC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21c03c1d1e6_1_166:notes">
            <a:extLst>
              <a:ext uri="{FF2B5EF4-FFF2-40B4-BE49-F238E27FC236}">
                <a16:creationId xmlns:a16="http://schemas.microsoft.com/office/drawing/2014/main" id="{1802E6D3-0EC5-BFC1-382C-77D3D3F707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3781634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>
          <a:extLst>
            <a:ext uri="{FF2B5EF4-FFF2-40B4-BE49-F238E27FC236}">
              <a16:creationId xmlns:a16="http://schemas.microsoft.com/office/drawing/2014/main" id="{0FC61544-D494-2828-FB39-84F14937F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21c03c1d1e6_1_166:notes">
            <a:extLst>
              <a:ext uri="{FF2B5EF4-FFF2-40B4-BE49-F238E27FC236}">
                <a16:creationId xmlns:a16="http://schemas.microsoft.com/office/drawing/2014/main" id="{7CD5A272-1863-0AE0-E646-DED0848040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21c03c1d1e6_1_166:notes">
            <a:extLst>
              <a:ext uri="{FF2B5EF4-FFF2-40B4-BE49-F238E27FC236}">
                <a16:creationId xmlns:a16="http://schemas.microsoft.com/office/drawing/2014/main" id="{E0D66FCD-51FC-4F0B-8D86-4CA90D3499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7931177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>
          <a:extLst>
            <a:ext uri="{FF2B5EF4-FFF2-40B4-BE49-F238E27FC236}">
              <a16:creationId xmlns:a16="http://schemas.microsoft.com/office/drawing/2014/main" id="{6ACE47A9-7D7C-9257-5E85-28A665FA6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21c03c1d1e6_1_166:notes">
            <a:extLst>
              <a:ext uri="{FF2B5EF4-FFF2-40B4-BE49-F238E27FC236}">
                <a16:creationId xmlns:a16="http://schemas.microsoft.com/office/drawing/2014/main" id="{E5C7D5E6-9A5C-AFB2-C3E2-B2B10A43E9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21c03c1d1e6_1_166:notes">
            <a:extLst>
              <a:ext uri="{FF2B5EF4-FFF2-40B4-BE49-F238E27FC236}">
                <a16:creationId xmlns:a16="http://schemas.microsoft.com/office/drawing/2014/main" id="{1AB0CD72-5814-4951-6146-4D557337ED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967333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1c03c1d1e6_1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g21c03c1d1e6_1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21c03c1d1e6_1_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g21c03c1d1e6_1_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21c03c1d1e6_1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g21c03c1d1e6_1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1c03c1d1e6_1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g21c03c1d1e6_1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21c03c1d1e6_1_2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g21c03c1d1e6_1_2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21c03c1d1e6_1_2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g21c03c1d1e6_1_2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21c03c1d1e6_1_2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g21c03c1d1e6_1_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21c03c1d1e6_1_2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g21c03c1d1e6_1_2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21c03c1d1e6_1_2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g21c03c1d1e6_1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21c03c1d1e6_1_3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g21c03c1d1e6_1_3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43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name="adj" fmla="val 16667"/>
            </a:avLst>
          </a:prstGeom>
          <a:solidFill>
            <a:schemeClr val="lt1">
              <a:alpha val="67843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3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3" name="Google Shape;13;p43"/>
          <p:cNvSpPr txBox="1">
            <a:spLocks noGrp="1"/>
          </p:cNvSpPr>
          <p:nvPr>
            <p:ph type="subTitle" idx="1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4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4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4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4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5"/>
          <p:cNvSpPr/>
          <p:nvPr/>
        </p:nvSpPr>
        <p:spPr>
          <a:xfrm rot="10800000" flipH="1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5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45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45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6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8" name="Google Shape;28;p46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7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7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body" idx="2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47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8"/>
          <p:cNvSpPr txBox="1"/>
          <p:nvPr/>
        </p:nvSpPr>
        <p:spPr>
          <a:xfrm rot="10800000" flipH="1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48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8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body" idx="1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49"/>
          <p:cNvSpPr txBox="1">
            <a:spLocks noGrp="1"/>
          </p:cNvSpPr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44" name="Google Shape;44;p49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0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50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5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50"/>
          <p:cNvSpPr txBox="1">
            <a:spLocks noGrp="1"/>
          </p:cNvSpPr>
          <p:nvPr>
            <p:ph type="subTitle" idx="1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50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50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1"/>
          <p:cNvSpPr txBox="1"/>
          <p:nvPr/>
        </p:nvSpPr>
        <p:spPr>
          <a:xfrm rot="10800000" flipH="1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51"/>
          <p:cNvSpPr/>
          <p:nvPr/>
        </p:nvSpPr>
        <p:spPr>
          <a:xfrm rot="10800000" flipH="1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51"/>
          <p:cNvSpPr txBox="1">
            <a:spLocks noGrp="1"/>
          </p:cNvSpPr>
          <p:nvPr>
            <p:ph type="body" idx="1"/>
          </p:nvPr>
        </p:nvSpPr>
        <p:spPr>
          <a:xfrm>
            <a:off x="57150" y="4696825"/>
            <a:ext cx="8382000" cy="4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56" name="Google Shape;56;p5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4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52"/>
          <p:cNvSpPr txBox="1">
            <a:spLocks noGrp="1"/>
          </p:cNvSpPr>
          <p:nvPr>
            <p:ph type="title" hasCustomPrompt="1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52"/>
          <p:cNvSpPr txBox="1">
            <a:spLocks noGrp="1"/>
          </p:cNvSpPr>
          <p:nvPr>
            <p:ph type="body" idx="1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5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21c03c1d1e6_1_13"/>
          <p:cNvSpPr txBox="1">
            <a:spLocks noGrp="1"/>
          </p:cNvSpPr>
          <p:nvPr>
            <p:ph type="title"/>
          </p:nvPr>
        </p:nvSpPr>
        <p:spPr>
          <a:xfrm>
            <a:off x="856060" y="463888"/>
            <a:ext cx="7429499" cy="1108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1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5" name="Google Shape;65;g21c03c1d1e6_1_13"/>
          <p:cNvSpPr txBox="1">
            <a:spLocks noGrp="1"/>
          </p:cNvSpPr>
          <p:nvPr>
            <p:ph type="body" idx="1"/>
          </p:nvPr>
        </p:nvSpPr>
        <p:spPr>
          <a:xfrm>
            <a:off x="856059" y="1687115"/>
            <a:ext cx="7429499" cy="2656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36550"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1pPr>
            <a:lvl2pPr marL="914400" lvl="1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2pPr>
            <a:lvl3pPr marL="1371600" lvl="2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3pPr>
            <a:lvl4pPr marL="1828800" lvl="3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4pPr>
            <a:lvl5pPr marL="2286000" lvl="4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5pPr>
            <a:lvl6pPr marL="2743200" lvl="5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6pPr>
            <a:lvl7pPr marL="3200400" lvl="6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7pPr>
            <a:lvl8pPr marL="3657600" lvl="7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8pPr>
            <a:lvl9pPr marL="4114800" lvl="8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9pPr>
          </a:lstStyle>
          <a:p>
            <a:endParaRPr/>
          </a:p>
        </p:txBody>
      </p:sp>
      <p:sp>
        <p:nvSpPr>
          <p:cNvPr id="66" name="Google Shape;66;g21c03c1d1e6_1_13"/>
          <p:cNvSpPr txBox="1">
            <a:spLocks noGrp="1"/>
          </p:cNvSpPr>
          <p:nvPr>
            <p:ph type="dt" idx="10"/>
          </p:nvPr>
        </p:nvSpPr>
        <p:spPr>
          <a:xfrm>
            <a:off x="5592691" y="4412457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7" name="Google Shape;67;g21c03c1d1e6_1_13"/>
          <p:cNvSpPr txBox="1">
            <a:spLocks noGrp="1"/>
          </p:cNvSpPr>
          <p:nvPr>
            <p:ph type="ftr" idx="11"/>
          </p:nvPr>
        </p:nvSpPr>
        <p:spPr>
          <a:xfrm>
            <a:off x="856058" y="4412456"/>
            <a:ext cx="4679482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8" name="Google Shape;68;g21c03c1d1e6_1_13"/>
          <p:cNvSpPr txBox="1">
            <a:spLocks noGrp="1"/>
          </p:cNvSpPr>
          <p:nvPr>
            <p:ph type="sldNum" idx="12"/>
          </p:nvPr>
        </p:nvSpPr>
        <p:spPr>
          <a:xfrm>
            <a:off x="7707241" y="4412456"/>
            <a:ext cx="578317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100"/>
            </a:lvl1pPr>
            <a:lvl2pPr marL="0" lvl="1" indent="0" algn="r">
              <a:spcBef>
                <a:spcPts val="0"/>
              </a:spcBef>
              <a:buNone/>
              <a:defRPr sz="1100"/>
            </a:lvl2pPr>
            <a:lvl3pPr marL="0" lvl="2" indent="0" algn="r">
              <a:spcBef>
                <a:spcPts val="0"/>
              </a:spcBef>
              <a:buNone/>
              <a:defRPr sz="1100"/>
            </a:lvl3pPr>
            <a:lvl4pPr marL="0" lvl="3" indent="0" algn="r">
              <a:spcBef>
                <a:spcPts val="0"/>
              </a:spcBef>
              <a:buNone/>
              <a:defRPr sz="1100"/>
            </a:lvl4pPr>
            <a:lvl5pPr marL="0" lvl="4" indent="0" algn="r">
              <a:spcBef>
                <a:spcPts val="0"/>
              </a:spcBef>
              <a:buNone/>
              <a:defRPr sz="1100"/>
            </a:lvl5pPr>
            <a:lvl6pPr marL="0" lvl="5" indent="0" algn="r">
              <a:spcBef>
                <a:spcPts val="0"/>
              </a:spcBef>
              <a:buNone/>
              <a:defRPr sz="1100"/>
            </a:lvl6pPr>
            <a:lvl7pPr marL="0" lvl="6" indent="0" algn="r">
              <a:spcBef>
                <a:spcPts val="0"/>
              </a:spcBef>
              <a:buNone/>
              <a:defRPr sz="1100"/>
            </a:lvl7pPr>
            <a:lvl8pPr marL="0" lvl="7" indent="0" algn="r">
              <a:spcBef>
                <a:spcPts val="0"/>
              </a:spcBef>
              <a:buNone/>
              <a:defRPr sz="1100"/>
            </a:lvl8pPr>
            <a:lvl9pPr marL="0" lvl="8" indent="0" algn="r">
              <a:spcBef>
                <a:spcPts val="0"/>
              </a:spcBef>
              <a:buNone/>
              <a:defRPr sz="11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terial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42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4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5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1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0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10" Type="http://schemas.openxmlformats.org/officeDocument/2006/relationships/image" Target="../media/image41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8.png"/><Relationship Id="rId7" Type="http://schemas.openxmlformats.org/officeDocument/2006/relationships/image" Target="../media/image51.png"/><Relationship Id="rId12" Type="http://schemas.openxmlformats.org/officeDocument/2006/relationships/image" Target="../media/image5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0.png"/><Relationship Id="rId11" Type="http://schemas.openxmlformats.org/officeDocument/2006/relationships/image" Target="../media/image55.png"/><Relationship Id="rId5" Type="http://schemas.openxmlformats.org/officeDocument/2006/relationships/image" Target="../media/image42.png"/><Relationship Id="rId10" Type="http://schemas.openxmlformats.org/officeDocument/2006/relationships/image" Target="../media/image54.png"/><Relationship Id="rId4" Type="http://schemas.openxmlformats.org/officeDocument/2006/relationships/image" Target="../media/image49.png"/><Relationship Id="rId9" Type="http://schemas.openxmlformats.org/officeDocument/2006/relationships/image" Target="../media/image53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64.png"/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12" Type="http://schemas.openxmlformats.org/officeDocument/2006/relationships/image" Target="../media/image63.png"/><Relationship Id="rId17" Type="http://schemas.openxmlformats.org/officeDocument/2006/relationships/image" Target="../media/image68.png"/><Relationship Id="rId2" Type="http://schemas.openxmlformats.org/officeDocument/2006/relationships/notesSlide" Target="../notesSlides/notesSlide43.xml"/><Relationship Id="rId16" Type="http://schemas.openxmlformats.org/officeDocument/2006/relationships/image" Target="../media/image6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0.png"/><Relationship Id="rId11" Type="http://schemas.openxmlformats.org/officeDocument/2006/relationships/image" Target="../media/image62.png"/><Relationship Id="rId5" Type="http://schemas.openxmlformats.org/officeDocument/2006/relationships/image" Target="../media/image59.png"/><Relationship Id="rId15" Type="http://schemas.openxmlformats.org/officeDocument/2006/relationships/image" Target="../media/image66.png"/><Relationship Id="rId10" Type="http://schemas.openxmlformats.org/officeDocument/2006/relationships/image" Target="../media/image51.png"/><Relationship Id="rId4" Type="http://schemas.openxmlformats.org/officeDocument/2006/relationships/image" Target="../media/image58.png"/><Relationship Id="rId9" Type="http://schemas.openxmlformats.org/officeDocument/2006/relationships/image" Target="../media/image50.png"/><Relationship Id="rId14" Type="http://schemas.openxmlformats.org/officeDocument/2006/relationships/image" Target="../media/image65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9" Type="http://schemas.openxmlformats.org/officeDocument/2006/relationships/image" Target="../media/image72.png"/><Relationship Id="rId3" Type="http://schemas.openxmlformats.org/officeDocument/2006/relationships/image" Target="../media/image57.png"/><Relationship Id="rId34" Type="http://schemas.openxmlformats.org/officeDocument/2006/relationships/image" Target="../media/image63.png"/><Relationship Id="rId7" Type="http://schemas.openxmlformats.org/officeDocument/2006/relationships/image" Target="../media/image69.png"/><Relationship Id="rId33" Type="http://schemas.openxmlformats.org/officeDocument/2006/relationships/image" Target="../media/image62.png"/><Relationship Id="rId38" Type="http://schemas.openxmlformats.org/officeDocument/2006/relationships/image" Target="../media/image67.png"/><Relationship Id="rId2" Type="http://schemas.openxmlformats.org/officeDocument/2006/relationships/notesSlide" Target="../notesSlides/notesSlide44.xml"/><Relationship Id="rId29" Type="http://schemas.openxmlformats.org/officeDocument/2006/relationships/image" Target="../media/image6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0.png"/><Relationship Id="rId32" Type="http://schemas.openxmlformats.org/officeDocument/2006/relationships/image" Target="../media/image51.png"/><Relationship Id="rId37" Type="http://schemas.openxmlformats.org/officeDocument/2006/relationships/image" Target="../media/image66.png"/><Relationship Id="rId5" Type="http://schemas.openxmlformats.org/officeDocument/2006/relationships/image" Target="../media/image59.png"/><Relationship Id="rId28" Type="http://schemas.openxmlformats.org/officeDocument/2006/relationships/image" Target="../media/image1290.png"/><Relationship Id="rId36" Type="http://schemas.openxmlformats.org/officeDocument/2006/relationships/image" Target="../media/image65.png"/><Relationship Id="rId10" Type="http://schemas.openxmlformats.org/officeDocument/2006/relationships/customXml" Target="../ink/ink1.xml"/><Relationship Id="rId31" Type="http://schemas.openxmlformats.org/officeDocument/2006/relationships/image" Target="../media/image50.png"/><Relationship Id="rId4" Type="http://schemas.openxmlformats.org/officeDocument/2006/relationships/image" Target="../media/image58.png"/><Relationship Id="rId9" Type="http://schemas.openxmlformats.org/officeDocument/2006/relationships/image" Target="../media/image71.png"/><Relationship Id="rId30" Type="http://schemas.openxmlformats.org/officeDocument/2006/relationships/image" Target="../media/image42.png"/><Relationship Id="rId35" Type="http://schemas.openxmlformats.org/officeDocument/2006/relationships/image" Target="../media/image64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13" Type="http://schemas.openxmlformats.org/officeDocument/2006/relationships/image" Target="../media/image62.png"/><Relationship Id="rId18" Type="http://schemas.openxmlformats.org/officeDocument/2006/relationships/image" Target="../media/image66.png"/><Relationship Id="rId3" Type="http://schemas.openxmlformats.org/officeDocument/2006/relationships/image" Target="../media/image58.png"/><Relationship Id="rId7" Type="http://schemas.openxmlformats.org/officeDocument/2006/relationships/customXml" Target="../ink/ink2.xml"/><Relationship Id="rId12" Type="http://schemas.openxmlformats.org/officeDocument/2006/relationships/image" Target="../media/image51.png"/><Relationship Id="rId17" Type="http://schemas.openxmlformats.org/officeDocument/2006/relationships/image" Target="../media/image67.png"/><Relationship Id="rId2" Type="http://schemas.openxmlformats.org/officeDocument/2006/relationships/notesSlide" Target="../notesSlides/notesSlide45.xml"/><Relationship Id="rId16" Type="http://schemas.openxmlformats.org/officeDocument/2006/relationships/image" Target="../media/image6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9.png"/><Relationship Id="rId11" Type="http://schemas.openxmlformats.org/officeDocument/2006/relationships/image" Target="../media/image50.png"/><Relationship Id="rId5" Type="http://schemas.openxmlformats.org/officeDocument/2006/relationships/image" Target="../media/image74.png"/><Relationship Id="rId15" Type="http://schemas.openxmlformats.org/officeDocument/2006/relationships/image" Target="../media/image64.png"/><Relationship Id="rId10" Type="http://schemas.openxmlformats.org/officeDocument/2006/relationships/image" Target="../media/image42.png"/><Relationship Id="rId19" Type="http://schemas.openxmlformats.org/officeDocument/2006/relationships/image" Target="../media/image76.png"/><Relationship Id="rId4" Type="http://schemas.openxmlformats.org/officeDocument/2006/relationships/image" Target="../media/image73.png"/><Relationship Id="rId9" Type="http://schemas.openxmlformats.org/officeDocument/2006/relationships/image" Target="../media/image61.png"/><Relationship Id="rId14" Type="http://schemas.openxmlformats.org/officeDocument/2006/relationships/image" Target="../media/image63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64.png"/><Relationship Id="rId3" Type="http://schemas.openxmlformats.org/officeDocument/2006/relationships/image" Target="../media/image77.png"/><Relationship Id="rId7" Type="http://schemas.openxmlformats.org/officeDocument/2006/relationships/image" Target="../media/image61.png"/><Relationship Id="rId12" Type="http://schemas.openxmlformats.org/officeDocument/2006/relationships/image" Target="../media/image63.png"/><Relationship Id="rId17" Type="http://schemas.openxmlformats.org/officeDocument/2006/relationships/image" Target="../media/image78.png"/><Relationship Id="rId2" Type="http://schemas.openxmlformats.org/officeDocument/2006/relationships/notesSlide" Target="../notesSlides/notesSlide46.xml"/><Relationship Id="rId16" Type="http://schemas.openxmlformats.org/officeDocument/2006/relationships/image" Target="../media/image6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5.png"/><Relationship Id="rId11" Type="http://schemas.openxmlformats.org/officeDocument/2006/relationships/image" Target="../media/image62.png"/><Relationship Id="rId5" Type="http://schemas.openxmlformats.org/officeDocument/2006/relationships/customXml" Target="../ink/ink3.xml"/><Relationship Id="rId15" Type="http://schemas.openxmlformats.org/officeDocument/2006/relationships/image" Target="../media/image67.png"/><Relationship Id="rId10" Type="http://schemas.openxmlformats.org/officeDocument/2006/relationships/image" Target="../media/image51.png"/><Relationship Id="rId4" Type="http://schemas.openxmlformats.org/officeDocument/2006/relationships/image" Target="../media/image74.png"/><Relationship Id="rId9" Type="http://schemas.openxmlformats.org/officeDocument/2006/relationships/image" Target="../media/image50.png"/><Relationship Id="rId14" Type="http://schemas.openxmlformats.org/officeDocument/2006/relationships/image" Target="../media/image6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"/>
          <p:cNvSpPr txBox="1">
            <a:spLocks noGrp="1"/>
          </p:cNvSpPr>
          <p:nvPr>
            <p:ph type="ctrTitle"/>
          </p:nvPr>
        </p:nvSpPr>
        <p:spPr>
          <a:xfrm>
            <a:off x="1465500" y="372650"/>
            <a:ext cx="62130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Aprendizaje Profundo</a:t>
            </a:r>
            <a:endParaRPr/>
          </a:p>
        </p:txBody>
      </p:sp>
      <p:sp>
        <p:nvSpPr>
          <p:cNvPr id="74" name="Google Shape;74;p1"/>
          <p:cNvSpPr txBox="1">
            <a:spLocks noGrp="1"/>
          </p:cNvSpPr>
          <p:nvPr>
            <p:ph type="subTitle" idx="1"/>
          </p:nvPr>
        </p:nvSpPr>
        <p:spPr>
          <a:xfrm>
            <a:off x="460950" y="1379610"/>
            <a:ext cx="8222100" cy="16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Facultad de Ingeniería</a:t>
            </a:r>
            <a:endParaRPr sz="29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Universidad de Buenos Aires</a:t>
            </a:r>
            <a:endParaRPr sz="2900"/>
          </a:p>
        </p:txBody>
      </p:sp>
      <p:sp>
        <p:nvSpPr>
          <p:cNvPr id="75" name="Google Shape;75;p1"/>
          <p:cNvSpPr txBox="1">
            <a:spLocks noGrp="1"/>
          </p:cNvSpPr>
          <p:nvPr>
            <p:ph type="subTitle" idx="1"/>
          </p:nvPr>
        </p:nvSpPr>
        <p:spPr>
          <a:xfrm>
            <a:off x="198125" y="3661752"/>
            <a:ext cx="8222100" cy="1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600" dirty="0"/>
              <a:t>Profesores: </a:t>
            </a:r>
            <a:endParaRPr sz="2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dirty="0"/>
              <a:t>		</a:t>
            </a:r>
            <a:r>
              <a:rPr lang="pt-BR" sz="2600" dirty="0"/>
              <a:t>Marcos Maillot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/>
              <a:t>		Gerardo Vilcamiza</a:t>
            </a:r>
          </a:p>
        </p:txBody>
      </p:sp>
      <p:pic>
        <p:nvPicPr>
          <p:cNvPr id="76" name="Google Shape;76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21900" y="2437800"/>
            <a:ext cx="1500200" cy="150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"/>
          <p:cNvSpPr txBox="1">
            <a:spLocks noGrp="1"/>
          </p:cNvSpPr>
          <p:nvPr>
            <p:ph type="title"/>
          </p:nvPr>
        </p:nvSpPr>
        <p:spPr>
          <a:xfrm>
            <a:off x="471900" y="174125"/>
            <a:ext cx="8222100" cy="13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818">
                <a:latin typeface="Arial"/>
                <a:ea typeface="Arial"/>
                <a:cs typeface="Arial"/>
                <a:sym typeface="Arial"/>
              </a:rPr>
              <a:t>Redes Recurrentes</a:t>
            </a:r>
            <a:endParaRPr sz="2818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818">
                <a:latin typeface="Arial"/>
                <a:ea typeface="Arial"/>
                <a:cs typeface="Arial"/>
                <a:sym typeface="Arial"/>
              </a:rPr>
              <a:t>Recurrent Neural Network (RNN)</a:t>
            </a:r>
            <a:endParaRPr sz="2208"/>
          </a:p>
        </p:txBody>
      </p:sp>
      <p:sp>
        <p:nvSpPr>
          <p:cNvPr id="82" name="Google Shape;82;p2"/>
          <p:cNvSpPr txBox="1">
            <a:spLocks noGrp="1"/>
          </p:cNvSpPr>
          <p:nvPr>
            <p:ph type="body" idx="1"/>
          </p:nvPr>
        </p:nvSpPr>
        <p:spPr>
          <a:xfrm>
            <a:off x="471900" y="1986025"/>
            <a:ext cx="3358800" cy="30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Introducción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Neurona recurrente básica. Unfolding de una RNN.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Practica en pytorch (práctica  teórica)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Back propagation through time (BPTT) (básico)</a:t>
            </a:r>
            <a:endParaRPr dirty="0">
              <a:solidFill>
                <a:schemeClr val="dk2"/>
              </a:solidFill>
            </a:endParaRPr>
          </a:p>
        </p:txBody>
      </p:sp>
      <p:pic>
        <p:nvPicPr>
          <p:cNvPr id="83" name="Google Shape;8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2"/>
          <p:cNvSpPr txBox="1">
            <a:spLocks noGrp="1"/>
          </p:cNvSpPr>
          <p:nvPr>
            <p:ph type="body" idx="1"/>
          </p:nvPr>
        </p:nvSpPr>
        <p:spPr>
          <a:xfrm>
            <a:off x="4070850" y="1928300"/>
            <a:ext cx="4100100" cy="30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dirty="0">
                <a:solidFill>
                  <a:schemeClr val="dk2"/>
                </a:solidFill>
              </a:rPr>
              <a:t>. Implementación (práctica - predecir serie temporal – práctica 2) 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 dirty="0">
                <a:solidFill>
                  <a:schemeClr val="dk2"/>
                </a:solidFill>
              </a:rPr>
              <a:t>. Arquitectura enconder-decoder (seq to seq)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 dirty="0">
                <a:solidFill>
                  <a:schemeClr val="dk2"/>
                </a:solidFill>
              </a:rPr>
              <a:t>. Mecanismos de atención</a:t>
            </a:r>
            <a:endParaRPr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1c03c1d1e6_1_8"/>
          <p:cNvSpPr txBox="1"/>
          <p:nvPr/>
        </p:nvSpPr>
        <p:spPr>
          <a:xfrm>
            <a:off x="251250" y="964189"/>
            <a:ext cx="8641500" cy="292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 dirty="0">
                <a:latin typeface="Twentieth Century"/>
                <a:ea typeface="Twentieth Century"/>
                <a:cs typeface="Twentieth Century"/>
                <a:sym typeface="Twentieth Century"/>
              </a:rPr>
              <a:t>Arquitectura clásica para el procesamiento de secuencias (</a:t>
            </a:r>
            <a:r>
              <a:rPr lang="es-ES" sz="2100" b="0" i="0" u="none" strike="noStrike" cap="none" dirty="0">
                <a:latin typeface="Twentieth Century"/>
                <a:ea typeface="Twentieth Century"/>
                <a:cs typeface="Twentieth Century"/>
                <a:sym typeface="Twentieth Century"/>
              </a:rPr>
              <a:t>datos en los que el orden y la dependencia entre elementos sucesivos contienen información relevante</a:t>
            </a:r>
            <a:r>
              <a:rPr lang="en" sz="2100" b="0" i="0" u="none" strike="noStrike" cap="none" dirty="0">
                <a:latin typeface="Twentieth Century"/>
                <a:ea typeface="Twentieth Century"/>
                <a:cs typeface="Twentieth Century"/>
                <a:sym typeface="Twentieth Century"/>
              </a:rPr>
              <a:t>):</a:t>
            </a:r>
            <a:endParaRPr sz="1100" dirty="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 dirty="0">
                <a:latin typeface="Twentieth Century"/>
                <a:ea typeface="Twentieth Century"/>
                <a:cs typeface="Twentieth Century"/>
                <a:sym typeface="Twentieth Century"/>
              </a:rPr>
              <a:t>	- señales temporales</a:t>
            </a:r>
            <a:endParaRPr sz="1100" dirty="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 dirty="0">
                <a:latin typeface="Twentieth Century"/>
                <a:ea typeface="Twentieth Century"/>
                <a:cs typeface="Twentieth Century"/>
                <a:sym typeface="Twentieth Century"/>
              </a:rPr>
              <a:t>	- texto</a:t>
            </a:r>
            <a:endParaRPr sz="1100" dirty="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 dirty="0">
                <a:latin typeface="Twentieth Century"/>
                <a:ea typeface="Twentieth Century"/>
                <a:cs typeface="Twentieth Century"/>
                <a:sym typeface="Twentieth Century"/>
              </a:rPr>
              <a:t>	- habla</a:t>
            </a:r>
            <a:endParaRPr sz="1100" dirty="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 dirty="0">
                <a:latin typeface="Twentieth Century"/>
                <a:ea typeface="Twentieth Century"/>
                <a:cs typeface="Twentieth Century"/>
                <a:sym typeface="Twentieth Century"/>
              </a:rPr>
              <a:t>	- música</a:t>
            </a:r>
            <a:endParaRPr sz="1100" dirty="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 dirty="0">
                <a:latin typeface="Twentieth Century"/>
                <a:ea typeface="Twentieth Century"/>
                <a:cs typeface="Twentieth Century"/>
                <a:sym typeface="Twentieth Century"/>
              </a:rPr>
              <a:t>	- etc</a:t>
            </a:r>
            <a:endParaRPr sz="2100" b="0" i="0" u="none" strike="noStrike" cap="none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b="0" i="0" u="none" strike="noStrike" cap="none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90" name="Google Shape;90;g21c03c1d1e6_1_8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Introducción</a:t>
            </a:r>
            <a:endParaRPr/>
          </a:p>
        </p:txBody>
      </p:sp>
      <p:sp>
        <p:nvSpPr>
          <p:cNvPr id="3" name="Google Shape;89;g21c03c1d1e6_1_8">
            <a:extLst>
              <a:ext uri="{FF2B5EF4-FFF2-40B4-BE49-F238E27FC236}">
                <a16:creationId xmlns:a16="http://schemas.microsoft.com/office/drawing/2014/main" id="{A113C52D-EE94-BFA4-349E-AC3C8A942E62}"/>
              </a:ext>
            </a:extLst>
          </p:cNvPr>
          <p:cNvSpPr txBox="1"/>
          <p:nvPr/>
        </p:nvSpPr>
        <p:spPr>
          <a:xfrm>
            <a:off x="381618" y="4236959"/>
            <a:ext cx="8641500" cy="760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b="0" i="0" u="none" strike="noStrike" cap="none" dirty="0">
                <a:latin typeface="Twentieth Century"/>
                <a:ea typeface="Twentieth Century"/>
                <a:cs typeface="Twentieth Century"/>
                <a:sym typeface="Twentieth Century"/>
              </a:rPr>
              <a:t>Las RNN están diseñadas para procesar datos secuenciales, utilizando un estado interno que incorpora información de los pasos anteriores</a:t>
            </a:r>
            <a:endParaRPr sz="2100" b="0" i="0" u="none" strike="noStrike" cap="none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21c03c1d1e6_1_19"/>
          <p:cNvSpPr txBox="1"/>
          <p:nvPr/>
        </p:nvSpPr>
        <p:spPr>
          <a:xfrm>
            <a:off x="215950" y="795184"/>
            <a:ext cx="817785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 </a:t>
            </a:r>
            <a:r>
              <a:rPr lang="en" sz="21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cada paso</a:t>
            </a:r>
            <a:r>
              <a:rPr lang="en" sz="21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se repiten los </a:t>
            </a:r>
            <a:r>
              <a:rPr lang="en" sz="21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mismos cálculos </a:t>
            </a:r>
            <a:r>
              <a:rPr lang="en" sz="210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(recurrencia)</a:t>
            </a:r>
            <a:r>
              <a:rPr lang="en" sz="21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empleando </a:t>
            </a:r>
            <a:r>
              <a:rPr lang="en" sz="21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datos del paso actual</a:t>
            </a:r>
            <a:r>
              <a:rPr lang="en" sz="21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y </a:t>
            </a:r>
            <a:r>
              <a:rPr lang="en" sz="21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datos del “estado oculto” del paso anterior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sobre toda la secuencia a procesar.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96" name="Google Shape;96;g21c03c1d1e6_1_19"/>
          <p:cNvSpPr/>
          <p:nvPr/>
        </p:nvSpPr>
        <p:spPr>
          <a:xfrm>
            <a:off x="103092" y="1949430"/>
            <a:ext cx="6169447" cy="392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i="0" u="none" strike="noStrike" cap="none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 pasos, no son necesariamente en unidad tiempo!!</a:t>
            </a:r>
            <a:endParaRPr sz="1100" dirty="0"/>
          </a:p>
        </p:txBody>
      </p:sp>
      <p:graphicFrame>
        <p:nvGraphicFramePr>
          <p:cNvPr id="97" name="Google Shape;97;g21c03c1d1e6_1_19"/>
          <p:cNvGraphicFramePr/>
          <p:nvPr/>
        </p:nvGraphicFramePr>
        <p:xfrm>
          <a:off x="329633" y="2887190"/>
          <a:ext cx="5436800" cy="432000"/>
        </p:xfrm>
        <a:graphic>
          <a:graphicData uri="http://schemas.openxmlformats.org/drawingml/2006/table">
            <a:tbl>
              <a:tblPr>
                <a:noFill/>
                <a:tableStyleId>{D3E55744-8061-4CE5-AF87-22040F36E0A0}</a:tableStyleId>
              </a:tblPr>
              <a:tblGrid>
                <a:gridCol w="67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X(t=0)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X(t=1)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X(t=2)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X(t=3)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X(t=4)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X(t=5)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…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</a:t>
                      </a:r>
                      <a:r>
                        <a:rPr lang="en" sz="1800" u="none" strike="noStrike" cap="none"/>
                        <a:t>τ</a:t>
                      </a:r>
                      <a:r>
                        <a:rPr lang="en" sz="1400" u="none" strike="noStrike" cap="none"/>
                        <a:t>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98" name="Google Shape;98;g21c03c1d1e6_1_19"/>
          <p:cNvSpPr txBox="1"/>
          <p:nvPr/>
        </p:nvSpPr>
        <p:spPr>
          <a:xfrm>
            <a:off x="215950" y="2517457"/>
            <a:ext cx="3485193" cy="346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 b="0" i="0" u="none" strike="noStrike" cap="none">
                <a:solidFill>
                  <a:schemeClr val="dk2"/>
                </a:solidFill>
                <a:highlight>
                  <a:schemeClr val="lt1"/>
                </a:highlight>
                <a:latin typeface="Twentieth Century"/>
                <a:ea typeface="Twentieth Century"/>
                <a:cs typeface="Twentieth Century"/>
                <a:sym typeface="Twentieth Century"/>
              </a:rPr>
              <a:t>Temperatura f(t):</a:t>
            </a:r>
            <a:endParaRPr sz="1100">
              <a:solidFill>
                <a:schemeClr val="dk2"/>
              </a:solidFill>
              <a:highlight>
                <a:schemeClr val="lt1"/>
              </a:highlight>
            </a:endParaRPr>
          </a:p>
        </p:txBody>
      </p:sp>
      <p:sp>
        <p:nvSpPr>
          <p:cNvPr id="99" name="Google Shape;99;g21c03c1d1e6_1_19"/>
          <p:cNvSpPr txBox="1"/>
          <p:nvPr/>
        </p:nvSpPr>
        <p:spPr>
          <a:xfrm>
            <a:off x="215949" y="3439258"/>
            <a:ext cx="3485193" cy="346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 b="0" i="0" u="none" strike="noStrike" cap="none" dirty="0">
                <a:solidFill>
                  <a:schemeClr val="dk2"/>
                </a:solidFill>
                <a:highlight>
                  <a:schemeClr val="lt1"/>
                </a:highlight>
                <a:latin typeface="Twentieth Century"/>
                <a:ea typeface="Twentieth Century"/>
                <a:cs typeface="Twentieth Century"/>
                <a:sym typeface="Twentieth Century"/>
              </a:rPr>
              <a:t>Mensaje:</a:t>
            </a:r>
            <a:endParaRPr sz="1100" dirty="0">
              <a:solidFill>
                <a:schemeClr val="dk2"/>
              </a:solidFill>
              <a:highlight>
                <a:schemeClr val="lt1"/>
              </a:highlight>
            </a:endParaRPr>
          </a:p>
        </p:txBody>
      </p:sp>
      <p:graphicFrame>
        <p:nvGraphicFramePr>
          <p:cNvPr id="100" name="Google Shape;100;g21c03c1d1e6_1_19"/>
          <p:cNvGraphicFramePr/>
          <p:nvPr>
            <p:extLst>
              <p:ext uri="{D42A27DB-BD31-4B8C-83A1-F6EECF244321}">
                <p14:modId xmlns:p14="http://schemas.microsoft.com/office/powerpoint/2010/main" val="84495278"/>
              </p:ext>
            </p:extLst>
          </p:nvPr>
        </p:nvGraphicFramePr>
        <p:xfrm>
          <a:off x="283563" y="3808991"/>
          <a:ext cx="5988975" cy="432000"/>
        </p:xfrm>
        <a:graphic>
          <a:graphicData uri="http://schemas.openxmlformats.org/drawingml/2006/table">
            <a:tbl>
              <a:tblPr>
                <a:noFill/>
                <a:tableStyleId>{D3E55744-8061-4CE5-AF87-22040F36E0A0}</a:tableStyleId>
              </a:tblPr>
              <a:tblGrid>
                <a:gridCol w="748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8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8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5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19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69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27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 dirty="0"/>
                        <a:t>Este</a:t>
                      </a:r>
                      <a:endParaRPr sz="1100" dirty="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es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un 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mensaje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para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la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red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 dirty="0"/>
                        <a:t>neuronal</a:t>
                      </a:r>
                      <a:endParaRPr sz="1100" dirty="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3" name="Google Shape;103;g21c03c1d1e6_1_19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Introducción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110;g21c03c1d1e6_1_31">
            <a:extLst>
              <a:ext uri="{FF2B5EF4-FFF2-40B4-BE49-F238E27FC236}">
                <a16:creationId xmlns:a16="http://schemas.microsoft.com/office/drawing/2014/main" id="{B4369622-59BB-DC6C-4161-607BD83A516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48817" b="30423"/>
          <a:stretch>
            <a:fillRect/>
          </a:stretch>
        </p:blipFill>
        <p:spPr>
          <a:xfrm>
            <a:off x="4077288" y="4061287"/>
            <a:ext cx="5058950" cy="47172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g21c03c1d1e6_1_31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 dirty="0"/>
          </a:p>
        </p:txBody>
      </p:sp>
      <p:pic>
        <p:nvPicPr>
          <p:cNvPr id="109" name="Google Shape;109;g21c03c1d1e6_1_31"/>
          <p:cNvPicPr preferRelativeResize="0"/>
          <p:nvPr/>
        </p:nvPicPr>
        <p:blipFill rotWithShape="1">
          <a:blip r:embed="rId4">
            <a:alphaModFix/>
          </a:blip>
          <a:srcRect t="37445" r="78933" b="-1"/>
          <a:stretch/>
        </p:blipFill>
        <p:spPr>
          <a:xfrm>
            <a:off x="1966677" y="2073813"/>
            <a:ext cx="1287886" cy="26530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g21c03c1d1e6_1_31"/>
          <p:cNvPicPr preferRelativeResize="0"/>
          <p:nvPr/>
        </p:nvPicPr>
        <p:blipFill rotWithShape="1">
          <a:blip r:embed="rId5">
            <a:alphaModFix/>
          </a:blip>
          <a:srcRect t="-1" b="48558"/>
          <a:stretch>
            <a:fillRect/>
          </a:stretch>
        </p:blipFill>
        <p:spPr>
          <a:xfrm>
            <a:off x="3865900" y="1779390"/>
            <a:ext cx="5058950" cy="116890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g21c03c1d1e6_1_31"/>
          <p:cNvSpPr/>
          <p:nvPr/>
        </p:nvSpPr>
        <p:spPr>
          <a:xfrm>
            <a:off x="1884605" y="3129806"/>
            <a:ext cx="1573700" cy="1540695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3" name="Google Shape;113;g21c03c1d1e6_1_31"/>
          <p:cNvSpPr/>
          <p:nvPr/>
        </p:nvSpPr>
        <p:spPr>
          <a:xfrm>
            <a:off x="4059095" y="1976863"/>
            <a:ext cx="4813763" cy="920555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4" name="Google Shape;114;g21c03c1d1e6_1_31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Redes recurrentes - Neurona recurrente básica - ecuaciones</a:t>
            </a:r>
            <a:endParaRPr dirty="0"/>
          </a:p>
        </p:txBody>
      </p:sp>
      <p:sp>
        <p:nvSpPr>
          <p:cNvPr id="3" name="Google Shape;113;g21c03c1d1e6_1_31">
            <a:extLst>
              <a:ext uri="{FF2B5EF4-FFF2-40B4-BE49-F238E27FC236}">
                <a16:creationId xmlns:a16="http://schemas.microsoft.com/office/drawing/2014/main" id="{A5A36FCB-F18E-990C-B1E9-D87CCA6C4CF6}"/>
              </a:ext>
            </a:extLst>
          </p:cNvPr>
          <p:cNvSpPr/>
          <p:nvPr/>
        </p:nvSpPr>
        <p:spPr>
          <a:xfrm>
            <a:off x="4129280" y="4022164"/>
            <a:ext cx="4813763" cy="602700"/>
          </a:xfrm>
          <a:prstGeom prst="rect">
            <a:avLst/>
          </a:prstGeom>
          <a:noFill/>
          <a:ln w="38100" cap="flat" cmpd="sng">
            <a:solidFill>
              <a:srgbClr val="00B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B050"/>
              </a:solidFill>
              <a:highlight>
                <a:srgbClr val="FFFF00"/>
              </a:highlight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5" name="Google Shape;112;g21c03c1d1e6_1_31">
            <a:extLst>
              <a:ext uri="{FF2B5EF4-FFF2-40B4-BE49-F238E27FC236}">
                <a16:creationId xmlns:a16="http://schemas.microsoft.com/office/drawing/2014/main" id="{39CBA3CA-596B-98B7-04DC-72F7697B20E3}"/>
              </a:ext>
            </a:extLst>
          </p:cNvPr>
          <p:cNvSpPr/>
          <p:nvPr/>
        </p:nvSpPr>
        <p:spPr>
          <a:xfrm>
            <a:off x="1866411" y="1976863"/>
            <a:ext cx="1573700" cy="1055994"/>
          </a:xfrm>
          <a:prstGeom prst="rect">
            <a:avLst/>
          </a:prstGeom>
          <a:noFill/>
          <a:ln w="38100" cap="flat" cmpd="sng">
            <a:solidFill>
              <a:srgbClr val="00B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9" name="Google Shape;111;g21c03c1d1e6_1_31">
            <a:extLst>
              <a:ext uri="{FF2B5EF4-FFF2-40B4-BE49-F238E27FC236}">
                <a16:creationId xmlns:a16="http://schemas.microsoft.com/office/drawing/2014/main" id="{50341C08-1128-7469-E21C-FA14A1B651DE}"/>
              </a:ext>
            </a:extLst>
          </p:cNvPr>
          <p:cNvSpPr txBox="1"/>
          <p:nvPr/>
        </p:nvSpPr>
        <p:spPr>
          <a:xfrm>
            <a:off x="4129280" y="1446677"/>
            <a:ext cx="3918168" cy="392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Neurona(s) recurrente(s):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11" name="Google Shape;111;g21c03c1d1e6_1_31">
            <a:extLst>
              <a:ext uri="{FF2B5EF4-FFF2-40B4-BE49-F238E27FC236}">
                <a16:creationId xmlns:a16="http://schemas.microsoft.com/office/drawing/2014/main" id="{3A93F0AF-D7C6-10E6-BAF3-D7815B37C5C8}"/>
              </a:ext>
            </a:extLst>
          </p:cNvPr>
          <p:cNvSpPr txBox="1"/>
          <p:nvPr/>
        </p:nvSpPr>
        <p:spPr>
          <a:xfrm>
            <a:off x="4059095" y="3322134"/>
            <a:ext cx="4813763" cy="6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Output ( se emplea para “combinar” varias neuronas recurrentes)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14" name="Google Shape;111;g21c03c1d1e6_1_31">
            <a:extLst>
              <a:ext uri="{FF2B5EF4-FFF2-40B4-BE49-F238E27FC236}">
                <a16:creationId xmlns:a16="http://schemas.microsoft.com/office/drawing/2014/main" id="{F1E3B7E4-C368-BF9C-4926-C79CB5551EFF}"/>
              </a:ext>
            </a:extLst>
          </p:cNvPr>
          <p:cNvSpPr txBox="1"/>
          <p:nvPr/>
        </p:nvSpPr>
        <p:spPr>
          <a:xfrm>
            <a:off x="15481" y="3118037"/>
            <a:ext cx="1765648" cy="15524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i="1" dirty="0">
                <a:solidFill>
                  <a:schemeClr val="dk2"/>
                </a:solidFill>
                <a:latin typeface="Times New Roman" panose="02020603050405020304" pitchFamily="18" charset="0"/>
                <a:ea typeface="Twentieth Century"/>
                <a:cs typeface="Times New Roman" panose="02020603050405020304" pitchFamily="18" charset="0"/>
                <a:sym typeface="Twentieth Century"/>
              </a:rPr>
              <a:t>h</a:t>
            </a:r>
            <a:r>
              <a:rPr lang="en" sz="2100" i="1" dirty="0">
                <a:solidFill>
                  <a:schemeClr val="dk2"/>
                </a:solidFill>
                <a:latin typeface="Times New Roman" panose="02020603050405020304" pitchFamily="18" charset="0"/>
                <a:ea typeface="Twentieth Century"/>
                <a:cs typeface="Times New Roman" panose="02020603050405020304" pitchFamily="18" charset="0"/>
                <a:sym typeface="Twentieth Century"/>
              </a:rPr>
              <a:t>(t)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es el “estado oculto” de la neurona recurrente.</a:t>
            </a:r>
            <a:endParaRPr sz="1100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21c03c1d1e6_1_41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pic>
        <p:nvPicPr>
          <p:cNvPr id="120" name="Google Shape;120;g21c03c1d1e6_1_41"/>
          <p:cNvPicPr preferRelativeResize="0"/>
          <p:nvPr/>
        </p:nvPicPr>
        <p:blipFill rotWithShape="1">
          <a:blip r:embed="rId3">
            <a:alphaModFix/>
          </a:blip>
          <a:srcRect t="38451"/>
          <a:stretch/>
        </p:blipFill>
        <p:spPr>
          <a:xfrm>
            <a:off x="0" y="2255028"/>
            <a:ext cx="6288110" cy="2685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g21c03c1d1e6_1_41"/>
          <p:cNvPicPr preferRelativeResize="0"/>
          <p:nvPr/>
        </p:nvPicPr>
        <p:blipFill rotWithShape="1">
          <a:blip r:embed="rId4">
            <a:alphaModFix/>
          </a:blip>
          <a:srcRect b="28849"/>
          <a:stretch/>
        </p:blipFill>
        <p:spPr>
          <a:xfrm>
            <a:off x="5403593" y="850882"/>
            <a:ext cx="3635403" cy="1161791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g21c03c1d1e6_1_41"/>
          <p:cNvSpPr/>
          <p:nvPr/>
        </p:nvSpPr>
        <p:spPr>
          <a:xfrm>
            <a:off x="6544611" y="4005667"/>
            <a:ext cx="2217813" cy="761262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i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</a:t>
            </a: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</a:t>
            </a:r>
            <a:r>
              <a:rPr lang="en" sz="2100" b="1" i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</a:t>
            </a: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y b</a:t>
            </a:r>
            <a:endParaRPr sz="110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son los mismos!!</a:t>
            </a:r>
            <a:endParaRPr sz="1100" dirty="0"/>
          </a:p>
        </p:txBody>
      </p:sp>
      <p:sp>
        <p:nvSpPr>
          <p:cNvPr id="123" name="Google Shape;123;g21c03c1d1e6_1_41"/>
          <p:cNvSpPr/>
          <p:nvPr/>
        </p:nvSpPr>
        <p:spPr>
          <a:xfrm>
            <a:off x="6740049" y="4766929"/>
            <a:ext cx="1941243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Parameters sharing</a:t>
            </a:r>
            <a:endParaRPr sz="1800" dirty="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24" name="Google Shape;124;g21c03c1d1e6_1_41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Redes recurrentes - Neurona recurrente básica - ecuaciones</a:t>
            </a:r>
            <a:endParaRPr dirty="0"/>
          </a:p>
        </p:txBody>
      </p:sp>
      <p:sp>
        <p:nvSpPr>
          <p:cNvPr id="3" name="Google Shape;111;g21c03c1d1e6_1_31">
            <a:extLst>
              <a:ext uri="{FF2B5EF4-FFF2-40B4-BE49-F238E27FC236}">
                <a16:creationId xmlns:a16="http://schemas.microsoft.com/office/drawing/2014/main" id="{9E7DED33-DF46-909D-E6F2-FE3C6DBB25DA}"/>
              </a:ext>
            </a:extLst>
          </p:cNvPr>
          <p:cNvSpPr txBox="1"/>
          <p:nvPr/>
        </p:nvSpPr>
        <p:spPr>
          <a:xfrm>
            <a:off x="351584" y="1036537"/>
            <a:ext cx="4550922" cy="97613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El “estado oculto” </a:t>
            </a:r>
            <a:r>
              <a:rPr lang="en" sz="2100" i="1" dirty="0">
                <a:solidFill>
                  <a:schemeClr val="dk2"/>
                </a:solidFill>
                <a:latin typeface="Times New Roman" panose="02020603050405020304" pitchFamily="18" charset="0"/>
                <a:ea typeface="Twentieth Century"/>
                <a:cs typeface="Times New Roman" panose="02020603050405020304" pitchFamily="18" charset="0"/>
                <a:sym typeface="Twentieth Century"/>
              </a:rPr>
              <a:t>h(t)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es lo que permite “transferir” información del pasado al paso actual.</a:t>
            </a:r>
            <a:endParaRPr sz="1100" dirty="0">
              <a:solidFill>
                <a:schemeClr val="dk2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47C0338-60D3-DD26-EA7F-3092CEBB07DA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2627045" y="2012673"/>
            <a:ext cx="5986" cy="156780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1ABE1D9-B65D-0CB5-12C4-800C525E85B8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2627045" y="2012673"/>
            <a:ext cx="810218" cy="130003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F2A1F86-2635-C8A1-2E81-A23902F5DA66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2627045" y="2012673"/>
            <a:ext cx="1702584" cy="130003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9D4C7D6-3BDC-1DF7-9361-940CDAEC53D8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2627045" y="2012673"/>
            <a:ext cx="2776548" cy="130003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A760D6E-B921-7F92-C360-E313145D02AB}"/>
              </a:ext>
            </a:extLst>
          </p:cNvPr>
          <p:cNvCxnSpPr>
            <a:cxnSpLocks/>
          </p:cNvCxnSpPr>
          <p:nvPr/>
        </p:nvCxnSpPr>
        <p:spPr>
          <a:xfrm>
            <a:off x="1762699" y="1652530"/>
            <a:ext cx="2478795" cy="0"/>
          </a:xfrm>
          <a:prstGeom prst="line">
            <a:avLst/>
          </a:prstGeom>
          <a:ln w="19050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9DCF529-3C70-92BC-24F0-4DEE8DE89F4C}"/>
              </a:ext>
            </a:extLst>
          </p:cNvPr>
          <p:cNvCxnSpPr>
            <a:cxnSpLocks/>
          </p:cNvCxnSpPr>
          <p:nvPr/>
        </p:nvCxnSpPr>
        <p:spPr>
          <a:xfrm>
            <a:off x="7249098" y="1265103"/>
            <a:ext cx="616945" cy="0"/>
          </a:xfrm>
          <a:prstGeom prst="line">
            <a:avLst/>
          </a:prstGeom>
          <a:ln w="19050"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8D9C6F-DA73-9253-3EF7-CAB3B3FA0234}"/>
              </a:ext>
            </a:extLst>
          </p:cNvPr>
          <p:cNvCxnSpPr>
            <a:cxnSpLocks/>
          </p:cNvCxnSpPr>
          <p:nvPr/>
        </p:nvCxnSpPr>
        <p:spPr>
          <a:xfrm>
            <a:off x="471890" y="1926115"/>
            <a:ext cx="1169623" cy="0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9017DA8-0A93-6658-BB06-FB13F2FBB17F}"/>
              </a:ext>
            </a:extLst>
          </p:cNvPr>
          <p:cNvCxnSpPr>
            <a:cxnSpLocks/>
          </p:cNvCxnSpPr>
          <p:nvPr/>
        </p:nvCxnSpPr>
        <p:spPr>
          <a:xfrm>
            <a:off x="5611508" y="1648857"/>
            <a:ext cx="414719" cy="0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8" name="Google Shape;111;g21c03c1d1e6_1_31">
            <a:extLst>
              <a:ext uri="{FF2B5EF4-FFF2-40B4-BE49-F238E27FC236}">
                <a16:creationId xmlns:a16="http://schemas.microsoft.com/office/drawing/2014/main" id="{C9934D1F-3095-C1D1-57E1-D57C44157F06}"/>
              </a:ext>
            </a:extLst>
          </p:cNvPr>
          <p:cNvSpPr txBox="1"/>
          <p:nvPr/>
        </p:nvSpPr>
        <p:spPr>
          <a:xfrm>
            <a:off x="6311476" y="2280450"/>
            <a:ext cx="2727520" cy="1386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0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 neurona recurrente tiene de parámetros: </a:t>
            </a:r>
          </a:p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 pitchFamily="34" charset="0"/>
              <a:buChar char="•"/>
            </a:pPr>
            <a:r>
              <a:rPr lang="en" sz="20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 (entrada – hidden)</a:t>
            </a:r>
          </a:p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chemeClr val="dk2"/>
                </a:solidFill>
                <a:latin typeface="Twentieth Century"/>
                <a:sym typeface="Twentieth Century"/>
              </a:rPr>
              <a:t>W</a:t>
            </a:r>
            <a:r>
              <a:rPr lang="en" sz="2000" dirty="0">
                <a:solidFill>
                  <a:schemeClr val="dk2"/>
                </a:solidFill>
                <a:latin typeface="Twentieth Century"/>
                <a:sym typeface="Twentieth Century"/>
              </a:rPr>
              <a:t> (hidden-hidden)</a:t>
            </a:r>
          </a:p>
          <a:p>
            <a:pPr marL="342900" marR="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chemeClr val="dk2"/>
                </a:solidFill>
                <a:latin typeface="Twentieth Century"/>
                <a:sym typeface="Twentieth Century"/>
              </a:rPr>
              <a:t>b</a:t>
            </a:r>
            <a:r>
              <a:rPr lang="en" sz="2000" dirty="0">
                <a:solidFill>
                  <a:schemeClr val="dk2"/>
                </a:solidFill>
                <a:latin typeface="Twentieth Century"/>
                <a:sym typeface="Twentieth Century"/>
              </a:rPr>
              <a:t> (bias)</a:t>
            </a:r>
            <a:endParaRPr sz="1050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21c03c1d1e6_1_49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pic>
        <p:nvPicPr>
          <p:cNvPr id="130" name="Google Shape;130;g21c03c1d1e6_1_49"/>
          <p:cNvPicPr preferRelativeResize="0"/>
          <p:nvPr/>
        </p:nvPicPr>
        <p:blipFill rotWithShape="1">
          <a:blip r:embed="rId3">
            <a:alphaModFix/>
          </a:blip>
          <a:srcRect t="49743"/>
          <a:stretch/>
        </p:blipFill>
        <p:spPr>
          <a:xfrm>
            <a:off x="39575" y="1702200"/>
            <a:ext cx="9064849" cy="31784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g21c03c1d1e6_1_49"/>
          <p:cNvPicPr preferRelativeResize="0"/>
          <p:nvPr/>
        </p:nvPicPr>
        <p:blipFill rotWithShape="1">
          <a:blip r:embed="rId3">
            <a:alphaModFix/>
          </a:blip>
          <a:srcRect t="34136" r="19328" b="52929"/>
          <a:stretch/>
        </p:blipFill>
        <p:spPr>
          <a:xfrm>
            <a:off x="178625" y="776875"/>
            <a:ext cx="8271614" cy="925337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g21c03c1d1e6_1_49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Redes recurrentes - Neurona recurrente básica – ejemplo de cálculo</a:t>
            </a:r>
            <a:endParaRPr dirty="0"/>
          </a:p>
        </p:txBody>
      </p:sp>
      <p:pic>
        <p:nvPicPr>
          <p:cNvPr id="133" name="Google Shape;133;g21c03c1d1e6_1_49"/>
          <p:cNvPicPr preferRelativeResize="0"/>
          <p:nvPr/>
        </p:nvPicPr>
        <p:blipFill rotWithShape="1">
          <a:blip r:embed="rId3">
            <a:alphaModFix/>
          </a:blip>
          <a:srcRect l="10260" r="75323" b="69085"/>
          <a:stretch/>
        </p:blipFill>
        <p:spPr>
          <a:xfrm>
            <a:off x="8036725" y="3381050"/>
            <a:ext cx="1067699" cy="1597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g21c03c1d1e6_1_49"/>
          <p:cNvPicPr preferRelativeResize="0"/>
          <p:nvPr/>
        </p:nvPicPr>
        <p:blipFill rotWithShape="1">
          <a:blip r:embed="rId3">
            <a:alphaModFix/>
          </a:blip>
          <a:srcRect l="38363" t="9125" r="20692" b="72913"/>
          <a:stretch/>
        </p:blipFill>
        <p:spPr>
          <a:xfrm>
            <a:off x="5084660" y="4053275"/>
            <a:ext cx="3023139" cy="925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1c03c1d1e6_1_54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Pytorch</a:t>
            </a:r>
            <a:endParaRPr sz="24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40" name="Google Shape;140;g21c03c1d1e6_1_54"/>
          <p:cNvSpPr/>
          <p:nvPr/>
        </p:nvSpPr>
        <p:spPr>
          <a:xfrm>
            <a:off x="492617" y="4216893"/>
            <a:ext cx="7449904" cy="807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torch.nn.RNN(</a:t>
            </a:r>
            <a:r>
              <a:rPr lang="en" sz="15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input_size, hidden_size, num_layers=1, nonlinearity=‘tanh’, …</a:t>
            </a:r>
            <a:br>
              <a:rPr lang="en" sz="15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5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		bias=True, batch_first=False, dropout=0, bidirectional=False</a:t>
            </a:r>
            <a:r>
              <a:rPr lang="en" sz="1500" b="1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500" b="1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r>
              <a:rPr lang="en" sz="3300" b="1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 dirty="0">
              <a:solidFill>
                <a:schemeClr val="dk2"/>
              </a:solidFill>
            </a:endParaRPr>
          </a:p>
        </p:txBody>
      </p:sp>
      <p:pic>
        <p:nvPicPr>
          <p:cNvPr id="141" name="Google Shape;141;g21c03c1d1e6_1_54"/>
          <p:cNvPicPr preferRelativeResize="0"/>
          <p:nvPr/>
        </p:nvPicPr>
        <p:blipFill rotWithShape="1">
          <a:blip r:embed="rId3">
            <a:alphaModFix/>
          </a:blip>
          <a:srcRect r="1431"/>
          <a:stretch>
            <a:fillRect/>
          </a:stretch>
        </p:blipFill>
        <p:spPr>
          <a:xfrm>
            <a:off x="171450" y="1171575"/>
            <a:ext cx="8675095" cy="280035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g21c03c1d1e6_1_54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Redes recurrentes - Implementación en pytorch</a:t>
            </a:r>
            <a:endParaRPr dirty="0"/>
          </a:p>
        </p:txBody>
      </p:sp>
      <p:sp>
        <p:nvSpPr>
          <p:cNvPr id="3" name="Google Shape;122;g21c03c1d1e6_1_41">
            <a:extLst>
              <a:ext uri="{FF2B5EF4-FFF2-40B4-BE49-F238E27FC236}">
                <a16:creationId xmlns:a16="http://schemas.microsoft.com/office/drawing/2014/main" id="{843EB048-3F8E-02D7-E46B-125C369A3CF1}"/>
              </a:ext>
            </a:extLst>
          </p:cNvPr>
          <p:cNvSpPr/>
          <p:nvPr/>
        </p:nvSpPr>
        <p:spPr>
          <a:xfrm>
            <a:off x="5894830" y="736097"/>
            <a:ext cx="3077720" cy="435478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100" b="1" i="1" dirty="0">
                <a:solidFill>
                  <a:srgbClr val="FF0000"/>
                </a:solidFill>
                <a:latin typeface="Twentieth Century"/>
                <a:sym typeface="Twentieth Century"/>
              </a:rPr>
              <a:t>S</a:t>
            </a:r>
            <a:r>
              <a:rPr lang="en" sz="2100" b="1" i="1" dirty="0">
                <a:solidFill>
                  <a:srgbClr val="FF0000"/>
                </a:solidFill>
                <a:latin typeface="Twentieth Century"/>
                <a:sym typeface="Twentieth Century"/>
              </a:rPr>
              <a:t>imple RNN Elman (1990)</a:t>
            </a:r>
            <a:endParaRPr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21c03c1d1e6_1_145"/>
          <p:cNvSpPr txBox="1"/>
          <p:nvPr/>
        </p:nvSpPr>
        <p:spPr>
          <a:xfrm>
            <a:off x="2044342" y="774713"/>
            <a:ext cx="4813500" cy="6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latin typeface="Twentieth Century"/>
                <a:ea typeface="Twentieth Century"/>
                <a:cs typeface="Twentieth Century"/>
                <a:sym typeface="Twentieth Century"/>
              </a:rPr>
              <a:t>Bi-directional </a:t>
            </a:r>
            <a:endParaRPr sz="240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52" name="Google Shape;252;g21c03c1d1e6_1_145"/>
          <p:cNvSpPr txBox="1"/>
          <p:nvPr/>
        </p:nvSpPr>
        <p:spPr>
          <a:xfrm>
            <a:off x="1173245" y="4210024"/>
            <a:ext cx="6555668" cy="392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>
                <a:latin typeface="Twentieth Century"/>
                <a:ea typeface="Twentieth Century"/>
                <a:cs typeface="Twentieth Century"/>
                <a:sym typeface="Twentieth Century"/>
              </a:rPr>
              <a:t>Para la traducción, suele ser útil tener la frase entera.</a:t>
            </a:r>
            <a:endParaRPr sz="1100"/>
          </a:p>
        </p:txBody>
      </p:sp>
      <p:pic>
        <p:nvPicPr>
          <p:cNvPr id="253" name="Google Shape;253;g21c03c1d1e6_1_1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6911" y="1555124"/>
            <a:ext cx="6868339" cy="242729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g21c03c1d1e6_1_1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Birideccionalidad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21c03c1d1e6_1_60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sp>
        <p:nvSpPr>
          <p:cNvPr id="148" name="Google Shape;148;g21c03c1d1e6_1_60"/>
          <p:cNvSpPr txBox="1"/>
          <p:nvPr/>
        </p:nvSpPr>
        <p:spPr>
          <a:xfrm>
            <a:off x="516181" y="4716035"/>
            <a:ext cx="859665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Básica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49" name="Google Shape;149;g21c03c1d1e6_1_60"/>
          <p:cNvSpPr txBox="1"/>
          <p:nvPr/>
        </p:nvSpPr>
        <p:spPr>
          <a:xfrm>
            <a:off x="2608285" y="4696716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Varias hidden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0" name="Google Shape;150;g21c03c1d1e6_1_60"/>
          <p:cNvSpPr txBox="1"/>
          <p:nvPr/>
        </p:nvSpPr>
        <p:spPr>
          <a:xfrm>
            <a:off x="5102092" y="4578347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Input multivariable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1" name="Google Shape;151;g21c03c1d1e6_1_60"/>
          <p:cNvSpPr txBox="1"/>
          <p:nvPr/>
        </p:nvSpPr>
        <p:spPr>
          <a:xfrm>
            <a:off x="7243032" y="4695142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layers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52" name="Google Shape;152;g21c03c1d1e6_1_6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8422" y="1052272"/>
            <a:ext cx="3907631" cy="378619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g21c03c1d1e6_1_60"/>
          <p:cNvSpPr/>
          <p:nvPr/>
        </p:nvSpPr>
        <p:spPr>
          <a:xfrm>
            <a:off x="2021003" y="740776"/>
            <a:ext cx="76246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Pytorch</a:t>
            </a:r>
            <a:endParaRPr sz="14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54" name="Google Shape;154;g21c03c1d1e6_1_6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78264" y="2720632"/>
            <a:ext cx="1866275" cy="1583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g21c03c1d1e6_1_6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>
            <a:off x="2204006" y="2180339"/>
            <a:ext cx="2344483" cy="21853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g21c03c1d1e6_1_6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4596185" y="2369524"/>
            <a:ext cx="2344481" cy="180701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g21c03c1d1e6_1_6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 rot="-5400000">
            <a:off x="6260084" y="1735063"/>
            <a:ext cx="3315094" cy="2105321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g21c03c1d1e6_1_60"/>
          <p:cNvSpPr txBox="1"/>
          <p:nvPr/>
        </p:nvSpPr>
        <p:spPr>
          <a:xfrm>
            <a:off x="4047019" y="615104"/>
            <a:ext cx="3679985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n" sz="18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colab RNN_teoria.ipynb</a:t>
            </a:r>
            <a:endParaRPr sz="18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9" name="Google Shape;159;g21c03c1d1e6_1_60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1c03c1d1e6_1_75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graphicFrame>
        <p:nvGraphicFramePr>
          <p:cNvPr id="165" name="Google Shape;165;g21c03c1d1e6_1_75"/>
          <p:cNvGraphicFramePr/>
          <p:nvPr/>
        </p:nvGraphicFramePr>
        <p:xfrm>
          <a:off x="2306392" y="2494541"/>
          <a:ext cx="4879975" cy="197372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166" name="Google Shape;166;g21c03c1d1e6_1_7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8422" y="1052272"/>
            <a:ext cx="3907631" cy="378619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g21c03c1d1e6_1_75"/>
          <p:cNvSpPr txBox="1"/>
          <p:nvPr/>
        </p:nvSpPr>
        <p:spPr>
          <a:xfrm>
            <a:off x="516181" y="4716035"/>
            <a:ext cx="859665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Básica</a:t>
            </a:r>
            <a:endParaRPr sz="1100"/>
          </a:p>
        </p:txBody>
      </p:sp>
      <p:pic>
        <p:nvPicPr>
          <p:cNvPr id="168" name="Google Shape;168;g21c03c1d1e6_1_7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78264" y="2720632"/>
            <a:ext cx="1866275" cy="1583001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g21c03c1d1e6_1_75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21c03c1d1e6_1_83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sp>
        <p:nvSpPr>
          <p:cNvPr id="175" name="Google Shape;175;g21c03c1d1e6_1_83"/>
          <p:cNvSpPr txBox="1"/>
          <p:nvPr/>
        </p:nvSpPr>
        <p:spPr>
          <a:xfrm>
            <a:off x="271263" y="4677398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Varias hidden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76" name="Google Shape;176;g21c03c1d1e6_1_8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8422" y="1052272"/>
            <a:ext cx="3907631" cy="378619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77" name="Google Shape;177;g21c03c1d1e6_1_83"/>
          <p:cNvGraphicFramePr/>
          <p:nvPr/>
        </p:nvGraphicFramePr>
        <p:xfrm>
          <a:off x="4131972" y="2507397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/>
                        <a:t>Wih</a:t>
                      </a:r>
                      <a:endParaRPr sz="1400" dirty="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/>
                        <a:t>Bih</a:t>
                      </a:r>
                      <a:endParaRPr sz="1400" dirty="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/>
                        <a:t>Whh</a:t>
                      </a:r>
                      <a:endParaRPr sz="1400" dirty="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/>
                        <a:t>bhh</a:t>
                      </a:r>
                      <a:endParaRPr sz="1400" dirty="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 dirty="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78" name="Google Shape;178;g21c03c1d1e6_1_8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195524" y="2346788"/>
            <a:ext cx="2232177" cy="2080697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g21c03c1d1e6_1_83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21c03c1d1e6_1_91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sp>
        <p:nvSpPr>
          <p:cNvPr id="185" name="Google Shape;185;g21c03c1d1e6_1_91"/>
          <p:cNvSpPr txBox="1"/>
          <p:nvPr/>
        </p:nvSpPr>
        <p:spPr>
          <a:xfrm>
            <a:off x="411871" y="4464328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Input multivariable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86" name="Google Shape;186;g21c03c1d1e6_1_9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8422" y="1052272"/>
            <a:ext cx="3907631" cy="3786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g21c03c1d1e6_1_9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24550" y="2292250"/>
            <a:ext cx="2344481" cy="180701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88" name="Google Shape;188;g21c03c1d1e6_1_91"/>
          <p:cNvGraphicFramePr/>
          <p:nvPr/>
        </p:nvGraphicFramePr>
        <p:xfrm>
          <a:off x="4131972" y="2507397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9" name="Google Shape;189;g21c03c1d1e6_1_91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1c03c1d1e6_1_99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sp>
        <p:nvSpPr>
          <p:cNvPr id="195" name="Google Shape;195;g21c03c1d1e6_1_99"/>
          <p:cNvSpPr txBox="1"/>
          <p:nvPr/>
        </p:nvSpPr>
        <p:spPr>
          <a:xfrm>
            <a:off x="355735" y="4704783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layers</a:t>
            </a:r>
            <a:endParaRPr sz="1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96" name="Google Shape;196;g21c03c1d1e6_1_9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341616" y="783164"/>
            <a:ext cx="3907631" cy="3786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g21c03c1d1e6_1_9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-516892" y="1941307"/>
            <a:ext cx="3315094" cy="21053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98" name="Google Shape;198;g21c03c1d1e6_1_99"/>
          <p:cNvGraphicFramePr/>
          <p:nvPr>
            <p:extLst>
              <p:ext uri="{D42A27DB-BD31-4B8C-83A1-F6EECF244321}">
                <p14:modId xmlns:p14="http://schemas.microsoft.com/office/powerpoint/2010/main" val="3278869483"/>
              </p:ext>
            </p:extLst>
          </p:nvPr>
        </p:nvGraphicFramePr>
        <p:xfrm>
          <a:off x="4131972" y="2507397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dirty="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/>
                        <a:t>y</a:t>
                      </a:r>
                      <a:endParaRPr sz="1400" dirty="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 dirty="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9" name="Google Shape;199;g21c03c1d1e6_1_99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g21c03c1d1e6_1_10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-630182" y="1949050"/>
            <a:ext cx="3952298" cy="2247448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g21c03c1d1e6_1_107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sp>
        <p:nvSpPr>
          <p:cNvPr id="206" name="Google Shape;206;g21c03c1d1e6_1_107"/>
          <p:cNvSpPr txBox="1"/>
          <p:nvPr/>
        </p:nvSpPr>
        <p:spPr>
          <a:xfrm>
            <a:off x="0" y="4651515"/>
            <a:ext cx="3679984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n" sz="18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Ejercicio 1 (ver datos en colab)</a:t>
            </a:r>
            <a:endParaRPr sz="1100"/>
          </a:p>
        </p:txBody>
      </p:sp>
      <p:pic>
        <p:nvPicPr>
          <p:cNvPr id="207" name="Google Shape;207;g21c03c1d1e6_1_10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8243" y="668527"/>
            <a:ext cx="3907631" cy="378619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08" name="Google Shape;208;g21c03c1d1e6_1_107"/>
          <p:cNvGraphicFramePr/>
          <p:nvPr/>
        </p:nvGraphicFramePr>
        <p:xfrm>
          <a:off x="4041734" y="687860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09" name="Google Shape;209;g21c03c1d1e6_1_107"/>
          <p:cNvGraphicFramePr/>
          <p:nvPr/>
        </p:nvGraphicFramePr>
        <p:xfrm>
          <a:off x="4041735" y="2169199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10" name="Google Shape;210;g21c03c1d1e6_1_107"/>
          <p:cNvGraphicFramePr/>
          <p:nvPr/>
        </p:nvGraphicFramePr>
        <p:xfrm>
          <a:off x="4041736" y="3639182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1" name="Google Shape;211;g21c03c1d1e6_1_107"/>
          <p:cNvSpPr txBox="1"/>
          <p:nvPr/>
        </p:nvSpPr>
        <p:spPr>
          <a:xfrm>
            <a:off x="3008065" y="1293803"/>
            <a:ext cx="10336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Ejemplo A</a:t>
            </a: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12" name="Google Shape;212;g21c03c1d1e6_1_107"/>
          <p:cNvSpPr txBox="1"/>
          <p:nvPr/>
        </p:nvSpPr>
        <p:spPr>
          <a:xfrm>
            <a:off x="3008065" y="2856657"/>
            <a:ext cx="10336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Ejemplo B</a:t>
            </a: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13" name="Google Shape;213;g21c03c1d1e6_1_107"/>
          <p:cNvSpPr txBox="1"/>
          <p:nvPr/>
        </p:nvSpPr>
        <p:spPr>
          <a:xfrm>
            <a:off x="3008065" y="4233167"/>
            <a:ext cx="10336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Ejemplo C</a:t>
            </a: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14" name="Google Shape;214;g21c03c1d1e6_1_107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21c03c1d1e6_1_120"/>
          <p:cNvSpPr txBox="1"/>
          <p:nvPr/>
        </p:nvSpPr>
        <p:spPr>
          <a:xfrm>
            <a:off x="4197697" y="2488808"/>
            <a:ext cx="4315136" cy="331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000"/>
              <a:buFont typeface="Arial"/>
              <a:buNone/>
            </a:pPr>
            <a:r>
              <a:rPr lang="en" sz="30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</a:t>
            </a: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30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pensar</a:t>
            </a: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!</a:t>
            </a:r>
            <a:endParaRPr sz="1100"/>
          </a:p>
        </p:txBody>
      </p:sp>
      <p:pic>
        <p:nvPicPr>
          <p:cNvPr id="220" name="Google Shape;220;g21c03c1d1e6_1_1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3101" y="790275"/>
            <a:ext cx="2699926" cy="4274274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g21c03c1d1e6_1_120"/>
          <p:cNvSpPr/>
          <p:nvPr/>
        </p:nvSpPr>
        <p:spPr>
          <a:xfrm>
            <a:off x="3727108" y="4712811"/>
            <a:ext cx="204887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“El pensador” de Rodin</a:t>
            </a:r>
            <a:endParaRPr sz="1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2" name="Google Shape;222;g21c03c1d1e6_1_120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1c03c1d1e6_1_126"/>
          <p:cNvSpPr txBox="1"/>
          <p:nvPr/>
        </p:nvSpPr>
        <p:spPr>
          <a:xfrm>
            <a:off x="222160" y="0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sp>
        <p:nvSpPr>
          <p:cNvPr id="228" name="Google Shape;228;g21c03c1d1e6_1_126"/>
          <p:cNvSpPr txBox="1"/>
          <p:nvPr/>
        </p:nvSpPr>
        <p:spPr>
          <a:xfrm>
            <a:off x="6562579" y="3890445"/>
            <a:ext cx="2317652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desarrollo teórico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29" name="Google Shape;229;g21c03c1d1e6_1_1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3596" y="730106"/>
            <a:ext cx="8736806" cy="12501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g21c03c1d1e6_1_126" descr="Imagen de la pantalla de un video juego&#10;&#10;Descripción generada automáticamente con confianza baja"/>
          <p:cNvPicPr preferRelativeResize="0"/>
          <p:nvPr/>
        </p:nvPicPr>
        <p:blipFill rotWithShape="1">
          <a:blip r:embed="rId4">
            <a:alphaModFix/>
          </a:blip>
          <a:srcRect t="53333" b="9993"/>
          <a:stretch/>
        </p:blipFill>
        <p:spPr>
          <a:xfrm>
            <a:off x="456087" y="2173705"/>
            <a:ext cx="5589503" cy="27287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g21c03c1d1e6_1_12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1c03c1d1e6_1_126"/>
          <p:cNvSpPr txBox="1"/>
          <p:nvPr/>
        </p:nvSpPr>
        <p:spPr>
          <a:xfrm>
            <a:off x="222160" y="0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sp>
        <p:nvSpPr>
          <p:cNvPr id="231" name="Google Shape;231;g21c03c1d1e6_1_12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F1DAAD6-642B-8E32-7DA6-4C42DEB7A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567" y="743184"/>
            <a:ext cx="6820387" cy="4185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6234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1c03c1d1e6_1_126"/>
          <p:cNvSpPr txBox="1"/>
          <p:nvPr/>
        </p:nvSpPr>
        <p:spPr>
          <a:xfrm>
            <a:off x="222160" y="0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sp>
        <p:nvSpPr>
          <p:cNvPr id="231" name="Google Shape;231;g21c03c1d1e6_1_12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D03D3F5-78BB-F2CD-C53D-8B1DBEE312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160" y="1183753"/>
            <a:ext cx="3003975" cy="112727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110F3932-C008-1E37-1FF6-D1612E5685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6984" y="1159608"/>
            <a:ext cx="4638403" cy="2302846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B086223D-3C92-320C-FDA4-2986A3EC8B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416" y="3557727"/>
            <a:ext cx="7127167" cy="1384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2290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1c03c1d1e6_1_126"/>
          <p:cNvSpPr txBox="1"/>
          <p:nvPr/>
        </p:nvSpPr>
        <p:spPr>
          <a:xfrm>
            <a:off x="222160" y="0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sp>
        <p:nvSpPr>
          <p:cNvPr id="231" name="Google Shape;231;g21c03c1d1e6_1_12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7F6C8A2-6E4B-CC35-FBCA-FE785C2AC5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160" y="885652"/>
            <a:ext cx="4733925" cy="48577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E9CEA9F8-4C91-6372-E31C-322AD64E5D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4981" y="885652"/>
            <a:ext cx="4377049" cy="213481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6F1E6A7D-9012-4072-5AB5-CCB5A5C9F1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85" y="3102531"/>
            <a:ext cx="7194129" cy="1916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6163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1c03c1d1e6_1_126"/>
          <p:cNvSpPr txBox="1"/>
          <p:nvPr/>
        </p:nvSpPr>
        <p:spPr>
          <a:xfrm>
            <a:off x="222160" y="0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sp>
        <p:nvSpPr>
          <p:cNvPr id="231" name="Google Shape;231;g21c03c1d1e6_1_12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1E56B2D-1A7E-B595-8FDB-6BA836414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160" y="844856"/>
            <a:ext cx="3343275" cy="4572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3B87B3A4-251A-0315-F9EE-DAD61ADCB9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6641" y="954899"/>
            <a:ext cx="4611769" cy="2176646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21ECE62E-087E-6FA4-B8E1-ECB992A699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529" y="3131545"/>
            <a:ext cx="7135774" cy="1891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6021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21c03c1d1e6_1_133"/>
          <p:cNvSpPr txBox="1"/>
          <p:nvPr/>
        </p:nvSpPr>
        <p:spPr>
          <a:xfrm>
            <a:off x="186760" y="950300"/>
            <a:ext cx="8770500" cy="6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Problemas de la RNN básica con el BPTT</a:t>
            </a:r>
            <a:endParaRPr sz="1100" dirty="0">
              <a:solidFill>
                <a:srgbClr val="FF0000"/>
              </a:solidFill>
            </a:endParaRPr>
          </a:p>
        </p:txBody>
      </p:sp>
      <p:sp>
        <p:nvSpPr>
          <p:cNvPr id="237" name="Google Shape;237;g21c03c1d1e6_1_133"/>
          <p:cNvSpPr/>
          <p:nvPr/>
        </p:nvSpPr>
        <p:spPr>
          <a:xfrm>
            <a:off x="289774" y="1906300"/>
            <a:ext cx="8306873" cy="715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Vanishing gradient </a:t>
            </a: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 pérdida de aportes de long-term states</a:t>
            </a:r>
            <a:endParaRPr sz="21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(gradientes próximos a cero)</a:t>
            </a:r>
            <a:endParaRPr sz="21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8" name="Google Shape;238;g21c03c1d1e6_1_133"/>
          <p:cNvSpPr/>
          <p:nvPr/>
        </p:nvSpPr>
        <p:spPr>
          <a:xfrm>
            <a:off x="-95517" y="3128793"/>
            <a:ext cx="8914326" cy="715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Exploding gradient </a:t>
            </a: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soluciona con clipping gradient</a:t>
            </a:r>
            <a:endParaRPr sz="21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(gradientes mayores a 1)</a:t>
            </a:r>
            <a:endParaRPr sz="21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40" name="Google Shape;240;g21c03c1d1e6_1_133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E8989BDB-79B9-F6F2-549F-1A2E919CA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21c03c1d1e6_1_133">
            <a:extLst>
              <a:ext uri="{FF2B5EF4-FFF2-40B4-BE49-F238E27FC236}">
                <a16:creationId xmlns:a16="http://schemas.microsoft.com/office/drawing/2014/main" id="{BFAE2EAB-886F-BCFE-64F8-DCB85D8E60C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2626D50-BB0A-7CE8-CED4-13918AAE117F}"/>
              </a:ext>
            </a:extLst>
          </p:cNvPr>
          <p:cNvSpPr txBox="1"/>
          <p:nvPr/>
        </p:nvSpPr>
        <p:spPr>
          <a:xfrm>
            <a:off x="230269" y="4778254"/>
            <a:ext cx="8826600" cy="273152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SimpleRNNRegressor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input_size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hidden_size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num_layers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n_out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N_FUTURE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4A0F87A-9C8A-8663-A914-A1281A91E6AA}"/>
              </a:ext>
            </a:extLst>
          </p:cNvPr>
          <p:cNvSpPr txBox="1"/>
          <p:nvPr/>
        </p:nvSpPr>
        <p:spPr>
          <a:xfrm>
            <a:off x="230269" y="4346055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Ver: </a:t>
            </a:r>
            <a:r>
              <a:rPr lang="es-ES" dirty="0" err="1"/>
              <a:t>RNN_vanishing_gradient.ipynb</a:t>
            </a:r>
            <a:endParaRPr lang="es-E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F2FB5EA-6C73-74B0-148C-BF82AE7B54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62" y="700087"/>
            <a:ext cx="8220075" cy="3743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558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A5BFCBEE-6674-5364-871A-B54E16949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21c03c1d1e6_1_133">
            <a:extLst>
              <a:ext uri="{FF2B5EF4-FFF2-40B4-BE49-F238E27FC236}">
                <a16:creationId xmlns:a16="http://schemas.microsoft.com/office/drawing/2014/main" id="{59943719-B7F0-CEF9-97F4-CC2E49510DF5}"/>
              </a:ext>
            </a:extLst>
          </p:cNvPr>
          <p:cNvSpPr/>
          <p:nvPr/>
        </p:nvSpPr>
        <p:spPr>
          <a:xfrm>
            <a:off x="10650" y="847946"/>
            <a:ext cx="89142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Solución con otras RNN mas avanzadas (LSTM y GRU)</a:t>
            </a:r>
            <a:endParaRPr sz="1100" dirty="0"/>
          </a:p>
        </p:txBody>
      </p:sp>
      <p:sp>
        <p:nvSpPr>
          <p:cNvPr id="240" name="Google Shape;240;g21c03c1d1e6_1_133">
            <a:extLst>
              <a:ext uri="{FF2B5EF4-FFF2-40B4-BE49-F238E27FC236}">
                <a16:creationId xmlns:a16="http://schemas.microsoft.com/office/drawing/2014/main" id="{3BABCE10-BCB8-343F-0B95-7530854B2D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D5FBCD3-7FFB-B68B-0977-0638AF7679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809" y="1587791"/>
            <a:ext cx="5805890" cy="29029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80751A2-BC9E-0E52-827C-A35BA93EDF5F}"/>
              </a:ext>
            </a:extLst>
          </p:cNvPr>
          <p:cNvSpPr txBox="1"/>
          <p:nvPr/>
        </p:nvSpPr>
        <p:spPr>
          <a:xfrm>
            <a:off x="2748709" y="3790151"/>
            <a:ext cx="11512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400" dirty="0">
                <a:solidFill>
                  <a:srgbClr val="FF0000"/>
                </a:solidFill>
              </a:rPr>
              <a:t>Input gate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734DE2-F282-0BE7-B8DD-4BF48C91805E}"/>
              </a:ext>
            </a:extLst>
          </p:cNvPr>
          <p:cNvSpPr txBox="1"/>
          <p:nvPr/>
        </p:nvSpPr>
        <p:spPr>
          <a:xfrm>
            <a:off x="1900410" y="2049485"/>
            <a:ext cx="11512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400" dirty="0" err="1">
                <a:solidFill>
                  <a:srgbClr val="FF0000"/>
                </a:solidFill>
              </a:rPr>
              <a:t>forget</a:t>
            </a:r>
            <a:r>
              <a:rPr lang="es-AR" sz="1400" dirty="0">
                <a:solidFill>
                  <a:srgbClr val="FF0000"/>
                </a:solidFill>
              </a:rPr>
              <a:t> gate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4A93BA-BBF1-200A-33A5-9EDC6860B6B2}"/>
              </a:ext>
            </a:extLst>
          </p:cNvPr>
          <p:cNvSpPr txBox="1"/>
          <p:nvPr/>
        </p:nvSpPr>
        <p:spPr>
          <a:xfrm>
            <a:off x="4092769" y="4076242"/>
            <a:ext cx="11512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400" dirty="0">
                <a:solidFill>
                  <a:srgbClr val="FF0000"/>
                </a:solidFill>
              </a:rPr>
              <a:t>output gate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E894D3-9313-884A-867C-991982DDDFD3}"/>
              </a:ext>
            </a:extLst>
          </p:cNvPr>
          <p:cNvSpPr/>
          <p:nvPr/>
        </p:nvSpPr>
        <p:spPr>
          <a:xfrm>
            <a:off x="98250" y="4661047"/>
            <a:ext cx="666610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AR" dirty="0"/>
              <a:t>https://blog.floydhub.com/long-short-term-memory-from-zero-to-hero-with-pytorch/</a:t>
            </a:r>
          </a:p>
        </p:txBody>
      </p:sp>
      <p:sp>
        <p:nvSpPr>
          <p:cNvPr id="4" name="Google Shape;122;g21c03c1d1e6_1_41">
            <a:extLst>
              <a:ext uri="{FF2B5EF4-FFF2-40B4-BE49-F238E27FC236}">
                <a16:creationId xmlns:a16="http://schemas.microsoft.com/office/drawing/2014/main" id="{12370932-5AE9-1D53-79C5-7ECEDDABBF7F}"/>
              </a:ext>
            </a:extLst>
          </p:cNvPr>
          <p:cNvSpPr/>
          <p:nvPr/>
        </p:nvSpPr>
        <p:spPr>
          <a:xfrm>
            <a:off x="7227759" y="3790151"/>
            <a:ext cx="1580232" cy="435478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100" b="1" i="1" dirty="0">
                <a:solidFill>
                  <a:srgbClr val="FF0000"/>
                </a:solidFill>
                <a:latin typeface="Twentieth Century"/>
                <a:sym typeface="Twentieth Century"/>
              </a:rPr>
              <a:t>LSTM (1997)</a:t>
            </a:r>
            <a:endParaRPr sz="1100" dirty="0"/>
          </a:p>
        </p:txBody>
      </p:sp>
    </p:spTree>
    <p:extLst>
      <p:ext uri="{BB962C8B-B14F-4D97-AF65-F5344CB8AC3E}">
        <p14:creationId xmlns:p14="http://schemas.microsoft.com/office/powerpoint/2010/main" val="30641819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6748909B-8DF3-148F-A399-0EE473002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BCD5B1-74EF-2478-979A-41633BC357D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609" t="12548" r="18573" b="8029"/>
          <a:stretch/>
        </p:blipFill>
        <p:spPr>
          <a:xfrm>
            <a:off x="466323" y="1180091"/>
            <a:ext cx="5053127" cy="3591982"/>
          </a:xfrm>
          <a:prstGeom prst="rect">
            <a:avLst/>
          </a:prstGeom>
        </p:spPr>
      </p:pic>
      <p:sp>
        <p:nvSpPr>
          <p:cNvPr id="239" name="Google Shape;239;g21c03c1d1e6_1_133">
            <a:extLst>
              <a:ext uri="{FF2B5EF4-FFF2-40B4-BE49-F238E27FC236}">
                <a16:creationId xmlns:a16="http://schemas.microsoft.com/office/drawing/2014/main" id="{95CA89FD-2F4A-8478-5E4E-1D05F7CF1665}"/>
              </a:ext>
            </a:extLst>
          </p:cNvPr>
          <p:cNvSpPr/>
          <p:nvPr/>
        </p:nvSpPr>
        <p:spPr>
          <a:xfrm>
            <a:off x="54450" y="727107"/>
            <a:ext cx="89142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Solución con otras RNN mas avanzadas (LSTM y GRU)</a:t>
            </a:r>
            <a:endParaRPr sz="1100" dirty="0"/>
          </a:p>
        </p:txBody>
      </p:sp>
      <p:sp>
        <p:nvSpPr>
          <p:cNvPr id="240" name="Google Shape;240;g21c03c1d1e6_1_133">
            <a:extLst>
              <a:ext uri="{FF2B5EF4-FFF2-40B4-BE49-F238E27FC236}">
                <a16:creationId xmlns:a16="http://schemas.microsoft.com/office/drawing/2014/main" id="{3CBDDE66-D116-26DF-3BDF-09DC57CD7E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CFD0A2-88F0-4AE4-7F1B-9F16BBC3122C}"/>
              </a:ext>
            </a:extLst>
          </p:cNvPr>
          <p:cNvSpPr txBox="1"/>
          <p:nvPr/>
        </p:nvSpPr>
        <p:spPr>
          <a:xfrm>
            <a:off x="2126255" y="2145984"/>
            <a:ext cx="11512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400" dirty="0" err="1">
                <a:solidFill>
                  <a:srgbClr val="FF0000"/>
                </a:solidFill>
              </a:rPr>
              <a:t>reset</a:t>
            </a:r>
            <a:r>
              <a:rPr lang="es-AR" sz="1400" dirty="0">
                <a:solidFill>
                  <a:srgbClr val="FF0000"/>
                </a:solidFill>
              </a:rPr>
              <a:t> gate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4E8ACB-9FB5-EF51-BBFD-4D43E4723E28}"/>
              </a:ext>
            </a:extLst>
          </p:cNvPr>
          <p:cNvSpPr txBox="1"/>
          <p:nvPr/>
        </p:nvSpPr>
        <p:spPr>
          <a:xfrm>
            <a:off x="974993" y="1478857"/>
            <a:ext cx="11512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400" dirty="0" err="1">
                <a:solidFill>
                  <a:srgbClr val="FF0000"/>
                </a:solidFill>
              </a:rPr>
              <a:t>update</a:t>
            </a:r>
            <a:r>
              <a:rPr lang="es-AR" sz="1400" dirty="0">
                <a:solidFill>
                  <a:srgbClr val="FF0000"/>
                </a:solidFill>
              </a:rPr>
              <a:t> gate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83B887-C749-C288-7354-0A08D04B3CA0}"/>
              </a:ext>
            </a:extLst>
          </p:cNvPr>
          <p:cNvSpPr/>
          <p:nvPr/>
        </p:nvSpPr>
        <p:spPr>
          <a:xfrm>
            <a:off x="252146" y="4733631"/>
            <a:ext cx="615967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AR" dirty="0"/>
              <a:t>https://towardsdatascience.com/understanding-gru-networks-2ef37df6c9be</a:t>
            </a:r>
          </a:p>
        </p:txBody>
      </p:sp>
      <p:sp>
        <p:nvSpPr>
          <p:cNvPr id="5" name="Google Shape;122;g21c03c1d1e6_1_41">
            <a:extLst>
              <a:ext uri="{FF2B5EF4-FFF2-40B4-BE49-F238E27FC236}">
                <a16:creationId xmlns:a16="http://schemas.microsoft.com/office/drawing/2014/main" id="{B6062897-DD13-45DD-B53A-8A970A48CF9D}"/>
              </a:ext>
            </a:extLst>
          </p:cNvPr>
          <p:cNvSpPr/>
          <p:nvPr/>
        </p:nvSpPr>
        <p:spPr>
          <a:xfrm>
            <a:off x="7227759" y="3790151"/>
            <a:ext cx="1580232" cy="435478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100" b="1" i="1" dirty="0">
                <a:solidFill>
                  <a:srgbClr val="FF0000"/>
                </a:solidFill>
                <a:latin typeface="Twentieth Century"/>
                <a:sym typeface="Twentieth Century"/>
              </a:rPr>
              <a:t>GRU (2014)</a:t>
            </a:r>
            <a:endParaRPr sz="1100" dirty="0"/>
          </a:p>
        </p:txBody>
      </p:sp>
    </p:spTree>
    <p:extLst>
      <p:ext uri="{BB962C8B-B14F-4D97-AF65-F5344CB8AC3E}">
        <p14:creationId xmlns:p14="http://schemas.microsoft.com/office/powerpoint/2010/main" val="2387514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>
          <a:extLst>
            <a:ext uri="{FF2B5EF4-FFF2-40B4-BE49-F238E27FC236}">
              <a16:creationId xmlns:a16="http://schemas.microsoft.com/office/drawing/2014/main" id="{BDD74143-2164-77C0-83ED-DEF9947D1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1c03c1d1e6_1_187">
            <a:extLst>
              <a:ext uri="{FF2B5EF4-FFF2-40B4-BE49-F238E27FC236}">
                <a16:creationId xmlns:a16="http://schemas.microsoft.com/office/drawing/2014/main" id="{5C39E0F3-E62F-E193-7ACD-6228B5987A20}"/>
              </a:ext>
            </a:extLst>
          </p:cNvPr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vs Tapped Delayed MLP</a:t>
            </a:r>
            <a:endParaRPr sz="1100"/>
          </a:p>
        </p:txBody>
      </p:sp>
      <p:graphicFrame>
        <p:nvGraphicFramePr>
          <p:cNvPr id="301" name="Google Shape;301;g21c03c1d1e6_1_187">
            <a:extLst>
              <a:ext uri="{FF2B5EF4-FFF2-40B4-BE49-F238E27FC236}">
                <a16:creationId xmlns:a16="http://schemas.microsoft.com/office/drawing/2014/main" id="{52591B72-B4E4-C293-19D5-B4EC71E4C869}"/>
              </a:ext>
            </a:extLst>
          </p:cNvPr>
          <p:cNvGraphicFramePr/>
          <p:nvPr/>
        </p:nvGraphicFramePr>
        <p:xfrm>
          <a:off x="714776" y="1185909"/>
          <a:ext cx="7389000" cy="432000"/>
        </p:xfrm>
        <a:graphic>
          <a:graphicData uri="http://schemas.openxmlformats.org/drawingml/2006/table">
            <a:tbl>
              <a:tblPr>
                <a:noFill/>
                <a:tableStyleId>{D3E55744-8061-4CE5-AF87-22040F36E0A0}</a:tableStyleId>
              </a:tblPr>
              <a:tblGrid>
                <a:gridCol w="73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X(t=0)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X(t=1)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X(t=2)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X(t=3)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X(t=4)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X(t=5)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X(t=6)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r>
                        <a:rPr lang="en" sz="1400"/>
                        <a:t>X(t=7)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…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r>
                        <a:rPr lang="en" sz="1400"/>
                        <a:t>X(t=</a:t>
                      </a:r>
                      <a:r>
                        <a:rPr lang="en" sz="1800"/>
                        <a:t>τ</a:t>
                      </a:r>
                      <a:r>
                        <a:rPr lang="en" sz="1400"/>
                        <a:t>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2" name="Google Shape;302;g21c03c1d1e6_1_187">
            <a:extLst>
              <a:ext uri="{FF2B5EF4-FFF2-40B4-BE49-F238E27FC236}">
                <a16:creationId xmlns:a16="http://schemas.microsoft.com/office/drawing/2014/main" id="{0592CCB7-7276-6148-EE47-2B7906307CCD}"/>
              </a:ext>
            </a:extLst>
          </p:cNvPr>
          <p:cNvSpPr txBox="1"/>
          <p:nvPr/>
        </p:nvSpPr>
        <p:spPr>
          <a:xfrm>
            <a:off x="2868923" y="4658677"/>
            <a:ext cx="3679984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n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colab RNN_signal_TP.ipynb</a:t>
            </a:r>
            <a:endParaRPr sz="18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03" name="Google Shape;303;g21c03c1d1e6_1_187">
            <a:extLst>
              <a:ext uri="{FF2B5EF4-FFF2-40B4-BE49-F238E27FC236}">
                <a16:creationId xmlns:a16="http://schemas.microsoft.com/office/drawing/2014/main" id="{6069436A-8B5E-29B9-0FEB-352F3DBFF76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72000" y="3446748"/>
            <a:ext cx="1557636" cy="12823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g21c03c1d1e6_1_187">
            <a:extLst>
              <a:ext uri="{FF2B5EF4-FFF2-40B4-BE49-F238E27FC236}">
                <a16:creationId xmlns:a16="http://schemas.microsoft.com/office/drawing/2014/main" id="{FCFE5376-AA56-7CD3-E0A6-1422B434E35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72000" y="1669797"/>
            <a:ext cx="1794424" cy="1401458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g21c03c1d1e6_1_187">
            <a:extLst>
              <a:ext uri="{FF2B5EF4-FFF2-40B4-BE49-F238E27FC236}">
                <a16:creationId xmlns:a16="http://schemas.microsoft.com/office/drawing/2014/main" id="{E1F4211D-371B-8607-A14C-4FDB138AB9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de modelos</a:t>
            </a:r>
            <a:endParaRPr/>
          </a:p>
        </p:txBody>
      </p:sp>
      <p:sp>
        <p:nvSpPr>
          <p:cNvPr id="2" name="Google Shape;302;g21c03c1d1e6_1_187">
            <a:extLst>
              <a:ext uri="{FF2B5EF4-FFF2-40B4-BE49-F238E27FC236}">
                <a16:creationId xmlns:a16="http://schemas.microsoft.com/office/drawing/2014/main" id="{5A68E864-3E72-8447-847E-405211CE274D}"/>
              </a:ext>
            </a:extLst>
          </p:cNvPr>
          <p:cNvSpPr txBox="1"/>
          <p:nvPr/>
        </p:nvSpPr>
        <p:spPr>
          <a:xfrm>
            <a:off x="3629220" y="3006400"/>
            <a:ext cx="3679984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n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vs</a:t>
            </a:r>
            <a:endParaRPr sz="18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3FADA3B-2DF3-C768-10F5-20B34CC04FE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808" r="48797" b="33475"/>
          <a:stretch>
            <a:fillRect/>
          </a:stretch>
        </p:blipFill>
        <p:spPr>
          <a:xfrm>
            <a:off x="196175" y="1882345"/>
            <a:ext cx="4111606" cy="2771258"/>
          </a:xfrm>
          <a:prstGeom prst="rect">
            <a:avLst/>
          </a:prstGeom>
        </p:spPr>
      </p:pic>
      <p:sp>
        <p:nvSpPr>
          <p:cNvPr id="5" name="Google Shape;302;g21c03c1d1e6_1_187">
            <a:extLst>
              <a:ext uri="{FF2B5EF4-FFF2-40B4-BE49-F238E27FC236}">
                <a16:creationId xmlns:a16="http://schemas.microsoft.com/office/drawing/2014/main" id="{F29D2CB9-75FF-7BC2-CEEB-14A555CEA8F3}"/>
              </a:ext>
            </a:extLst>
          </p:cNvPr>
          <p:cNvSpPr txBox="1"/>
          <p:nvPr/>
        </p:nvSpPr>
        <p:spPr>
          <a:xfrm>
            <a:off x="1502091" y="714098"/>
            <a:ext cx="5455600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s-ES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</a:t>
            </a:r>
            <a:r>
              <a:rPr lang="en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redicción serie temporal 1 muestra a futuro</a:t>
            </a:r>
            <a:endParaRPr sz="18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" name="Google Shape;302;g21c03c1d1e6_1_187">
            <a:extLst>
              <a:ext uri="{FF2B5EF4-FFF2-40B4-BE49-F238E27FC236}">
                <a16:creationId xmlns:a16="http://schemas.microsoft.com/office/drawing/2014/main" id="{05A359D3-77CE-0F01-9A64-E53CE1A15A0B}"/>
              </a:ext>
            </a:extLst>
          </p:cNvPr>
          <p:cNvSpPr txBox="1"/>
          <p:nvPr/>
        </p:nvSpPr>
        <p:spPr>
          <a:xfrm>
            <a:off x="6630643" y="1906340"/>
            <a:ext cx="2028428" cy="811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s-ES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</a:t>
            </a:r>
            <a:r>
              <a:rPr lang="en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rq. “rigida” a la longitud del input.</a:t>
            </a:r>
            <a:endParaRPr sz="18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8" name="Google Shape;302;g21c03c1d1e6_1_187">
            <a:extLst>
              <a:ext uri="{FF2B5EF4-FFF2-40B4-BE49-F238E27FC236}">
                <a16:creationId xmlns:a16="http://schemas.microsoft.com/office/drawing/2014/main" id="{872CA8CF-16A3-5FFD-1DC6-45FD7BAC59F4}"/>
              </a:ext>
            </a:extLst>
          </p:cNvPr>
          <p:cNvSpPr txBox="1"/>
          <p:nvPr/>
        </p:nvSpPr>
        <p:spPr>
          <a:xfrm>
            <a:off x="6731222" y="3700645"/>
            <a:ext cx="2028428" cy="811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s-ES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</a:t>
            </a:r>
            <a:r>
              <a:rPr lang="en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rq. </a:t>
            </a:r>
            <a:r>
              <a:rPr lang="es-ES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no “fija”</a:t>
            </a:r>
            <a:r>
              <a:rPr lang="en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 la longitud del input.</a:t>
            </a:r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endParaRPr sz="18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  <p:extLst>
      <p:ext uri="{BB962C8B-B14F-4D97-AF65-F5344CB8AC3E}">
        <p14:creationId xmlns:p14="http://schemas.microsoft.com/office/powerpoint/2010/main" val="32872229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g21c03c1d1e6_1_14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8867" y="1043643"/>
            <a:ext cx="8080892" cy="3674905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g21c03c1d1e6_1_140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1000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¡Un merecido descanso!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21c03c1d1e6_1_151"/>
          <p:cNvSpPr/>
          <p:nvPr/>
        </p:nvSpPr>
        <p:spPr>
          <a:xfrm>
            <a:off x="222159" y="4901126"/>
            <a:ext cx="798812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https://towardsdatascience.com/what-is-an-encoder-decoder-model-86b3d57c5e1a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60" name="Google Shape;260;g21c03c1d1e6_1_151"/>
          <p:cNvPicPr preferRelativeResize="0"/>
          <p:nvPr/>
        </p:nvPicPr>
        <p:blipFill rotWithShape="1">
          <a:blip r:embed="rId3">
            <a:alphaModFix/>
          </a:blip>
          <a:srcRect t="16398" b="28055"/>
          <a:stretch/>
        </p:blipFill>
        <p:spPr>
          <a:xfrm>
            <a:off x="902929" y="1070598"/>
            <a:ext cx="7307351" cy="2145451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g21c03c1d1e6_1_151"/>
          <p:cNvSpPr/>
          <p:nvPr/>
        </p:nvSpPr>
        <p:spPr>
          <a:xfrm>
            <a:off x="3860355" y="3216049"/>
            <a:ext cx="4868303" cy="1685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RNN de distinto tamaño.</a:t>
            </a:r>
            <a:endParaRPr sz="11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 Hidden state que “resume” toda la información de la input.</a:t>
            </a:r>
            <a:endParaRPr sz="11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Flexibilidad máxima para inputs/outputs de distinta longitud.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sz="1500" dirty="0">
              <a:solidFill>
                <a:srgbClr val="FF0000"/>
              </a:solidFill>
              <a:latin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sym typeface="Twentieth Century"/>
              </a:rPr>
              <a:t>Cada modelo lee/escribe de forma recurrente.</a:t>
            </a:r>
            <a:endParaRPr sz="1100" dirty="0"/>
          </a:p>
        </p:txBody>
      </p:sp>
      <p:pic>
        <p:nvPicPr>
          <p:cNvPr id="262" name="Google Shape;262;g21c03c1d1e6_1_151"/>
          <p:cNvPicPr preferRelativeResize="0"/>
          <p:nvPr/>
        </p:nvPicPr>
        <p:blipFill rotWithShape="1">
          <a:blip r:embed="rId4">
            <a:alphaModFix/>
          </a:blip>
          <a:srcRect l="3577" t="7243" r="3320" b="11375"/>
          <a:stretch/>
        </p:blipFill>
        <p:spPr>
          <a:xfrm>
            <a:off x="222160" y="3351542"/>
            <a:ext cx="2946044" cy="155248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g21c03c1d1e6_1_1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Arquitectura enconder-decoder (seq to seq)</a:t>
            </a:r>
            <a:endParaRPr/>
          </a:p>
        </p:txBody>
      </p:sp>
      <p:sp>
        <p:nvSpPr>
          <p:cNvPr id="3" name="Google Shape;122;g21c03c1d1e6_1_41">
            <a:extLst>
              <a:ext uri="{FF2B5EF4-FFF2-40B4-BE49-F238E27FC236}">
                <a16:creationId xmlns:a16="http://schemas.microsoft.com/office/drawing/2014/main" id="{C8F95CE0-A38E-9EB9-1C36-68D3F203D70D}"/>
              </a:ext>
            </a:extLst>
          </p:cNvPr>
          <p:cNvSpPr/>
          <p:nvPr/>
        </p:nvSpPr>
        <p:spPr>
          <a:xfrm>
            <a:off x="6830458" y="792021"/>
            <a:ext cx="2184639" cy="435478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100" b="1" i="1" dirty="0" err="1">
                <a:solidFill>
                  <a:srgbClr val="FF0000"/>
                </a:solidFill>
                <a:latin typeface="Twentieth Century"/>
                <a:sym typeface="Twentieth Century"/>
              </a:rPr>
              <a:t>enc-dec</a:t>
            </a:r>
            <a:r>
              <a:rPr lang="es-ES" sz="2100" b="1" i="1" dirty="0">
                <a:solidFill>
                  <a:srgbClr val="FF0000"/>
                </a:solidFill>
                <a:latin typeface="Twentieth Century"/>
                <a:sym typeface="Twentieth Century"/>
              </a:rPr>
              <a:t> (2014)</a:t>
            </a:r>
            <a:endParaRPr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68;g21c03c1d1e6_1_15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2160" y="1724126"/>
            <a:ext cx="8592315" cy="1838402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g21c03c1d1e6_1_159"/>
          <p:cNvSpPr/>
          <p:nvPr/>
        </p:nvSpPr>
        <p:spPr>
          <a:xfrm>
            <a:off x="222160" y="4678127"/>
            <a:ext cx="453513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https://brunomaga.github.io/AI-Supercomputing-2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70" name="Google Shape;270;g21c03c1d1e6_1_159"/>
          <p:cNvSpPr/>
          <p:nvPr/>
        </p:nvSpPr>
        <p:spPr>
          <a:xfrm>
            <a:off x="3097280" y="3726450"/>
            <a:ext cx="1573872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Unfolded!!!!</a:t>
            </a:r>
            <a:endParaRPr dirty="0"/>
          </a:p>
        </p:txBody>
      </p:sp>
      <p:sp>
        <p:nvSpPr>
          <p:cNvPr id="271" name="Google Shape;271;g21c03c1d1e6_1_15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Arquitectura enconder-decoder (seq to seq)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g21c03c1d1e6_1_166"/>
          <p:cNvPicPr preferRelativeResize="0"/>
          <p:nvPr/>
        </p:nvPicPr>
        <p:blipFill rotWithShape="1">
          <a:blip r:embed="rId3">
            <a:alphaModFix/>
          </a:blip>
          <a:srcRect l="37785"/>
          <a:stretch/>
        </p:blipFill>
        <p:spPr>
          <a:xfrm>
            <a:off x="3740620" y="1112010"/>
            <a:ext cx="5345718" cy="1838402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g21c03c1d1e6_1_166"/>
          <p:cNvSpPr/>
          <p:nvPr/>
        </p:nvSpPr>
        <p:spPr>
          <a:xfrm>
            <a:off x="222160" y="4678127"/>
            <a:ext cx="453513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https://brunomaga.github.io/AI-Supercomputing-2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78" name="Google Shape;278;g21c03c1d1e6_1_166"/>
          <p:cNvSpPr/>
          <p:nvPr/>
        </p:nvSpPr>
        <p:spPr>
          <a:xfrm>
            <a:off x="504296" y="3191198"/>
            <a:ext cx="2667413" cy="530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ENCODER</a:t>
            </a:r>
            <a:endParaRPr sz="11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Siempre leen la secuencia entera</a:t>
            </a:r>
            <a:endParaRPr sz="1100"/>
          </a:p>
        </p:txBody>
      </p:sp>
      <p:pic>
        <p:nvPicPr>
          <p:cNvPr id="279" name="Google Shape;279;g21c03c1d1e6_1_166"/>
          <p:cNvPicPr preferRelativeResize="0"/>
          <p:nvPr/>
        </p:nvPicPr>
        <p:blipFill rotWithShape="1">
          <a:blip r:embed="rId3">
            <a:alphaModFix/>
          </a:blip>
          <a:srcRect r="62273"/>
          <a:stretch/>
        </p:blipFill>
        <p:spPr>
          <a:xfrm>
            <a:off x="227129" y="1112010"/>
            <a:ext cx="3241627" cy="1838402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g21c03c1d1e6_1_166"/>
          <p:cNvSpPr/>
          <p:nvPr/>
        </p:nvSpPr>
        <p:spPr>
          <a:xfrm>
            <a:off x="504296" y="3900038"/>
            <a:ext cx="2667413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Emiten un hidden state final</a:t>
            </a:r>
            <a:endParaRPr sz="1100"/>
          </a:p>
        </p:txBody>
      </p:sp>
      <p:sp>
        <p:nvSpPr>
          <p:cNvPr id="281" name="Google Shape;281;g21c03c1d1e6_1_166"/>
          <p:cNvSpPr/>
          <p:nvPr/>
        </p:nvSpPr>
        <p:spPr>
          <a:xfrm>
            <a:off x="3652400" y="3191198"/>
            <a:ext cx="4885544" cy="1454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DECODER</a:t>
            </a:r>
            <a:endParaRPr sz="11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Entrenamiento </a:t>
            </a: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for i in range(len(y_deseado):</a:t>
            </a:r>
            <a:endParaRPr sz="11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		genero_token</a:t>
            </a:r>
            <a:endParaRPr sz="15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Uso </a:t>
            </a: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while last_token =! &lt;EOS&gt;:</a:t>
            </a:r>
            <a:endParaRPr sz="11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	genero_token</a:t>
            </a:r>
            <a:endParaRPr sz="15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2" name="Google Shape;282;g21c03c1d1e6_1_166"/>
          <p:cNvSpPr/>
          <p:nvPr/>
        </p:nvSpPr>
        <p:spPr>
          <a:xfrm>
            <a:off x="7125838" y="4736501"/>
            <a:ext cx="19605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TEACHER FORCING!!!</a:t>
            </a:r>
            <a:endParaRPr sz="15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3" name="Google Shape;283;g21c03c1d1e6_1_1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Arquitectura enconder-decoder (seq to seq) entrenamiento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1c03c1d1e6_1_177"/>
          <p:cNvSpPr txBox="1"/>
          <p:nvPr/>
        </p:nvSpPr>
        <p:spPr>
          <a:xfrm>
            <a:off x="1185903" y="669650"/>
            <a:ext cx="6454800" cy="6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Arquitecturas flexibles IN/OUT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89" name="Google Shape;289;g21c03c1d1e6_1_17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078939"/>
            <a:ext cx="9143998" cy="286223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g21c03c1d1e6_1_177"/>
          <p:cNvSpPr txBox="1"/>
          <p:nvPr/>
        </p:nvSpPr>
        <p:spPr>
          <a:xfrm>
            <a:off x="330020" y="4045863"/>
            <a:ext cx="560232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latin typeface="Twentieth Century"/>
                <a:ea typeface="Twentieth Century"/>
                <a:cs typeface="Twentieth Century"/>
                <a:sym typeface="Twentieth Century"/>
              </a:rPr>
              <a:t>MLP</a:t>
            </a:r>
            <a:endParaRPr sz="1100"/>
          </a:p>
        </p:txBody>
      </p:sp>
      <p:sp>
        <p:nvSpPr>
          <p:cNvPr id="291" name="Google Shape;291;g21c03c1d1e6_1_177"/>
          <p:cNvSpPr txBox="1"/>
          <p:nvPr/>
        </p:nvSpPr>
        <p:spPr>
          <a:xfrm>
            <a:off x="1418285" y="4045863"/>
            <a:ext cx="1382870" cy="392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Img captioning</a:t>
            </a:r>
            <a:endParaRPr sz="140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2" name="Google Shape;292;g21c03c1d1e6_1_177"/>
          <p:cNvSpPr txBox="1"/>
          <p:nvPr/>
        </p:nvSpPr>
        <p:spPr>
          <a:xfrm>
            <a:off x="3189130" y="3729921"/>
            <a:ext cx="1658292" cy="609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 dirty="0">
                <a:latin typeface="Twentieth Century"/>
                <a:ea typeface="Twentieth Century"/>
                <a:cs typeface="Twentieth Century"/>
                <a:sym typeface="Twentieth Century"/>
              </a:rPr>
              <a:t>Regresión</a:t>
            </a:r>
            <a:endParaRPr sz="1100" dirty="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 dirty="0">
                <a:latin typeface="Twentieth Century"/>
                <a:ea typeface="Twentieth Century"/>
                <a:cs typeface="Twentieth Century"/>
                <a:sym typeface="Twentieth Century"/>
              </a:rPr>
              <a:t>Classificacion</a:t>
            </a:r>
            <a:endParaRPr sz="14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 dirty="0">
                <a:latin typeface="Twentieth Century"/>
                <a:ea typeface="Twentieth Century"/>
                <a:cs typeface="Twentieth Century"/>
                <a:sym typeface="Twentieth Century"/>
              </a:rPr>
              <a:t>Sentiment classification</a:t>
            </a:r>
            <a:endParaRPr sz="14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 dirty="0">
                <a:latin typeface="Twentieth Century"/>
                <a:ea typeface="Twentieth Century"/>
                <a:cs typeface="Twentieth Century"/>
                <a:sym typeface="Twentieth Century"/>
              </a:rPr>
              <a:t>Resumen de videos</a:t>
            </a:r>
            <a:endParaRPr sz="1100" dirty="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endParaRPr sz="1400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3" name="Google Shape;293;g21c03c1d1e6_1_177"/>
          <p:cNvSpPr txBox="1"/>
          <p:nvPr/>
        </p:nvSpPr>
        <p:spPr>
          <a:xfrm>
            <a:off x="5100033" y="4045863"/>
            <a:ext cx="2327857" cy="392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Regresión varios futuros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Traducción</a:t>
            </a:r>
            <a:endParaRPr sz="1100"/>
          </a:p>
        </p:txBody>
      </p:sp>
      <p:sp>
        <p:nvSpPr>
          <p:cNvPr id="294" name="Google Shape;294;g21c03c1d1e6_1_177"/>
          <p:cNvSpPr txBox="1"/>
          <p:nvPr/>
        </p:nvSpPr>
        <p:spPr>
          <a:xfrm>
            <a:off x="7532531" y="4045863"/>
            <a:ext cx="1276618" cy="392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Video class frame lvl</a:t>
            </a:r>
            <a:endParaRPr sz="140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5" name="Google Shape;295;g21c03c1d1e6_1_17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Redes recurrentes - Arquitectura enconder-decoder (seq to seq)</a:t>
            </a:r>
            <a:endParaRPr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1c03c1d1e6_1_187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vs Tapped Delayed MLP</a:t>
            </a:r>
            <a:endParaRPr sz="1100"/>
          </a:p>
        </p:txBody>
      </p:sp>
      <p:graphicFrame>
        <p:nvGraphicFramePr>
          <p:cNvPr id="301" name="Google Shape;301;g21c03c1d1e6_1_187"/>
          <p:cNvGraphicFramePr/>
          <p:nvPr>
            <p:extLst>
              <p:ext uri="{D42A27DB-BD31-4B8C-83A1-F6EECF244321}">
                <p14:modId xmlns:p14="http://schemas.microsoft.com/office/powerpoint/2010/main" val="950352069"/>
              </p:ext>
            </p:extLst>
          </p:nvPr>
        </p:nvGraphicFramePr>
        <p:xfrm>
          <a:off x="268132" y="1058051"/>
          <a:ext cx="8772744" cy="432000"/>
        </p:xfrm>
        <a:graphic>
          <a:graphicData uri="http://schemas.openxmlformats.org/drawingml/2006/table">
            <a:tbl>
              <a:tblPr>
                <a:noFill/>
                <a:tableStyleId>{D3E55744-8061-4CE5-AF87-22040F36E0A0}</a:tableStyleId>
              </a:tblPr>
              <a:tblGrid>
                <a:gridCol w="731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3106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44772">
                  <a:extLst>
                    <a:ext uri="{9D8B030D-6E8A-4147-A177-3AD203B41FA5}">
                      <a16:colId xmlns:a16="http://schemas.microsoft.com/office/drawing/2014/main" val="2224162106"/>
                    </a:ext>
                  </a:extLst>
                </a:gridCol>
                <a:gridCol w="917352">
                  <a:extLst>
                    <a:ext uri="{9D8B030D-6E8A-4147-A177-3AD203B41FA5}">
                      <a16:colId xmlns:a16="http://schemas.microsoft.com/office/drawing/2014/main" val="858613290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X(t=0)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X(t=1)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X(t=2)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X(t=3)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/>
                        <a:t>X(t=4)</a:t>
                      </a:r>
                      <a:endParaRPr sz="1100" dirty="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X(t=5)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X(t=6)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r>
                        <a:rPr lang="en" sz="1400" dirty="0"/>
                        <a:t>X(t=7)</a:t>
                      </a:r>
                      <a:endParaRPr sz="1100" dirty="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…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r>
                        <a:rPr lang="en" sz="1400" dirty="0"/>
                        <a:t>X(t=</a:t>
                      </a:r>
                      <a:r>
                        <a:rPr lang="en" sz="1800" dirty="0"/>
                        <a:t>τ</a:t>
                      </a:r>
                      <a:r>
                        <a:rPr lang="en" sz="1400" dirty="0"/>
                        <a:t>)</a:t>
                      </a:r>
                      <a:endParaRPr sz="1100" dirty="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r>
                        <a:rPr lang="es-AR" sz="1100" dirty="0"/>
                        <a:t>…</a:t>
                      </a:r>
                      <a:endParaRPr sz="1100" dirty="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  <a:tabLst/>
                        <a:defRPr/>
                      </a:pPr>
                      <a:r>
                        <a:rPr lang="es-ES" sz="1400" b="0" i="0" u="none" strike="noStrike" cap="none" dirty="0">
                          <a:solidFill>
                            <a:schemeClr val="dk1"/>
                          </a:solidFill>
                          <a:latin typeface="Tw Cen MT"/>
                          <a:sym typeface="Arial"/>
                        </a:rPr>
                        <a:t>X(t=</a:t>
                      </a:r>
                      <a:r>
                        <a:rPr lang="el-GR" sz="1400" b="0" i="0" u="none" strike="noStrike" cap="none" dirty="0">
                          <a:solidFill>
                            <a:schemeClr val="dk1"/>
                          </a:solidFill>
                          <a:sym typeface="Arial"/>
                        </a:rPr>
                        <a:t>τ</a:t>
                      </a:r>
                      <a:r>
                        <a:rPr lang="es-AR" sz="1400" b="0" i="0" u="none" strike="noStrike" cap="none" dirty="0">
                          <a:solidFill>
                            <a:schemeClr val="dk1"/>
                          </a:solidFill>
                          <a:latin typeface="Tw Cen MT"/>
                          <a:sym typeface="Arial"/>
                        </a:rPr>
                        <a:t>+10</a:t>
                      </a:r>
                      <a:r>
                        <a:rPr lang="el-GR" sz="1400" b="0" i="0" u="none" strike="noStrike" cap="none" dirty="0">
                          <a:solidFill>
                            <a:schemeClr val="dk1"/>
                          </a:solidFill>
                          <a:sym typeface="Arial"/>
                        </a:rPr>
                        <a:t>)</a:t>
                      </a:r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Google Shape;305;g21c03c1d1e6_1_1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Redes recurrentes - Implementación de modelos enconder-decoder</a:t>
            </a:r>
            <a:endParaRPr dirty="0"/>
          </a:p>
        </p:txBody>
      </p:sp>
      <p:pic>
        <p:nvPicPr>
          <p:cNvPr id="2" name="Google Shape;268;g21c03c1d1e6_1_159">
            <a:extLst>
              <a:ext uri="{FF2B5EF4-FFF2-40B4-BE49-F238E27FC236}">
                <a16:creationId xmlns:a16="http://schemas.microsoft.com/office/drawing/2014/main" id="{8EE2EC0A-B294-4082-D5F3-773F74E554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1654" y="1600631"/>
            <a:ext cx="7262122" cy="1499812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0540F1F9-F686-BA1A-A203-F0D8D6C7A80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5402" t="34971" r="1" b="34303"/>
          <a:stretch>
            <a:fillRect/>
          </a:stretch>
        </p:blipFill>
        <p:spPr>
          <a:xfrm>
            <a:off x="618978" y="3320480"/>
            <a:ext cx="2402777" cy="1652537"/>
          </a:xfrm>
          <a:prstGeom prst="rect">
            <a:avLst/>
          </a:prstGeom>
        </p:spPr>
      </p:pic>
      <p:sp>
        <p:nvSpPr>
          <p:cNvPr id="4" name="Google Shape;302;g21c03c1d1e6_1_187">
            <a:extLst>
              <a:ext uri="{FF2B5EF4-FFF2-40B4-BE49-F238E27FC236}">
                <a16:creationId xmlns:a16="http://schemas.microsoft.com/office/drawing/2014/main" id="{9ED7E9E9-59C9-6343-8F43-CF878350A681}"/>
              </a:ext>
            </a:extLst>
          </p:cNvPr>
          <p:cNvSpPr txBox="1"/>
          <p:nvPr/>
        </p:nvSpPr>
        <p:spPr>
          <a:xfrm>
            <a:off x="1543342" y="616200"/>
            <a:ext cx="5455600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s-ES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</a:t>
            </a:r>
            <a:r>
              <a:rPr lang="en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redicción serie temporal 10 muestra a futuro</a:t>
            </a:r>
            <a:endParaRPr sz="18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  <p:extLst>
      <p:ext uri="{BB962C8B-B14F-4D97-AF65-F5344CB8AC3E}">
        <p14:creationId xmlns:p14="http://schemas.microsoft.com/office/powerpoint/2010/main" val="25154685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>
          <a:extLst>
            <a:ext uri="{FF2B5EF4-FFF2-40B4-BE49-F238E27FC236}">
              <a16:creationId xmlns:a16="http://schemas.microsoft.com/office/drawing/2014/main" id="{0F5D1FD2-B011-1094-AABC-E01B60BBB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21c03c1d1e6_1_166">
            <a:extLst>
              <a:ext uri="{FF2B5EF4-FFF2-40B4-BE49-F238E27FC236}">
                <a16:creationId xmlns:a16="http://schemas.microsoft.com/office/drawing/2014/main" id="{4D2545CE-9D97-D9E9-78CC-417C0CCDEBFF}"/>
              </a:ext>
            </a:extLst>
          </p:cNvPr>
          <p:cNvSpPr/>
          <p:nvPr/>
        </p:nvSpPr>
        <p:spPr>
          <a:xfrm>
            <a:off x="3443064" y="3368386"/>
            <a:ext cx="2667413" cy="530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ENCODER</a:t>
            </a:r>
            <a:endParaRPr sz="11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Siempre leen la secuencia entera</a:t>
            </a:r>
            <a:endParaRPr sz="1100" dirty="0"/>
          </a:p>
        </p:txBody>
      </p:sp>
      <p:pic>
        <p:nvPicPr>
          <p:cNvPr id="279" name="Google Shape;279;g21c03c1d1e6_1_166">
            <a:extLst>
              <a:ext uri="{FF2B5EF4-FFF2-40B4-BE49-F238E27FC236}">
                <a16:creationId xmlns:a16="http://schemas.microsoft.com/office/drawing/2014/main" id="{EA7E2BBC-3069-251B-26CE-0EB273FBB81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62273"/>
          <a:stretch/>
        </p:blipFill>
        <p:spPr>
          <a:xfrm>
            <a:off x="2365064" y="1009062"/>
            <a:ext cx="3241627" cy="1838402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g21c03c1d1e6_1_166">
            <a:extLst>
              <a:ext uri="{FF2B5EF4-FFF2-40B4-BE49-F238E27FC236}">
                <a16:creationId xmlns:a16="http://schemas.microsoft.com/office/drawing/2014/main" id="{ED2E2AE3-AC0D-1861-15E7-A3BC3315CBC6}"/>
              </a:ext>
            </a:extLst>
          </p:cNvPr>
          <p:cNvSpPr/>
          <p:nvPr/>
        </p:nvSpPr>
        <p:spPr>
          <a:xfrm>
            <a:off x="5729439" y="1822632"/>
            <a:ext cx="2667413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Emiten un hidden state final</a:t>
            </a:r>
            <a:endParaRPr sz="1100" dirty="0"/>
          </a:p>
        </p:txBody>
      </p:sp>
      <p:sp>
        <p:nvSpPr>
          <p:cNvPr id="283" name="Google Shape;283;g21c03c1d1e6_1_166">
            <a:extLst>
              <a:ext uri="{FF2B5EF4-FFF2-40B4-BE49-F238E27FC236}">
                <a16:creationId xmlns:a16="http://schemas.microsoft.com/office/drawing/2014/main" id="{5BACD7B2-93BB-03C0-7408-254540BF97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Arquitectura enconder-decoder (seq to seq) entrenamiento</a:t>
            </a:r>
            <a:endParaRPr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10D34D73-EDC4-7385-58EE-79485D90E8C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5942" t="34971" r="1" b="34303"/>
          <a:stretch>
            <a:fillRect/>
          </a:stretch>
        </p:blipFill>
        <p:spPr>
          <a:xfrm>
            <a:off x="767960" y="3263759"/>
            <a:ext cx="2350048" cy="1652537"/>
          </a:xfrm>
          <a:prstGeom prst="rect">
            <a:avLst/>
          </a:prstGeom>
        </p:spPr>
      </p:pic>
      <p:sp>
        <p:nvSpPr>
          <p:cNvPr id="3" name="Cerrar llave 2">
            <a:extLst>
              <a:ext uri="{FF2B5EF4-FFF2-40B4-BE49-F238E27FC236}">
                <a16:creationId xmlns:a16="http://schemas.microsoft.com/office/drawing/2014/main" id="{2C9AF49B-D757-9073-B95C-52D2D516DD4E}"/>
              </a:ext>
            </a:extLst>
          </p:cNvPr>
          <p:cNvSpPr/>
          <p:nvPr/>
        </p:nvSpPr>
        <p:spPr>
          <a:xfrm rot="16200000">
            <a:off x="1652193" y="2672356"/>
            <a:ext cx="238484" cy="1792276"/>
          </a:xfrm>
          <a:prstGeom prst="rightBrace">
            <a:avLst>
              <a:gd name="adj1" fmla="val 8333"/>
              <a:gd name="adj2" fmla="val 48417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AD2421D7-EEDB-0CF9-E975-AB43E5CC4BC3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1753173" y="3135885"/>
            <a:ext cx="2221052" cy="253583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Cerrar llave 5">
            <a:extLst>
              <a:ext uri="{FF2B5EF4-FFF2-40B4-BE49-F238E27FC236}">
                <a16:creationId xmlns:a16="http://schemas.microsoft.com/office/drawing/2014/main" id="{A626ECD6-707C-E635-A38F-DA62C5FF34D9}"/>
              </a:ext>
            </a:extLst>
          </p:cNvPr>
          <p:cNvSpPr/>
          <p:nvPr/>
        </p:nvSpPr>
        <p:spPr>
          <a:xfrm rot="5400000">
            <a:off x="3723614" y="1949215"/>
            <a:ext cx="440012" cy="1933328"/>
          </a:xfrm>
          <a:prstGeom prst="rightBrace">
            <a:avLst>
              <a:gd name="adj1" fmla="val 8333"/>
              <a:gd name="adj2" fmla="val 48417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Google Shape;280;g21c03c1d1e6_1_166">
            <a:extLst>
              <a:ext uri="{FF2B5EF4-FFF2-40B4-BE49-F238E27FC236}">
                <a16:creationId xmlns:a16="http://schemas.microsoft.com/office/drawing/2014/main" id="{C34A7C7E-D38C-B16A-3476-D7E646797D09}"/>
              </a:ext>
            </a:extLst>
          </p:cNvPr>
          <p:cNvSpPr/>
          <p:nvPr/>
        </p:nvSpPr>
        <p:spPr>
          <a:xfrm>
            <a:off x="196286" y="892759"/>
            <a:ext cx="2667413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No</a:t>
            </a: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nos interesa ningún output temporal del ENC</a:t>
            </a:r>
            <a:endParaRPr sz="1100" dirty="0"/>
          </a:p>
        </p:txBody>
      </p: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41803B0A-BD5F-8BDF-7783-6478B5984F07}"/>
              </a:ext>
            </a:extLst>
          </p:cNvPr>
          <p:cNvCxnSpPr>
            <a:cxnSpLocks/>
          </p:cNvCxnSpPr>
          <p:nvPr/>
        </p:nvCxnSpPr>
        <p:spPr>
          <a:xfrm>
            <a:off x="2014143" y="1250413"/>
            <a:ext cx="1691583" cy="28321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2103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>
          <a:extLst>
            <a:ext uri="{FF2B5EF4-FFF2-40B4-BE49-F238E27FC236}">
              <a16:creationId xmlns:a16="http://schemas.microsoft.com/office/drawing/2014/main" id="{972F5937-5AAD-3073-DB85-E28AF387D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g21c03c1d1e6_1_166">
            <a:extLst>
              <a:ext uri="{FF2B5EF4-FFF2-40B4-BE49-F238E27FC236}">
                <a16:creationId xmlns:a16="http://schemas.microsoft.com/office/drawing/2014/main" id="{D799AA08-39B5-BA9C-8A6B-E0A36B98C52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7785"/>
          <a:stretch/>
        </p:blipFill>
        <p:spPr>
          <a:xfrm>
            <a:off x="1137671" y="1512542"/>
            <a:ext cx="6679418" cy="2317894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g21c03c1d1e6_1_166">
            <a:extLst>
              <a:ext uri="{FF2B5EF4-FFF2-40B4-BE49-F238E27FC236}">
                <a16:creationId xmlns:a16="http://schemas.microsoft.com/office/drawing/2014/main" id="{90ADABC8-E778-1E8E-50B5-54B29F7327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Arquitectura enconder-decoder (seq to seq) entrenamiento</a:t>
            </a:r>
            <a:endParaRPr/>
          </a:p>
        </p:txBody>
      </p:sp>
      <p:sp>
        <p:nvSpPr>
          <p:cNvPr id="2" name="Google Shape;278;g21c03c1d1e6_1_166">
            <a:extLst>
              <a:ext uri="{FF2B5EF4-FFF2-40B4-BE49-F238E27FC236}">
                <a16:creationId xmlns:a16="http://schemas.microsoft.com/office/drawing/2014/main" id="{082B997E-A442-9230-CCA9-AEDC57C8FB9E}"/>
              </a:ext>
            </a:extLst>
          </p:cNvPr>
          <p:cNvSpPr/>
          <p:nvPr/>
        </p:nvSpPr>
        <p:spPr>
          <a:xfrm>
            <a:off x="1906219" y="4286589"/>
            <a:ext cx="1950761" cy="530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Último valor de la serie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</a:t>
            </a:r>
            <a:r>
              <a:rPr lang="es-ES" sz="15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last_sample</a:t>
            </a: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)</a:t>
            </a:r>
            <a:endParaRPr lang="es-ES" sz="1100" dirty="0"/>
          </a:p>
        </p:txBody>
      </p:sp>
      <p:sp>
        <p:nvSpPr>
          <p:cNvPr id="6" name="Google Shape;278;g21c03c1d1e6_1_166">
            <a:extLst>
              <a:ext uri="{FF2B5EF4-FFF2-40B4-BE49-F238E27FC236}">
                <a16:creationId xmlns:a16="http://schemas.microsoft.com/office/drawing/2014/main" id="{B5916165-F354-6CCC-36B6-F5F8F9909EA3}"/>
              </a:ext>
            </a:extLst>
          </p:cNvPr>
          <p:cNvSpPr/>
          <p:nvPr/>
        </p:nvSpPr>
        <p:spPr>
          <a:xfrm>
            <a:off x="162291" y="2234152"/>
            <a:ext cx="1164620" cy="530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Último </a:t>
            </a:r>
            <a:r>
              <a:rPr lang="es-ES" sz="15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hidden_state</a:t>
            </a: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ENC</a:t>
            </a:r>
            <a:endParaRPr lang="es-ES" sz="1100" dirty="0"/>
          </a:p>
        </p:txBody>
      </p:sp>
      <p:sp>
        <p:nvSpPr>
          <p:cNvPr id="7" name="Google Shape;278;g21c03c1d1e6_1_166">
            <a:extLst>
              <a:ext uri="{FF2B5EF4-FFF2-40B4-BE49-F238E27FC236}">
                <a16:creationId xmlns:a16="http://schemas.microsoft.com/office/drawing/2014/main" id="{38C17CAC-84ED-5769-7F95-019B38A882A6}"/>
              </a:ext>
            </a:extLst>
          </p:cNvPr>
          <p:cNvSpPr/>
          <p:nvPr/>
        </p:nvSpPr>
        <p:spPr>
          <a:xfrm>
            <a:off x="1527188" y="1107862"/>
            <a:ext cx="1429144" cy="341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Predicción DEC</a:t>
            </a:r>
            <a:endParaRPr lang="es-ES" sz="11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3B970CA6-5170-4526-EF42-92BC2DD04E6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5156" t="34971" b="34303"/>
          <a:stretch>
            <a:fillRect/>
          </a:stretch>
        </p:blipFill>
        <p:spPr>
          <a:xfrm>
            <a:off x="162290" y="3435180"/>
            <a:ext cx="1450051" cy="1652537"/>
          </a:xfrm>
          <a:prstGeom prst="rect">
            <a:avLst/>
          </a:prstGeom>
        </p:spPr>
      </p:pic>
      <p:cxnSp>
        <p:nvCxnSpPr>
          <p:cNvPr id="4" name="Conector recto de flecha 3">
            <a:extLst>
              <a:ext uri="{FF2B5EF4-FFF2-40B4-BE49-F238E27FC236}">
                <a16:creationId xmlns:a16="http://schemas.microsoft.com/office/drawing/2014/main" id="{180EEED8-A726-A7B7-E4B9-3B38EEF7EB0F}"/>
              </a:ext>
            </a:extLst>
          </p:cNvPr>
          <p:cNvCxnSpPr>
            <a:cxnSpLocks/>
          </p:cNvCxnSpPr>
          <p:nvPr/>
        </p:nvCxnSpPr>
        <p:spPr>
          <a:xfrm flipV="1">
            <a:off x="1137671" y="3627091"/>
            <a:ext cx="1323791" cy="31239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9A032A58-1C5A-05F1-08B1-D12ED250AF72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2221583" y="1449554"/>
            <a:ext cx="20177" cy="35945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915E8F6E-425B-1272-FC94-6A65260C191B}"/>
              </a:ext>
            </a:extLst>
          </p:cNvPr>
          <p:cNvCxnSpPr>
            <a:cxnSpLocks/>
          </p:cNvCxnSpPr>
          <p:nvPr/>
        </p:nvCxnSpPr>
        <p:spPr>
          <a:xfrm flipV="1">
            <a:off x="2461462" y="3627091"/>
            <a:ext cx="0" cy="61114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32624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>
          <a:extLst>
            <a:ext uri="{FF2B5EF4-FFF2-40B4-BE49-F238E27FC236}">
              <a16:creationId xmlns:a16="http://schemas.microsoft.com/office/drawing/2014/main" id="{C8619D86-1E39-225B-77B4-8331D23CE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g21c03c1d1e6_1_166">
            <a:extLst>
              <a:ext uri="{FF2B5EF4-FFF2-40B4-BE49-F238E27FC236}">
                <a16:creationId xmlns:a16="http://schemas.microsoft.com/office/drawing/2014/main" id="{943CA926-0B95-4752-3912-E67625C9ED5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7785"/>
          <a:stretch/>
        </p:blipFill>
        <p:spPr>
          <a:xfrm>
            <a:off x="1137671" y="1512542"/>
            <a:ext cx="6679418" cy="2317894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g21c03c1d1e6_1_166">
            <a:extLst>
              <a:ext uri="{FF2B5EF4-FFF2-40B4-BE49-F238E27FC236}">
                <a16:creationId xmlns:a16="http://schemas.microsoft.com/office/drawing/2014/main" id="{C013678D-02A9-469D-E424-9EDB15088C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Arquitectura enconder-decoder (seq to seq) entrenamiento</a:t>
            </a:r>
            <a:endParaRPr/>
          </a:p>
        </p:txBody>
      </p:sp>
      <p:sp>
        <p:nvSpPr>
          <p:cNvPr id="2" name="Google Shape;278;g21c03c1d1e6_1_166">
            <a:extLst>
              <a:ext uri="{FF2B5EF4-FFF2-40B4-BE49-F238E27FC236}">
                <a16:creationId xmlns:a16="http://schemas.microsoft.com/office/drawing/2014/main" id="{E9C15745-F317-4A8B-990F-39E83750ED7E}"/>
              </a:ext>
            </a:extLst>
          </p:cNvPr>
          <p:cNvSpPr/>
          <p:nvPr/>
        </p:nvSpPr>
        <p:spPr>
          <a:xfrm>
            <a:off x="3314774" y="3678629"/>
            <a:ext cx="1257226" cy="530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Último valor PREDICHO!</a:t>
            </a:r>
            <a:endParaRPr lang="es-ES" sz="1100" dirty="0"/>
          </a:p>
        </p:txBody>
      </p:sp>
      <p:sp>
        <p:nvSpPr>
          <p:cNvPr id="6" name="Google Shape;278;g21c03c1d1e6_1_166">
            <a:extLst>
              <a:ext uri="{FF2B5EF4-FFF2-40B4-BE49-F238E27FC236}">
                <a16:creationId xmlns:a16="http://schemas.microsoft.com/office/drawing/2014/main" id="{DC5EC017-0E51-0959-3C83-05556D32F4FB}"/>
              </a:ext>
            </a:extLst>
          </p:cNvPr>
          <p:cNvSpPr/>
          <p:nvPr/>
        </p:nvSpPr>
        <p:spPr>
          <a:xfrm>
            <a:off x="1815050" y="3830436"/>
            <a:ext cx="1164620" cy="530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Último </a:t>
            </a:r>
            <a:r>
              <a:rPr lang="es-ES" sz="15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hidden_state</a:t>
            </a: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DEC</a:t>
            </a:r>
            <a:endParaRPr lang="es-ES" sz="1100" dirty="0"/>
          </a:p>
        </p:txBody>
      </p:sp>
      <p:sp>
        <p:nvSpPr>
          <p:cNvPr id="7" name="Google Shape;278;g21c03c1d1e6_1_166">
            <a:extLst>
              <a:ext uri="{FF2B5EF4-FFF2-40B4-BE49-F238E27FC236}">
                <a16:creationId xmlns:a16="http://schemas.microsoft.com/office/drawing/2014/main" id="{C9B87350-87A0-0F90-371E-9473B3C80AE6}"/>
              </a:ext>
            </a:extLst>
          </p:cNvPr>
          <p:cNvSpPr/>
          <p:nvPr/>
        </p:nvSpPr>
        <p:spPr>
          <a:xfrm>
            <a:off x="2723471" y="1107447"/>
            <a:ext cx="1429144" cy="341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Predicción DEC</a:t>
            </a:r>
            <a:endParaRPr lang="es-ES" sz="1100" dirty="0"/>
          </a:p>
        </p:txBody>
      </p:sp>
      <p:cxnSp>
        <p:nvCxnSpPr>
          <p:cNvPr id="4" name="Conector recto de flecha 3">
            <a:extLst>
              <a:ext uri="{FF2B5EF4-FFF2-40B4-BE49-F238E27FC236}">
                <a16:creationId xmlns:a16="http://schemas.microsoft.com/office/drawing/2014/main" id="{78BD7913-1072-F40F-0FA2-BD65E5D8D78D}"/>
              </a:ext>
            </a:extLst>
          </p:cNvPr>
          <p:cNvCxnSpPr>
            <a:cxnSpLocks/>
            <a:stCxn id="3" idx="6"/>
          </p:cNvCxnSpPr>
          <p:nvPr/>
        </p:nvCxnSpPr>
        <p:spPr>
          <a:xfrm>
            <a:off x="2622586" y="1891649"/>
            <a:ext cx="927428" cy="157924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10E29BB7-7FE9-BC69-3775-F312D546DF02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3417866" y="1449139"/>
            <a:ext cx="20177" cy="35945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" name="Elipse 2">
            <a:extLst>
              <a:ext uri="{FF2B5EF4-FFF2-40B4-BE49-F238E27FC236}">
                <a16:creationId xmlns:a16="http://schemas.microsoft.com/office/drawing/2014/main" id="{F30897AB-E9AE-31F1-DE8D-11614F7EE57F}"/>
              </a:ext>
            </a:extLst>
          </p:cNvPr>
          <p:cNvSpPr/>
          <p:nvPr/>
        </p:nvSpPr>
        <p:spPr>
          <a:xfrm>
            <a:off x="1938803" y="1711922"/>
            <a:ext cx="683783" cy="35945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E826BA89-8DD5-2D94-E08E-C9F3971FE4A1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2397360" y="3389354"/>
            <a:ext cx="680737" cy="44108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53715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>
          <a:extLst>
            <a:ext uri="{FF2B5EF4-FFF2-40B4-BE49-F238E27FC236}">
              <a16:creationId xmlns:a16="http://schemas.microsoft.com/office/drawing/2014/main" id="{19F3D597-EFD9-FBD9-B889-3E595CCB1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g21c03c1d1e6_1_166">
            <a:extLst>
              <a:ext uri="{FF2B5EF4-FFF2-40B4-BE49-F238E27FC236}">
                <a16:creationId xmlns:a16="http://schemas.microsoft.com/office/drawing/2014/main" id="{CBD8D113-008D-E3B1-A358-253E76262C0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7785"/>
          <a:stretch/>
        </p:blipFill>
        <p:spPr>
          <a:xfrm>
            <a:off x="1137671" y="1512542"/>
            <a:ext cx="6679418" cy="2317894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g21c03c1d1e6_1_166">
            <a:extLst>
              <a:ext uri="{FF2B5EF4-FFF2-40B4-BE49-F238E27FC236}">
                <a16:creationId xmlns:a16="http://schemas.microsoft.com/office/drawing/2014/main" id="{CA50DC0C-534D-33DF-0F64-0C0D390386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Arquitectura enconder-decoder (seq to seq) entrenamiento</a:t>
            </a:r>
            <a:endParaRPr/>
          </a:p>
        </p:txBody>
      </p:sp>
      <p:sp>
        <p:nvSpPr>
          <p:cNvPr id="2" name="Google Shape;278;g21c03c1d1e6_1_166">
            <a:extLst>
              <a:ext uri="{FF2B5EF4-FFF2-40B4-BE49-F238E27FC236}">
                <a16:creationId xmlns:a16="http://schemas.microsoft.com/office/drawing/2014/main" id="{10E2FCE4-D501-EC0E-A8EB-4FDB1F730931}"/>
              </a:ext>
            </a:extLst>
          </p:cNvPr>
          <p:cNvSpPr/>
          <p:nvPr/>
        </p:nvSpPr>
        <p:spPr>
          <a:xfrm>
            <a:off x="4627935" y="3678629"/>
            <a:ext cx="1257226" cy="530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Último valor PREDICHO!</a:t>
            </a:r>
            <a:endParaRPr lang="es-ES" sz="1100" dirty="0"/>
          </a:p>
        </p:txBody>
      </p:sp>
      <p:sp>
        <p:nvSpPr>
          <p:cNvPr id="6" name="Google Shape;278;g21c03c1d1e6_1_166">
            <a:extLst>
              <a:ext uri="{FF2B5EF4-FFF2-40B4-BE49-F238E27FC236}">
                <a16:creationId xmlns:a16="http://schemas.microsoft.com/office/drawing/2014/main" id="{87ADE8E1-CB09-D6DE-C845-E632E8A5F6F0}"/>
              </a:ext>
            </a:extLst>
          </p:cNvPr>
          <p:cNvSpPr/>
          <p:nvPr/>
        </p:nvSpPr>
        <p:spPr>
          <a:xfrm>
            <a:off x="3128211" y="3830436"/>
            <a:ext cx="1164620" cy="530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Último </a:t>
            </a:r>
            <a:r>
              <a:rPr lang="es-ES" sz="15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hidden_state</a:t>
            </a: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DEC</a:t>
            </a:r>
            <a:endParaRPr lang="es-ES" sz="1100" dirty="0"/>
          </a:p>
        </p:txBody>
      </p:sp>
      <p:sp>
        <p:nvSpPr>
          <p:cNvPr id="7" name="Google Shape;278;g21c03c1d1e6_1_166">
            <a:extLst>
              <a:ext uri="{FF2B5EF4-FFF2-40B4-BE49-F238E27FC236}">
                <a16:creationId xmlns:a16="http://schemas.microsoft.com/office/drawing/2014/main" id="{47BCD4B2-EB06-C890-0936-626883FFA06A}"/>
              </a:ext>
            </a:extLst>
          </p:cNvPr>
          <p:cNvSpPr/>
          <p:nvPr/>
        </p:nvSpPr>
        <p:spPr>
          <a:xfrm>
            <a:off x="4036632" y="1107447"/>
            <a:ext cx="1429144" cy="341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Predicción DEC</a:t>
            </a:r>
            <a:endParaRPr lang="es-ES" sz="1100" dirty="0"/>
          </a:p>
        </p:txBody>
      </p:sp>
      <p:cxnSp>
        <p:nvCxnSpPr>
          <p:cNvPr id="4" name="Conector recto de flecha 3">
            <a:extLst>
              <a:ext uri="{FF2B5EF4-FFF2-40B4-BE49-F238E27FC236}">
                <a16:creationId xmlns:a16="http://schemas.microsoft.com/office/drawing/2014/main" id="{5945352E-0B70-F5B8-433E-93C9E9F09039}"/>
              </a:ext>
            </a:extLst>
          </p:cNvPr>
          <p:cNvCxnSpPr>
            <a:cxnSpLocks/>
            <a:stCxn id="3" idx="6"/>
          </p:cNvCxnSpPr>
          <p:nvPr/>
        </p:nvCxnSpPr>
        <p:spPr>
          <a:xfrm>
            <a:off x="3935747" y="1891649"/>
            <a:ext cx="927428" cy="157924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997C5A99-3289-23E9-53D2-83A5F271674E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4731027" y="1449139"/>
            <a:ext cx="20177" cy="35945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" name="Elipse 2">
            <a:extLst>
              <a:ext uri="{FF2B5EF4-FFF2-40B4-BE49-F238E27FC236}">
                <a16:creationId xmlns:a16="http://schemas.microsoft.com/office/drawing/2014/main" id="{D92097DB-B78F-9269-E406-08EBE9007E00}"/>
              </a:ext>
            </a:extLst>
          </p:cNvPr>
          <p:cNvSpPr/>
          <p:nvPr/>
        </p:nvSpPr>
        <p:spPr>
          <a:xfrm>
            <a:off x="3251964" y="1711922"/>
            <a:ext cx="683783" cy="35945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CF9B6A33-CA64-5231-7D72-64C6B3E18299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3710521" y="3389354"/>
            <a:ext cx="680737" cy="44108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31617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>
          <a:extLst>
            <a:ext uri="{FF2B5EF4-FFF2-40B4-BE49-F238E27FC236}">
              <a16:creationId xmlns:a16="http://schemas.microsoft.com/office/drawing/2014/main" id="{61BD95F8-FF37-F0EB-3EBC-10E7B1BD0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g21c03c1d1e6_1_166">
            <a:extLst>
              <a:ext uri="{FF2B5EF4-FFF2-40B4-BE49-F238E27FC236}">
                <a16:creationId xmlns:a16="http://schemas.microsoft.com/office/drawing/2014/main" id="{E91E3C12-A3CA-1553-F8AF-88E49B7CA80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7785"/>
          <a:stretch/>
        </p:blipFill>
        <p:spPr>
          <a:xfrm>
            <a:off x="1137671" y="1512542"/>
            <a:ext cx="6679418" cy="2317894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g21c03c1d1e6_1_166">
            <a:extLst>
              <a:ext uri="{FF2B5EF4-FFF2-40B4-BE49-F238E27FC236}">
                <a16:creationId xmlns:a16="http://schemas.microsoft.com/office/drawing/2014/main" id="{B688B2DC-1ABC-AA4E-97AF-987A3B1507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Arquitectura enconder-decoder (seq to seq) entrenamiento</a:t>
            </a:r>
            <a:endParaRPr/>
          </a:p>
        </p:txBody>
      </p:sp>
      <p:sp>
        <p:nvSpPr>
          <p:cNvPr id="2" name="Google Shape;278;g21c03c1d1e6_1_166">
            <a:extLst>
              <a:ext uri="{FF2B5EF4-FFF2-40B4-BE49-F238E27FC236}">
                <a16:creationId xmlns:a16="http://schemas.microsoft.com/office/drawing/2014/main" id="{3313D85C-ED0D-6853-ACE1-02ECF83E8DED}"/>
              </a:ext>
            </a:extLst>
          </p:cNvPr>
          <p:cNvSpPr/>
          <p:nvPr/>
        </p:nvSpPr>
        <p:spPr>
          <a:xfrm>
            <a:off x="5707340" y="3658004"/>
            <a:ext cx="1257226" cy="530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Último valor PREDICHO!</a:t>
            </a:r>
            <a:endParaRPr lang="es-ES" sz="1100" dirty="0"/>
          </a:p>
        </p:txBody>
      </p:sp>
      <p:sp>
        <p:nvSpPr>
          <p:cNvPr id="6" name="Google Shape;278;g21c03c1d1e6_1_166">
            <a:extLst>
              <a:ext uri="{FF2B5EF4-FFF2-40B4-BE49-F238E27FC236}">
                <a16:creationId xmlns:a16="http://schemas.microsoft.com/office/drawing/2014/main" id="{737566A3-BE69-8481-4648-F97E20B6DBC3}"/>
              </a:ext>
            </a:extLst>
          </p:cNvPr>
          <p:cNvSpPr/>
          <p:nvPr/>
        </p:nvSpPr>
        <p:spPr>
          <a:xfrm>
            <a:off x="4207616" y="3809811"/>
            <a:ext cx="1164620" cy="530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Último </a:t>
            </a:r>
            <a:r>
              <a:rPr lang="es-ES" sz="15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hidden_state</a:t>
            </a: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DEC</a:t>
            </a:r>
            <a:endParaRPr lang="es-ES" sz="1100" dirty="0"/>
          </a:p>
        </p:txBody>
      </p:sp>
      <p:sp>
        <p:nvSpPr>
          <p:cNvPr id="7" name="Google Shape;278;g21c03c1d1e6_1_166">
            <a:extLst>
              <a:ext uri="{FF2B5EF4-FFF2-40B4-BE49-F238E27FC236}">
                <a16:creationId xmlns:a16="http://schemas.microsoft.com/office/drawing/2014/main" id="{D7E13C95-BCB1-B88A-08FA-0658B4AB0CCE}"/>
              </a:ext>
            </a:extLst>
          </p:cNvPr>
          <p:cNvSpPr/>
          <p:nvPr/>
        </p:nvSpPr>
        <p:spPr>
          <a:xfrm>
            <a:off x="5116037" y="1086822"/>
            <a:ext cx="1429144" cy="341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Predicción DEC</a:t>
            </a:r>
            <a:endParaRPr lang="es-ES" sz="1100" dirty="0"/>
          </a:p>
        </p:txBody>
      </p:sp>
      <p:cxnSp>
        <p:nvCxnSpPr>
          <p:cNvPr id="4" name="Conector recto de flecha 3">
            <a:extLst>
              <a:ext uri="{FF2B5EF4-FFF2-40B4-BE49-F238E27FC236}">
                <a16:creationId xmlns:a16="http://schemas.microsoft.com/office/drawing/2014/main" id="{56CF63DE-2267-6E91-B559-D97832428C89}"/>
              </a:ext>
            </a:extLst>
          </p:cNvPr>
          <p:cNvCxnSpPr>
            <a:cxnSpLocks/>
            <a:stCxn id="3" idx="6"/>
          </p:cNvCxnSpPr>
          <p:nvPr/>
        </p:nvCxnSpPr>
        <p:spPr>
          <a:xfrm>
            <a:off x="5015152" y="1871024"/>
            <a:ext cx="927428" cy="157924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A3D651BD-9198-849F-012D-4844E535DEF7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5810432" y="1428514"/>
            <a:ext cx="20177" cy="35945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" name="Elipse 2">
            <a:extLst>
              <a:ext uri="{FF2B5EF4-FFF2-40B4-BE49-F238E27FC236}">
                <a16:creationId xmlns:a16="http://schemas.microsoft.com/office/drawing/2014/main" id="{27F2E980-6E32-C70E-E374-8FF49296AEE4}"/>
              </a:ext>
            </a:extLst>
          </p:cNvPr>
          <p:cNvSpPr/>
          <p:nvPr/>
        </p:nvSpPr>
        <p:spPr>
          <a:xfrm>
            <a:off x="4331369" y="1691297"/>
            <a:ext cx="683783" cy="35945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39CF1C43-CF7B-63C6-9718-25B7EC0E4493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4789926" y="3368729"/>
            <a:ext cx="680737" cy="44108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69781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>
          <a:extLst>
            <a:ext uri="{FF2B5EF4-FFF2-40B4-BE49-F238E27FC236}">
              <a16:creationId xmlns:a16="http://schemas.microsoft.com/office/drawing/2014/main" id="{47967203-C7D8-F3D2-9DE0-2D7A5B4C6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g21c03c1d1e6_1_166">
            <a:extLst>
              <a:ext uri="{FF2B5EF4-FFF2-40B4-BE49-F238E27FC236}">
                <a16:creationId xmlns:a16="http://schemas.microsoft.com/office/drawing/2014/main" id="{76D93DB7-58C5-8B76-DE31-830AD3B0FC2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37785"/>
          <a:stretch/>
        </p:blipFill>
        <p:spPr>
          <a:xfrm>
            <a:off x="1137671" y="1512542"/>
            <a:ext cx="6679418" cy="2317894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g21c03c1d1e6_1_166">
            <a:extLst>
              <a:ext uri="{FF2B5EF4-FFF2-40B4-BE49-F238E27FC236}">
                <a16:creationId xmlns:a16="http://schemas.microsoft.com/office/drawing/2014/main" id="{8EE1274E-6D77-EABE-7378-19E7E2EB9A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Arquitectura enconder-decoder (seq to seq) entrenamiento</a:t>
            </a:r>
            <a:endParaRPr/>
          </a:p>
        </p:txBody>
      </p:sp>
      <p:sp>
        <p:nvSpPr>
          <p:cNvPr id="2" name="Google Shape;278;g21c03c1d1e6_1_166">
            <a:extLst>
              <a:ext uri="{FF2B5EF4-FFF2-40B4-BE49-F238E27FC236}">
                <a16:creationId xmlns:a16="http://schemas.microsoft.com/office/drawing/2014/main" id="{54EE10A5-F951-DE06-9647-8C2CF043A8C9}"/>
              </a:ext>
            </a:extLst>
          </p:cNvPr>
          <p:cNvSpPr/>
          <p:nvPr/>
        </p:nvSpPr>
        <p:spPr>
          <a:xfrm>
            <a:off x="6924248" y="3671754"/>
            <a:ext cx="1257226" cy="530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Último valor PREDICHO!</a:t>
            </a:r>
            <a:endParaRPr lang="es-ES" sz="1100" dirty="0"/>
          </a:p>
        </p:txBody>
      </p:sp>
      <p:sp>
        <p:nvSpPr>
          <p:cNvPr id="6" name="Google Shape;278;g21c03c1d1e6_1_166">
            <a:extLst>
              <a:ext uri="{FF2B5EF4-FFF2-40B4-BE49-F238E27FC236}">
                <a16:creationId xmlns:a16="http://schemas.microsoft.com/office/drawing/2014/main" id="{E73CD117-CC6B-5048-67F9-2A68FB383127}"/>
              </a:ext>
            </a:extLst>
          </p:cNvPr>
          <p:cNvSpPr/>
          <p:nvPr/>
        </p:nvSpPr>
        <p:spPr>
          <a:xfrm>
            <a:off x="5424524" y="3823561"/>
            <a:ext cx="1164620" cy="530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Último </a:t>
            </a:r>
            <a:r>
              <a:rPr lang="es-ES" sz="15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hidden_state</a:t>
            </a: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DEC</a:t>
            </a:r>
            <a:endParaRPr lang="es-ES" sz="1100" dirty="0"/>
          </a:p>
        </p:txBody>
      </p:sp>
      <p:sp>
        <p:nvSpPr>
          <p:cNvPr id="7" name="Google Shape;278;g21c03c1d1e6_1_166">
            <a:extLst>
              <a:ext uri="{FF2B5EF4-FFF2-40B4-BE49-F238E27FC236}">
                <a16:creationId xmlns:a16="http://schemas.microsoft.com/office/drawing/2014/main" id="{ECEE65BC-1843-138D-4B5A-0585F87CD697}"/>
              </a:ext>
            </a:extLst>
          </p:cNvPr>
          <p:cNvSpPr/>
          <p:nvPr/>
        </p:nvSpPr>
        <p:spPr>
          <a:xfrm>
            <a:off x="6332945" y="1100572"/>
            <a:ext cx="1429144" cy="341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Predicción DEC</a:t>
            </a:r>
            <a:endParaRPr lang="es-ES" sz="1100" dirty="0"/>
          </a:p>
        </p:txBody>
      </p:sp>
      <p:cxnSp>
        <p:nvCxnSpPr>
          <p:cNvPr id="4" name="Conector recto de flecha 3">
            <a:extLst>
              <a:ext uri="{FF2B5EF4-FFF2-40B4-BE49-F238E27FC236}">
                <a16:creationId xmlns:a16="http://schemas.microsoft.com/office/drawing/2014/main" id="{00908455-BA99-20C0-45AB-183872ADB3F3}"/>
              </a:ext>
            </a:extLst>
          </p:cNvPr>
          <p:cNvCxnSpPr>
            <a:cxnSpLocks/>
            <a:stCxn id="3" idx="6"/>
          </p:cNvCxnSpPr>
          <p:nvPr/>
        </p:nvCxnSpPr>
        <p:spPr>
          <a:xfrm>
            <a:off x="6232060" y="1884774"/>
            <a:ext cx="927428" cy="157924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414044FA-51FE-D88E-AE81-60B821709302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7027340" y="1442264"/>
            <a:ext cx="20177" cy="35945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" name="Elipse 2">
            <a:extLst>
              <a:ext uri="{FF2B5EF4-FFF2-40B4-BE49-F238E27FC236}">
                <a16:creationId xmlns:a16="http://schemas.microsoft.com/office/drawing/2014/main" id="{5B4070B7-1F1F-7E00-624F-3EAADD6381B7}"/>
              </a:ext>
            </a:extLst>
          </p:cNvPr>
          <p:cNvSpPr/>
          <p:nvPr/>
        </p:nvSpPr>
        <p:spPr>
          <a:xfrm>
            <a:off x="5548277" y="1705047"/>
            <a:ext cx="683783" cy="35945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40EEEB86-86E6-9F9F-AF9B-759E09F5A8A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6006834" y="3382479"/>
            <a:ext cx="680737" cy="44108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" name="Google Shape;278;g21c03c1d1e6_1_166">
            <a:extLst>
              <a:ext uri="{FF2B5EF4-FFF2-40B4-BE49-F238E27FC236}">
                <a16:creationId xmlns:a16="http://schemas.microsoft.com/office/drawing/2014/main" id="{2EC8C30C-7925-E2E3-E04F-6B762985DB6A}"/>
              </a:ext>
            </a:extLst>
          </p:cNvPr>
          <p:cNvSpPr/>
          <p:nvPr/>
        </p:nvSpPr>
        <p:spPr>
          <a:xfrm>
            <a:off x="7487303" y="1527558"/>
            <a:ext cx="1429144" cy="10514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 nuestro caso, predecimos 10 muestras a futuro (algo fijo)</a:t>
            </a:r>
            <a:endParaRPr lang="es-ES" sz="1100" dirty="0"/>
          </a:p>
        </p:txBody>
      </p:sp>
      <p:sp>
        <p:nvSpPr>
          <p:cNvPr id="10" name="Google Shape;302;g21c03c1d1e6_1_187">
            <a:extLst>
              <a:ext uri="{FF2B5EF4-FFF2-40B4-BE49-F238E27FC236}">
                <a16:creationId xmlns:a16="http://schemas.microsoft.com/office/drawing/2014/main" id="{4D5EAA44-23CD-D2F7-CE42-7B5D10984928}"/>
              </a:ext>
            </a:extLst>
          </p:cNvPr>
          <p:cNvSpPr txBox="1"/>
          <p:nvPr/>
        </p:nvSpPr>
        <p:spPr>
          <a:xfrm>
            <a:off x="2814761" y="4606398"/>
            <a:ext cx="3679984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n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colab RNN_enc_dec.ipynb</a:t>
            </a:r>
            <a:endParaRPr sz="18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  <p:extLst>
      <p:ext uri="{BB962C8B-B14F-4D97-AF65-F5344CB8AC3E}">
        <p14:creationId xmlns:p14="http://schemas.microsoft.com/office/powerpoint/2010/main" val="7357139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21c03c1d1e6_1_196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11" name="Google Shape;311;g21c03c1d1e6_1_196"/>
          <p:cNvSpPr/>
          <p:nvPr/>
        </p:nvSpPr>
        <p:spPr>
          <a:xfrm>
            <a:off x="126827" y="3143861"/>
            <a:ext cx="8890343" cy="1685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El mecanismo de atención permite al decoder </a:t>
            </a:r>
            <a:r>
              <a:rPr lang="en" sz="2100" b="1" i="1" dirty="0">
                <a:latin typeface="Twentieth Century"/>
                <a:ea typeface="Twentieth Century"/>
                <a:cs typeface="Twentieth Century"/>
                <a:sym typeface="Twentieth Century"/>
              </a:rPr>
              <a:t>utilizar las partes más relevantes </a:t>
            </a: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de la entrada </a:t>
            </a:r>
            <a:r>
              <a:rPr lang="en" sz="2100" b="1" i="1" dirty="0">
                <a:latin typeface="Twentieth Century"/>
                <a:ea typeface="Twentieth Century"/>
                <a:cs typeface="Twentieth Century"/>
                <a:sym typeface="Twentieth Century"/>
              </a:rPr>
              <a:t>como una suma ponderada </a:t>
            </a: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del vector de entrada codificados para predecir la siguiente palabra.</a:t>
            </a:r>
            <a:endParaRPr sz="110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 i="1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Una </a:t>
            </a:r>
            <a:r>
              <a:rPr lang="en" sz="2100" b="1" i="1" dirty="0">
                <a:latin typeface="Twentieth Century"/>
                <a:ea typeface="Twentieth Century"/>
                <a:cs typeface="Twentieth Century"/>
                <a:sym typeface="Twentieth Century"/>
              </a:rPr>
              <a:t>palabra relevante </a:t>
            </a: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tendrá un </a:t>
            </a:r>
            <a:r>
              <a:rPr lang="en" sz="2100" b="1" i="1" dirty="0">
                <a:latin typeface="Twentieth Century"/>
                <a:ea typeface="Twentieth Century"/>
                <a:cs typeface="Twentieth Century"/>
                <a:sym typeface="Twentieth Century"/>
              </a:rPr>
              <a:t>mayor peso </a:t>
            </a: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que una palabra no relevante</a:t>
            </a:r>
            <a:endParaRPr sz="2100" i="1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12" name="Google Shape;312;g21c03c1d1e6_1_19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0786" y="1027707"/>
            <a:ext cx="7242428" cy="184561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g21c03c1d1e6_1_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Redes recurrentes - Mecanismos de atención</a:t>
            </a:r>
            <a:endParaRPr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g21c03c1d1e6_1_20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66929" y="1139789"/>
            <a:ext cx="5815013" cy="3193256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g21c03c1d1e6_1_202"/>
          <p:cNvSpPr txBox="1"/>
          <p:nvPr/>
        </p:nvSpPr>
        <p:spPr>
          <a:xfrm>
            <a:off x="69575" y="705513"/>
            <a:ext cx="5608200" cy="3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n" sz="18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en bibliografía: cs224n-2021-lecture07-nmt.pdf</a:t>
            </a:r>
            <a:endParaRPr sz="1100"/>
          </a:p>
        </p:txBody>
      </p:sp>
      <p:sp>
        <p:nvSpPr>
          <p:cNvPr id="321" name="Google Shape;321;g21c03c1d1e6_1_202"/>
          <p:cNvSpPr/>
          <p:nvPr/>
        </p:nvSpPr>
        <p:spPr>
          <a:xfrm>
            <a:off x="1266929" y="1242392"/>
            <a:ext cx="2927384" cy="157921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22" name="Google Shape;322;g21c03c1d1e6_1_202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23" name="Google Shape;323;g21c03c1d1e6_1_20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Redes recurrentes - Mecanismos de atención </a:t>
            </a:r>
            <a:r>
              <a:rPr lang="en" sz="1600" dirty="0"/>
              <a:t>(atención encoder-decoder o cross-attention)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5FC4EE-A445-A22F-8DA8-F8F7F7A1FFE1}"/>
                  </a:ext>
                </a:extLst>
              </p:cNvPr>
              <p:cNvSpPr txBox="1"/>
              <p:nvPr/>
            </p:nvSpPr>
            <p:spPr>
              <a:xfrm>
                <a:off x="5181761" y="2491174"/>
                <a:ext cx="523027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600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s-ES" sz="16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5FC4EE-A445-A22F-8DA8-F8F7F7A1FF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1761" y="2491174"/>
                <a:ext cx="523027" cy="246221"/>
              </a:xfrm>
              <a:prstGeom prst="rect">
                <a:avLst/>
              </a:prstGeom>
              <a:blipFill>
                <a:blip r:embed="rId4"/>
                <a:stretch>
                  <a:fillRect l="-3488" r="-8140" b="-17500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Google Shape;122;g21c03c1d1e6_1_41">
            <a:extLst>
              <a:ext uri="{FF2B5EF4-FFF2-40B4-BE49-F238E27FC236}">
                <a16:creationId xmlns:a16="http://schemas.microsoft.com/office/drawing/2014/main" id="{5DDC7188-890E-4F95-4C4B-44BA52DCBA40}"/>
              </a:ext>
            </a:extLst>
          </p:cNvPr>
          <p:cNvSpPr/>
          <p:nvPr/>
        </p:nvSpPr>
        <p:spPr>
          <a:xfrm>
            <a:off x="5838941" y="804400"/>
            <a:ext cx="2829046" cy="435478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100" b="1" i="1" dirty="0" err="1">
                <a:solidFill>
                  <a:srgbClr val="FF0000"/>
                </a:solidFill>
                <a:latin typeface="Twentieth Century"/>
                <a:sym typeface="Twentieth Century"/>
              </a:rPr>
              <a:t>enc-dec</a:t>
            </a:r>
            <a:r>
              <a:rPr lang="es-ES" sz="2100" b="1" i="1" dirty="0">
                <a:solidFill>
                  <a:srgbClr val="FF0000"/>
                </a:solidFill>
                <a:latin typeface="Twentieth Century"/>
                <a:sym typeface="Twentieth Century"/>
              </a:rPr>
              <a:t> att (2014-2015)</a:t>
            </a:r>
            <a:endParaRPr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8" name="Google Shape;328;g21c03c1d1e6_1_2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66929" y="1139789"/>
            <a:ext cx="5815013" cy="3193256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g21c03c1d1e6_1_210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33" name="Google Shape;333;g21c03c1d1e6_1_21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716C5F8-DBE2-C407-232B-1E640528C254}"/>
                  </a:ext>
                </a:extLst>
              </p:cNvPr>
              <p:cNvSpPr txBox="1"/>
              <p:nvPr/>
            </p:nvSpPr>
            <p:spPr>
              <a:xfrm>
                <a:off x="190064" y="4703184"/>
                <a:ext cx="2382575" cy="2746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att</m:t>
                          </m:r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score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E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s-E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sSub>
                        <m:sSubPr>
                          <m:ctrlPr>
                            <a:rPr lang="es-E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s-ES" sz="16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716C5F8-DBE2-C407-232B-1E640528C2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064" y="4703184"/>
                <a:ext cx="2382575" cy="274691"/>
              </a:xfrm>
              <a:prstGeom prst="rect">
                <a:avLst/>
              </a:prstGeom>
              <a:blipFill>
                <a:blip r:embed="rId4"/>
                <a:stretch>
                  <a:fillRect l="-1023" r="-512" b="-24444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D2FDB9D-DA91-DC63-0224-7ED77A46279C}"/>
                  </a:ext>
                </a:extLst>
              </p:cNvPr>
              <p:cNvSpPr txBox="1"/>
              <p:nvPr/>
            </p:nvSpPr>
            <p:spPr>
              <a:xfrm>
                <a:off x="1984939" y="2593784"/>
                <a:ext cx="32795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D2FDB9D-DA91-DC63-0224-7ED77A4627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4939" y="2593784"/>
                <a:ext cx="327952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0152B79-9226-4A0A-14FF-C4BBB77891CF}"/>
                  </a:ext>
                </a:extLst>
              </p:cNvPr>
              <p:cNvSpPr txBox="1"/>
              <p:nvPr/>
            </p:nvSpPr>
            <p:spPr>
              <a:xfrm>
                <a:off x="2347515" y="2593784"/>
                <a:ext cx="32795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0152B79-9226-4A0A-14FF-C4BBB7789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7515" y="2593784"/>
                <a:ext cx="327952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BB20C07-B75F-2E36-9CA3-27A80CCD84D4}"/>
                  </a:ext>
                </a:extLst>
              </p:cNvPr>
              <p:cNvSpPr txBox="1"/>
              <p:nvPr/>
            </p:nvSpPr>
            <p:spPr>
              <a:xfrm>
                <a:off x="2710091" y="2571750"/>
                <a:ext cx="32795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BB20C07-B75F-2E36-9CA3-27A80CCD84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0091" y="2571750"/>
                <a:ext cx="327952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56A265C-B3F3-ED3C-DDC2-8BB14BBD0279}"/>
                  </a:ext>
                </a:extLst>
              </p:cNvPr>
              <p:cNvSpPr txBox="1"/>
              <p:nvPr/>
            </p:nvSpPr>
            <p:spPr>
              <a:xfrm>
                <a:off x="3107590" y="2571750"/>
                <a:ext cx="32795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56A265C-B3F3-ED3C-DDC2-8BB14BBD02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7590" y="2571750"/>
                <a:ext cx="327952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21B11B7-DBE6-AB1B-D530-CB8311A3D22D}"/>
                  </a:ext>
                </a:extLst>
              </p:cNvPr>
              <p:cNvSpPr txBox="1"/>
              <p:nvPr/>
            </p:nvSpPr>
            <p:spPr>
              <a:xfrm>
                <a:off x="238831" y="2271164"/>
                <a:ext cx="1166453" cy="3583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att</m:t>
                          </m:r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score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21B11B7-DBE6-AB1B-D530-CB8311A3D2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831" y="2271164"/>
                <a:ext cx="1166453" cy="358368"/>
              </a:xfrm>
              <a:prstGeom prst="rect">
                <a:avLst/>
              </a:prstGeom>
              <a:blipFill>
                <a:blip r:embed="rId9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DFD8ADB-14D1-5AD2-0E8D-E7A0BFFCCA7A}"/>
                  </a:ext>
                </a:extLst>
              </p:cNvPr>
              <p:cNvSpPr txBox="1"/>
              <p:nvPr/>
            </p:nvSpPr>
            <p:spPr>
              <a:xfrm>
                <a:off x="5181761" y="2491174"/>
                <a:ext cx="523027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600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s-ES" sz="16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DFD8ADB-14D1-5AD2-0E8D-E7A0BFFCCA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1761" y="2491174"/>
                <a:ext cx="523027" cy="246221"/>
              </a:xfrm>
              <a:prstGeom prst="rect">
                <a:avLst/>
              </a:prstGeom>
              <a:blipFill>
                <a:blip r:embed="rId10"/>
                <a:stretch>
                  <a:fillRect l="-3488" r="-8140" b="-17500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8" name="Google Shape;338;g21c03c1d1e6_1_2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1706" y="1012815"/>
            <a:ext cx="5700713" cy="3536156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g21c03c1d1e6_1_219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45" name="Google Shape;345;g21c03c1d1e6_1_21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8099E70-37C3-7773-9863-C75517AF67B5}"/>
                  </a:ext>
                </a:extLst>
              </p:cNvPr>
              <p:cNvSpPr txBox="1"/>
              <p:nvPr/>
            </p:nvSpPr>
            <p:spPr>
              <a:xfrm>
                <a:off x="3024512" y="4644706"/>
                <a:ext cx="2382575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8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800" i="1" dirty="0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s-ES" sz="1800" i="1" dirty="0" err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8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 i="1" dirty="0" err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8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s-ES" sz="1800" b="0" i="1" dirty="0" smtClean="0">
                          <a:latin typeface="Cambria Math" panose="02040503050406030204" pitchFamily="18" charset="0"/>
                        </a:rPr>
                        <m:t>softmax</m:t>
                      </m:r>
                      <m:r>
                        <a:rPr lang="es-ES" sz="1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E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8099E70-37C3-7773-9863-C75517AF67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4512" y="4644706"/>
                <a:ext cx="2382575" cy="391646"/>
              </a:xfrm>
              <a:prstGeom prst="rect">
                <a:avLst/>
              </a:prstGeom>
              <a:blipFill>
                <a:blip r:embed="rId4"/>
                <a:stretch>
                  <a:fillRect t="-10938" b="-17188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966B4B8-A4D8-1843-29BF-4F49CA228461}"/>
                  </a:ext>
                </a:extLst>
              </p:cNvPr>
              <p:cNvSpPr txBox="1"/>
              <p:nvPr/>
            </p:nvSpPr>
            <p:spPr>
              <a:xfrm>
                <a:off x="190064" y="4703184"/>
                <a:ext cx="2382575" cy="2746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att</m:t>
                          </m:r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score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E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s-E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sSub>
                        <m:sSubPr>
                          <m:ctrlPr>
                            <a:rPr lang="es-E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s-ES" sz="16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966B4B8-A4D8-1843-29BF-4F49CA2284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064" y="4703184"/>
                <a:ext cx="2382575" cy="274691"/>
              </a:xfrm>
              <a:prstGeom prst="rect">
                <a:avLst/>
              </a:prstGeom>
              <a:blipFill>
                <a:blip r:embed="rId5"/>
                <a:stretch>
                  <a:fillRect l="-1023" r="-512" b="-24444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F93CB4B-0856-8167-6027-C245F1CBDB5E}"/>
                  </a:ext>
                </a:extLst>
              </p:cNvPr>
              <p:cNvSpPr txBox="1"/>
              <p:nvPr/>
            </p:nvSpPr>
            <p:spPr>
              <a:xfrm>
                <a:off x="69574" y="2445513"/>
                <a:ext cx="1166453" cy="3583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att</m:t>
                          </m:r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score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F93CB4B-0856-8167-6027-C245F1CBD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4" y="2445513"/>
                <a:ext cx="1166453" cy="358368"/>
              </a:xfrm>
              <a:prstGeom prst="rect">
                <a:avLst/>
              </a:prstGeom>
              <a:blipFill>
                <a:blip r:embed="rId6"/>
                <a:stretch>
                  <a:fillRect b="-6780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58E2305-4FB3-FE53-9FBF-2E162F817C83}"/>
                  </a:ext>
                </a:extLst>
              </p:cNvPr>
              <p:cNvSpPr txBox="1"/>
              <p:nvPr/>
            </p:nvSpPr>
            <p:spPr>
              <a:xfrm>
                <a:off x="-47586" y="1723850"/>
                <a:ext cx="1166453" cy="3583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att</m:t>
                          </m:r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weights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58E2305-4FB3-FE53-9FBF-2E162F817C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7586" y="1723850"/>
                <a:ext cx="1166453" cy="358368"/>
              </a:xfrm>
              <a:prstGeom prst="rect">
                <a:avLst/>
              </a:prstGeom>
              <a:blipFill>
                <a:blip r:embed="rId7"/>
                <a:stretch>
                  <a:fillRect r="-10417" b="-6780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35951C1-4E07-AC23-A28C-2A253A85B033}"/>
                  </a:ext>
                </a:extLst>
              </p:cNvPr>
              <p:cNvSpPr txBox="1"/>
              <p:nvPr/>
            </p:nvSpPr>
            <p:spPr>
              <a:xfrm>
                <a:off x="1793318" y="2748020"/>
                <a:ext cx="32795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35951C1-4E07-AC23-A28C-2A253A85B0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3318" y="2748020"/>
                <a:ext cx="327952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2E3EDD2-A808-0A50-0D2F-C04206116DA5}"/>
                  </a:ext>
                </a:extLst>
              </p:cNvPr>
              <p:cNvSpPr txBox="1"/>
              <p:nvPr/>
            </p:nvSpPr>
            <p:spPr>
              <a:xfrm>
                <a:off x="2155894" y="2748020"/>
                <a:ext cx="32795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2E3EDD2-A808-0A50-0D2F-C04206116D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5894" y="2748020"/>
                <a:ext cx="327952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BCF2512-19F7-F607-C875-04693C8EBE0F}"/>
                  </a:ext>
                </a:extLst>
              </p:cNvPr>
              <p:cNvSpPr txBox="1"/>
              <p:nvPr/>
            </p:nvSpPr>
            <p:spPr>
              <a:xfrm>
                <a:off x="2518470" y="2725986"/>
                <a:ext cx="32795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BCF2512-19F7-F607-C875-04693C8EBE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8470" y="2725986"/>
                <a:ext cx="327952" cy="3385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A3C5565-8001-6C65-7473-D4514D582DF8}"/>
                  </a:ext>
                </a:extLst>
              </p:cNvPr>
              <p:cNvSpPr txBox="1"/>
              <p:nvPr/>
            </p:nvSpPr>
            <p:spPr>
              <a:xfrm>
                <a:off x="2915969" y="2725986"/>
                <a:ext cx="32795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A3C5565-8001-6C65-7473-D4514D582D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5969" y="2725986"/>
                <a:ext cx="327952" cy="338554"/>
              </a:xfrm>
              <a:prstGeom prst="rect">
                <a:avLst/>
              </a:prstGeom>
              <a:blipFill>
                <a:blip r:embed="rId11"/>
                <a:stretch>
                  <a:fillRect r="-1852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6ACD0F3-B216-587B-C36F-A4AFC645F9B7}"/>
                  </a:ext>
                </a:extLst>
              </p:cNvPr>
              <p:cNvSpPr txBox="1"/>
              <p:nvPr/>
            </p:nvSpPr>
            <p:spPr>
              <a:xfrm>
                <a:off x="4911342" y="2653542"/>
                <a:ext cx="523027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600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s-ES" sz="16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6ACD0F3-B216-587B-C36F-A4AFC645F9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1342" y="2653542"/>
                <a:ext cx="523027" cy="246221"/>
              </a:xfrm>
              <a:prstGeom prst="rect">
                <a:avLst/>
              </a:prstGeom>
              <a:blipFill>
                <a:blip r:embed="rId12"/>
                <a:stretch>
                  <a:fillRect l="-4706" r="-8235" b="-14634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21c03c1d1e6_1_229"/>
          <p:cNvSpPr/>
          <p:nvPr/>
        </p:nvSpPr>
        <p:spPr>
          <a:xfrm>
            <a:off x="2221653" y="2496191"/>
            <a:ext cx="357117" cy="300083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1" name="Google Shape;351;g21c03c1d1e6_1_229"/>
          <p:cNvSpPr/>
          <p:nvPr/>
        </p:nvSpPr>
        <p:spPr>
          <a:xfrm>
            <a:off x="2785889" y="4044690"/>
            <a:ext cx="3408145" cy="34624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t="-10666" b="-3066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2" name="Google Shape;352;g21c03c1d1e6_1_229"/>
          <p:cNvSpPr/>
          <p:nvPr/>
        </p:nvSpPr>
        <p:spPr>
          <a:xfrm>
            <a:off x="2400212" y="3114222"/>
            <a:ext cx="344999" cy="293735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937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pic>
        <p:nvPicPr>
          <p:cNvPr id="353" name="Google Shape;353;g21c03c1d1e6_1_22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08850" y="1127985"/>
            <a:ext cx="5693569" cy="3579019"/>
          </a:xfrm>
          <a:prstGeom prst="rect">
            <a:avLst/>
          </a:prstGeom>
          <a:noFill/>
          <a:ln>
            <a:noFill/>
          </a:ln>
        </p:spPr>
      </p:pic>
      <p:sp>
        <p:nvSpPr>
          <p:cNvPr id="361" name="Google Shape;361;g21c03c1d1e6_1_229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62" name="Google Shape;362;g21c03c1d1e6_1_22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AC38B4D-BD18-6BEE-2FC4-ED99474EC123}"/>
                  </a:ext>
                </a:extLst>
              </p:cNvPr>
              <p:cNvSpPr txBox="1"/>
              <p:nvPr/>
            </p:nvSpPr>
            <p:spPr>
              <a:xfrm>
                <a:off x="2660412" y="4685853"/>
                <a:ext cx="3190503" cy="3583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s-ES" sz="1600" b="0" i="1" dirty="0" smtClean="0">
                          <a:latin typeface="Cambria Math" panose="02040503050406030204" pitchFamily="18" charset="0"/>
                        </a:rPr>
                        <m:t>att</m:t>
                      </m:r>
                      <m:r>
                        <a:rPr lang="es-ES" sz="16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s-ES" sz="1600" b="0" i="1" dirty="0" smtClean="0">
                          <a:latin typeface="Cambria Math" panose="02040503050406030204" pitchFamily="18" charset="0"/>
                        </a:rPr>
                        <m:t>weight</m:t>
                      </m:r>
                      <m:r>
                        <a:rPr lang="es-ES" sz="16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6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 dirty="0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s-ES" sz="1600" i="1" dirty="0" err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 dirty="0" err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s-ES" sz="1600" b="0" i="1" dirty="0" smtClean="0">
                          <a:latin typeface="Cambria Math" panose="02040503050406030204" pitchFamily="18" charset="0"/>
                        </a:rPr>
                        <m:t>softmax</m:t>
                      </m:r>
                      <m:r>
                        <a:rPr lang="es-ES" sz="16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E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1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AC38B4D-BD18-6BEE-2FC4-ED99474EC1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0412" y="4685853"/>
                <a:ext cx="3190503" cy="358368"/>
              </a:xfrm>
              <a:prstGeom prst="rect">
                <a:avLst/>
              </a:prstGeom>
              <a:blipFill>
                <a:blip r:embed="rId7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CA535E1-8FE4-ED8D-894B-50C9C8092222}"/>
                  </a:ext>
                </a:extLst>
              </p:cNvPr>
              <p:cNvSpPr txBox="1"/>
              <p:nvPr/>
            </p:nvSpPr>
            <p:spPr>
              <a:xfrm>
                <a:off x="190064" y="4703184"/>
                <a:ext cx="2382575" cy="2746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att</m:t>
                          </m:r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score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E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s-E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sSub>
                        <m:sSubPr>
                          <m:ctrlPr>
                            <a:rPr lang="es-E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s-ES" sz="16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CA535E1-8FE4-ED8D-894B-50C9C80922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064" y="4703184"/>
                <a:ext cx="2382575" cy="274691"/>
              </a:xfrm>
              <a:prstGeom prst="rect">
                <a:avLst/>
              </a:prstGeom>
              <a:blipFill>
                <a:blip r:embed="rId8"/>
                <a:stretch>
                  <a:fillRect l="-1023" r="-512" b="-24444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4E536A9-23AF-A752-775D-F84F99B52C0F}"/>
                  </a:ext>
                </a:extLst>
              </p:cNvPr>
              <p:cNvSpPr txBox="1"/>
              <p:nvPr/>
            </p:nvSpPr>
            <p:spPr>
              <a:xfrm>
                <a:off x="69574" y="2445513"/>
                <a:ext cx="1166453" cy="3583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att</m:t>
                          </m:r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score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4E536A9-23AF-A752-775D-F84F99B52C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4" y="2445513"/>
                <a:ext cx="1166453" cy="358368"/>
              </a:xfrm>
              <a:prstGeom prst="rect">
                <a:avLst/>
              </a:prstGeom>
              <a:blipFill>
                <a:blip r:embed="rId9"/>
                <a:stretch>
                  <a:fillRect b="-6780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00D0FE-7B47-3E52-9937-0F321202783A}"/>
                  </a:ext>
                </a:extLst>
              </p:cNvPr>
              <p:cNvSpPr txBox="1"/>
              <p:nvPr/>
            </p:nvSpPr>
            <p:spPr>
              <a:xfrm>
                <a:off x="-47586" y="1723850"/>
                <a:ext cx="1166453" cy="3583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att</m:t>
                          </m:r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weights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00D0FE-7B47-3E52-9937-0F32120278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7586" y="1723850"/>
                <a:ext cx="1166453" cy="358368"/>
              </a:xfrm>
              <a:prstGeom prst="rect">
                <a:avLst/>
              </a:prstGeom>
              <a:blipFill>
                <a:blip r:embed="rId10"/>
                <a:stretch>
                  <a:fillRect r="-10417" b="-6780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17B3E99-C8B5-0E69-F7A6-C77DE6115CE4}"/>
                  </a:ext>
                </a:extLst>
              </p:cNvPr>
              <p:cNvSpPr txBox="1"/>
              <p:nvPr/>
            </p:nvSpPr>
            <p:spPr>
              <a:xfrm>
                <a:off x="1771284" y="2910941"/>
                <a:ext cx="32795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17B3E99-C8B5-0E69-F7A6-C77DE6115C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1284" y="2910941"/>
                <a:ext cx="327952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C98C64B-958D-2050-F13B-2CC45D5B1E60}"/>
                  </a:ext>
                </a:extLst>
              </p:cNvPr>
              <p:cNvSpPr txBox="1"/>
              <p:nvPr/>
            </p:nvSpPr>
            <p:spPr>
              <a:xfrm>
                <a:off x="2133860" y="2910941"/>
                <a:ext cx="32795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C98C64B-958D-2050-F13B-2CC45D5B1E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3860" y="2910941"/>
                <a:ext cx="327952" cy="33855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661ECB0-E3FC-FC96-A0B2-330D6F4AE175}"/>
                  </a:ext>
                </a:extLst>
              </p:cNvPr>
              <p:cNvSpPr txBox="1"/>
              <p:nvPr/>
            </p:nvSpPr>
            <p:spPr>
              <a:xfrm>
                <a:off x="2496436" y="2888907"/>
                <a:ext cx="32795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661ECB0-E3FC-FC96-A0B2-330D6F4AE1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6436" y="2888907"/>
                <a:ext cx="327952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DD25B6D-7E93-D1E0-A242-DEBFF0B0200E}"/>
                  </a:ext>
                </a:extLst>
              </p:cNvPr>
              <p:cNvSpPr txBox="1"/>
              <p:nvPr/>
            </p:nvSpPr>
            <p:spPr>
              <a:xfrm>
                <a:off x="2893935" y="2888907"/>
                <a:ext cx="32795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DD25B6D-7E93-D1E0-A242-DEBFF0B02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3935" y="2888907"/>
                <a:ext cx="327952" cy="33855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9FE1C75-F242-5530-6501-66FFAA187033}"/>
                  </a:ext>
                </a:extLst>
              </p:cNvPr>
              <p:cNvSpPr txBox="1"/>
              <p:nvPr/>
            </p:nvSpPr>
            <p:spPr>
              <a:xfrm>
                <a:off x="6054004" y="4325754"/>
                <a:ext cx="2786083" cy="7201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context</m:t>
                          </m:r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vector</m:t>
                          </m:r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s-ES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es-E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es-E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es-E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s-ES" sz="16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9FE1C75-F242-5530-6501-66FFAA1870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4004" y="4325754"/>
                <a:ext cx="2786083" cy="72019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7BD7BBC-AD9A-027C-DB28-6A0FD13DCF52}"/>
                  </a:ext>
                </a:extLst>
              </p:cNvPr>
              <p:cNvSpPr txBox="1"/>
              <p:nvPr/>
            </p:nvSpPr>
            <p:spPr>
              <a:xfrm>
                <a:off x="1816984" y="874835"/>
                <a:ext cx="116645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s-ES" sz="1600" b="0" i="1" smtClean="0">
                          <a:latin typeface="Cambria Math" panose="02040503050406030204" pitchFamily="18" charset="0"/>
                        </a:rPr>
                        <m:t>context</m:t>
                      </m:r>
                      <m:r>
                        <a:rPr lang="es-E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s-ES" sz="1600" b="0" i="1" smtClean="0">
                          <a:latin typeface="Cambria Math" panose="02040503050406030204" pitchFamily="18" charset="0"/>
                        </a:rPr>
                        <m:t>vector</m:t>
                      </m:r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7BD7BBC-AD9A-027C-DB28-6A0FD13DCF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6984" y="874835"/>
                <a:ext cx="1166453" cy="338554"/>
              </a:xfrm>
              <a:prstGeom prst="rect">
                <a:avLst/>
              </a:prstGeom>
              <a:blipFill>
                <a:blip r:embed="rId16"/>
                <a:stretch>
                  <a:fillRect r="-2041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4B269DC-E69C-0943-ACBD-BE4DB859D486}"/>
                  </a:ext>
                </a:extLst>
              </p:cNvPr>
              <p:cNvSpPr txBox="1"/>
              <p:nvPr/>
            </p:nvSpPr>
            <p:spPr>
              <a:xfrm>
                <a:off x="4907508" y="2816463"/>
                <a:ext cx="523027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600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s-ES" sz="16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4B269DC-E69C-0943-ACBD-BE4DB859D4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7508" y="2816463"/>
                <a:ext cx="523027" cy="246221"/>
              </a:xfrm>
              <a:prstGeom prst="rect">
                <a:avLst/>
              </a:prstGeom>
              <a:blipFill>
                <a:blip r:embed="rId17"/>
                <a:stretch>
                  <a:fillRect l="-3488" r="-8140" b="-17500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21c03c1d1e6_1_244"/>
          <p:cNvSpPr/>
          <p:nvPr/>
        </p:nvSpPr>
        <p:spPr>
          <a:xfrm>
            <a:off x="2221653" y="2496191"/>
            <a:ext cx="357117" cy="300083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68" name="Google Shape;368;g21c03c1d1e6_1_244"/>
          <p:cNvSpPr/>
          <p:nvPr/>
        </p:nvSpPr>
        <p:spPr>
          <a:xfrm>
            <a:off x="2785889" y="4044690"/>
            <a:ext cx="3408145" cy="34624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t="-10666" b="-3066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69" name="Google Shape;369;g21c03c1d1e6_1_244"/>
          <p:cNvSpPr/>
          <p:nvPr/>
        </p:nvSpPr>
        <p:spPr>
          <a:xfrm>
            <a:off x="2400212" y="3114222"/>
            <a:ext cx="344999" cy="293735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937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pic>
        <p:nvPicPr>
          <p:cNvPr id="370" name="Google Shape;370;g21c03c1d1e6_1_244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08850" y="1127985"/>
            <a:ext cx="5693569" cy="3579019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g21c03c1d1e6_1_244"/>
          <p:cNvSpPr txBox="1"/>
          <p:nvPr/>
        </p:nvSpPr>
        <p:spPr>
          <a:xfrm>
            <a:off x="835163" y="4425529"/>
            <a:ext cx="1170333" cy="300082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8" name="Google Shape;378;g21c03c1d1e6_1_244"/>
          <p:cNvSpPr txBox="1"/>
          <p:nvPr/>
        </p:nvSpPr>
        <p:spPr>
          <a:xfrm>
            <a:off x="3598496" y="3379823"/>
            <a:ext cx="1170333" cy="300082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 b="-9090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9" name="Google Shape;379;g21c03c1d1e6_1_244"/>
          <p:cNvSpPr txBox="1"/>
          <p:nvPr/>
        </p:nvSpPr>
        <p:spPr>
          <a:xfrm>
            <a:off x="2470408" y="1097744"/>
            <a:ext cx="1170333" cy="300083"/>
          </a:xfrm>
          <a:prstGeom prst="rect">
            <a:avLst/>
          </a:pr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81" name="Google Shape;381;g21c03c1d1e6_1_244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82" name="Google Shape;382;g21c03c1d1e6_1_2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976C2998-CBB3-091B-EC9D-A54147A09367}"/>
                  </a:ext>
                </a:extLst>
              </p14:cNvPr>
              <p14:cNvContentPartPr/>
              <p14:nvPr/>
            </p14:nvContentPartPr>
            <p14:xfrm>
              <a:off x="2887020" y="4287420"/>
              <a:ext cx="6480" cy="396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976C2998-CBB3-091B-EC9D-A54147A09367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2880900" y="4281300"/>
                <a:ext cx="18720" cy="5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71DC152-822A-E32A-2331-7880993551BE}"/>
                  </a:ext>
                </a:extLst>
              </p:cNvPr>
              <p:cNvSpPr txBox="1"/>
              <p:nvPr/>
            </p:nvSpPr>
            <p:spPr>
              <a:xfrm>
                <a:off x="2660412" y="4685853"/>
                <a:ext cx="3190503" cy="3583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s-ES" sz="1600" b="0" i="1" dirty="0" smtClean="0">
                          <a:latin typeface="Cambria Math" panose="02040503050406030204" pitchFamily="18" charset="0"/>
                        </a:rPr>
                        <m:t>att</m:t>
                      </m:r>
                      <m:r>
                        <a:rPr lang="es-ES" sz="16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s-ES" sz="1600" b="0" i="1" dirty="0" smtClean="0">
                          <a:latin typeface="Cambria Math" panose="02040503050406030204" pitchFamily="18" charset="0"/>
                        </a:rPr>
                        <m:t>weight</m:t>
                      </m:r>
                      <m:r>
                        <a:rPr lang="es-ES" sz="16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6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 dirty="0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s-ES" sz="1600" i="1" dirty="0" err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 dirty="0" err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s-ES" sz="1600" b="0" i="1" dirty="0" smtClean="0">
                          <a:latin typeface="Cambria Math" panose="02040503050406030204" pitchFamily="18" charset="0"/>
                        </a:rPr>
                        <m:t>softmax</m:t>
                      </m:r>
                      <m:r>
                        <a:rPr lang="es-ES" sz="16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E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1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71DC152-822A-E32A-2331-7880993551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0412" y="4685853"/>
                <a:ext cx="3190503" cy="358368"/>
              </a:xfrm>
              <a:prstGeom prst="rect">
                <a:avLst/>
              </a:prstGeom>
              <a:blipFill>
                <a:blip r:embed="rId29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A3A9244-7610-A904-429E-0ADB580A007C}"/>
                  </a:ext>
                </a:extLst>
              </p:cNvPr>
              <p:cNvSpPr txBox="1"/>
              <p:nvPr/>
            </p:nvSpPr>
            <p:spPr>
              <a:xfrm>
                <a:off x="190064" y="4703184"/>
                <a:ext cx="2382575" cy="2746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att</m:t>
                          </m:r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score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E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s-E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sSub>
                        <m:sSubPr>
                          <m:ctrlPr>
                            <a:rPr lang="es-E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s-ES" sz="16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A3A9244-7610-A904-429E-0ADB580A0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064" y="4703184"/>
                <a:ext cx="2382575" cy="274691"/>
              </a:xfrm>
              <a:prstGeom prst="rect">
                <a:avLst/>
              </a:prstGeom>
              <a:blipFill>
                <a:blip r:embed="rId30"/>
                <a:stretch>
                  <a:fillRect l="-1023" r="-512" b="-24444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D6AAF23-5013-5CD6-B538-6A13EA59F05B}"/>
                  </a:ext>
                </a:extLst>
              </p:cNvPr>
              <p:cNvSpPr txBox="1"/>
              <p:nvPr/>
            </p:nvSpPr>
            <p:spPr>
              <a:xfrm>
                <a:off x="69574" y="2445513"/>
                <a:ext cx="1166453" cy="3583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att</m:t>
                          </m:r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score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D6AAF23-5013-5CD6-B538-6A13EA59F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4" y="2445513"/>
                <a:ext cx="1166453" cy="358368"/>
              </a:xfrm>
              <a:prstGeom prst="rect">
                <a:avLst/>
              </a:prstGeom>
              <a:blipFill>
                <a:blip r:embed="rId31"/>
                <a:stretch>
                  <a:fillRect b="-6780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FEC8E6E-65AC-130B-F3E4-9276C1C377BB}"/>
                  </a:ext>
                </a:extLst>
              </p:cNvPr>
              <p:cNvSpPr txBox="1"/>
              <p:nvPr/>
            </p:nvSpPr>
            <p:spPr>
              <a:xfrm>
                <a:off x="-47586" y="1723850"/>
                <a:ext cx="1166453" cy="3583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att</m:t>
                          </m:r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weights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FEC8E6E-65AC-130B-F3E4-9276C1C37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7586" y="1723850"/>
                <a:ext cx="1166453" cy="358368"/>
              </a:xfrm>
              <a:prstGeom prst="rect">
                <a:avLst/>
              </a:prstGeom>
              <a:blipFill>
                <a:blip r:embed="rId32"/>
                <a:stretch>
                  <a:fillRect r="-10417" b="-6780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6157F6E-D7F0-3BA7-0FCF-ABA843DA31D3}"/>
                  </a:ext>
                </a:extLst>
              </p:cNvPr>
              <p:cNvSpPr txBox="1"/>
              <p:nvPr/>
            </p:nvSpPr>
            <p:spPr>
              <a:xfrm>
                <a:off x="1771284" y="2910941"/>
                <a:ext cx="32795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6157F6E-D7F0-3BA7-0FCF-ABA843DA31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1284" y="2910941"/>
                <a:ext cx="327952" cy="338554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7D781D0-C0FF-500C-8BCF-678D76D8BB97}"/>
                  </a:ext>
                </a:extLst>
              </p:cNvPr>
              <p:cNvSpPr txBox="1"/>
              <p:nvPr/>
            </p:nvSpPr>
            <p:spPr>
              <a:xfrm>
                <a:off x="2133860" y="2910941"/>
                <a:ext cx="32795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7D781D0-C0FF-500C-8BCF-678D76D8BB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3860" y="2910941"/>
                <a:ext cx="327952" cy="338554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A2C12D3-2084-BAF4-C5AD-773D7D8E9CE6}"/>
                  </a:ext>
                </a:extLst>
              </p:cNvPr>
              <p:cNvSpPr txBox="1"/>
              <p:nvPr/>
            </p:nvSpPr>
            <p:spPr>
              <a:xfrm>
                <a:off x="2496436" y="2888907"/>
                <a:ext cx="32795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A2C12D3-2084-BAF4-C5AD-773D7D8E9C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6436" y="2888907"/>
                <a:ext cx="327952" cy="338554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4B68F5F-E7BE-1158-EF9B-10DCB4DF0CC4}"/>
                  </a:ext>
                </a:extLst>
              </p:cNvPr>
              <p:cNvSpPr txBox="1"/>
              <p:nvPr/>
            </p:nvSpPr>
            <p:spPr>
              <a:xfrm>
                <a:off x="2893935" y="2888907"/>
                <a:ext cx="32795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4B68F5F-E7BE-1158-EF9B-10DCB4DF0C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3935" y="2888907"/>
                <a:ext cx="327952" cy="338554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30047E5-560A-74F9-291D-6D826F8B81E1}"/>
                  </a:ext>
                </a:extLst>
              </p:cNvPr>
              <p:cNvSpPr txBox="1"/>
              <p:nvPr/>
            </p:nvSpPr>
            <p:spPr>
              <a:xfrm>
                <a:off x="6054004" y="4325754"/>
                <a:ext cx="2786083" cy="7201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context</m:t>
                          </m:r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vector</m:t>
                          </m:r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s-ES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es-E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es-E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es-E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s-ES" sz="16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30047E5-560A-74F9-291D-6D826F8B81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4004" y="4325754"/>
                <a:ext cx="2786083" cy="720197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9733DD5-F74A-A090-156F-FB4F59EFE68F}"/>
                  </a:ext>
                </a:extLst>
              </p:cNvPr>
              <p:cNvSpPr txBox="1"/>
              <p:nvPr/>
            </p:nvSpPr>
            <p:spPr>
              <a:xfrm>
                <a:off x="1816984" y="874835"/>
                <a:ext cx="116645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s-ES" sz="1600" b="0" i="1" smtClean="0">
                          <a:latin typeface="Cambria Math" panose="02040503050406030204" pitchFamily="18" charset="0"/>
                        </a:rPr>
                        <m:t>context</m:t>
                      </m:r>
                      <m:r>
                        <a:rPr lang="es-E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s-ES" sz="1600" b="0" i="1" smtClean="0">
                          <a:latin typeface="Cambria Math" panose="02040503050406030204" pitchFamily="18" charset="0"/>
                        </a:rPr>
                        <m:t>vector</m:t>
                      </m:r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9733DD5-F74A-A090-156F-FB4F59EFE6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6984" y="874835"/>
                <a:ext cx="1166453" cy="338554"/>
              </a:xfrm>
              <a:prstGeom prst="rect">
                <a:avLst/>
              </a:prstGeom>
              <a:blipFill>
                <a:blip r:embed="rId38"/>
                <a:stretch>
                  <a:fillRect r="-2041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9C43B6F-50D9-7B2C-5123-F017FFF0A69B}"/>
                  </a:ext>
                </a:extLst>
              </p:cNvPr>
              <p:cNvSpPr txBox="1"/>
              <p:nvPr/>
            </p:nvSpPr>
            <p:spPr>
              <a:xfrm>
                <a:off x="4896452" y="2728704"/>
                <a:ext cx="523027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600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s-ES" sz="16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9C43B6F-50D9-7B2C-5123-F017FFF0A6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6452" y="2728704"/>
                <a:ext cx="523027" cy="246221"/>
              </a:xfrm>
              <a:prstGeom prst="rect">
                <a:avLst/>
              </a:prstGeom>
              <a:blipFill>
                <a:blip r:embed="rId39"/>
                <a:stretch>
                  <a:fillRect l="-3488" r="-8140" b="-17500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1c03c1d1e6_1_262"/>
          <p:cNvSpPr/>
          <p:nvPr/>
        </p:nvSpPr>
        <p:spPr>
          <a:xfrm>
            <a:off x="2785889" y="4044690"/>
            <a:ext cx="3408145" cy="346249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t="-10666" b="-3066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pic>
        <p:nvPicPr>
          <p:cNvPr id="390" name="Google Shape;390;g21c03c1d1e6_1_26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26395" y="1135129"/>
            <a:ext cx="5765006" cy="3571875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g21c03c1d1e6_1_262"/>
          <p:cNvSpPr/>
          <p:nvPr/>
        </p:nvSpPr>
        <p:spPr>
          <a:xfrm>
            <a:off x="8113244" y="2005565"/>
            <a:ext cx="208722" cy="373069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3"/>
          </a:solidFill>
          <a:ln w="15875" cap="flat" cmpd="sng">
            <a:solidFill>
              <a:srgbClr val="99402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00" name="Google Shape;400;g21c03c1d1e6_1_262"/>
          <p:cNvSpPr txBox="1"/>
          <p:nvPr/>
        </p:nvSpPr>
        <p:spPr>
          <a:xfrm>
            <a:off x="7816047" y="1669119"/>
            <a:ext cx="803114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NUEVO!</a:t>
            </a: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01" name="Google Shape;401;g21c03c1d1e6_1_262"/>
          <p:cNvSpPr/>
          <p:nvPr/>
        </p:nvSpPr>
        <p:spPr>
          <a:xfrm rot="16200000">
            <a:off x="4267968" y="256891"/>
            <a:ext cx="265624" cy="8436762"/>
          </a:xfrm>
          <a:prstGeom prst="rightBrace">
            <a:avLst>
              <a:gd name="adj1" fmla="val 78841"/>
              <a:gd name="adj2" fmla="val 91133"/>
            </a:avLst>
          </a:prstGeom>
          <a:noFill/>
          <a:ln w="317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02" name="Google Shape;402;g21c03c1d1e6_1_262"/>
          <p:cNvSpPr txBox="1"/>
          <p:nvPr/>
        </p:nvSpPr>
        <p:spPr>
          <a:xfrm>
            <a:off x="6964821" y="3543770"/>
            <a:ext cx="1702452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SOLO CUENTAS!!!</a:t>
            </a:r>
            <a:endParaRPr sz="110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NO HAY PARAMETROS</a:t>
            </a:r>
            <a:endParaRPr sz="1400" dirty="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03" name="Google Shape;403;g21c03c1d1e6_1_262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404" name="Google Shape;404;g21c03c1d1e6_1_2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0CF3DC0-2F37-9FA4-2564-20B41EE2957E}"/>
                  </a:ext>
                </a:extLst>
              </p:cNvPr>
              <p:cNvSpPr txBox="1"/>
              <p:nvPr/>
            </p:nvSpPr>
            <p:spPr>
              <a:xfrm>
                <a:off x="5181761" y="2491174"/>
                <a:ext cx="3962239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s-ES" sz="1600" i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sz="1600" i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es-E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𝑖h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hh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𝑐h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s-ES" sz="16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0CF3DC0-2F37-9FA4-2564-20B41EE295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1761" y="2491174"/>
                <a:ext cx="3962239" cy="246221"/>
              </a:xfrm>
              <a:prstGeom prst="rect">
                <a:avLst/>
              </a:prstGeom>
              <a:blipFill>
                <a:blip r:embed="rId5"/>
                <a:stretch>
                  <a:fillRect b="-27500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Google Shape;369;g21c03c1d1e6_1_244">
            <a:extLst>
              <a:ext uri="{FF2B5EF4-FFF2-40B4-BE49-F238E27FC236}">
                <a16:creationId xmlns:a16="http://schemas.microsoft.com/office/drawing/2014/main" id="{C604CC01-42C3-7119-38FC-4B1CEC9D6F9A}"/>
              </a:ext>
            </a:extLst>
          </p:cNvPr>
          <p:cNvSpPr/>
          <p:nvPr/>
        </p:nvSpPr>
        <p:spPr>
          <a:xfrm>
            <a:off x="2400212" y="3114222"/>
            <a:ext cx="344999" cy="293735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b="-937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A3C85DC-69B2-5C89-A41C-0DDB3582A870}"/>
                  </a:ext>
                </a:extLst>
              </p14:cNvPr>
              <p14:cNvContentPartPr/>
              <p14:nvPr/>
            </p14:nvContentPartPr>
            <p14:xfrm>
              <a:off x="2887020" y="4287420"/>
              <a:ext cx="6480" cy="3960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A3C85DC-69B2-5C89-A41C-0DDB3582A87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880900" y="4281244"/>
                <a:ext cx="18720" cy="519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4B8633F-FB39-675B-0BFC-4F00EC37364A}"/>
                  </a:ext>
                </a:extLst>
              </p:cNvPr>
              <p:cNvSpPr txBox="1"/>
              <p:nvPr/>
            </p:nvSpPr>
            <p:spPr>
              <a:xfrm>
                <a:off x="2660412" y="4685853"/>
                <a:ext cx="3190503" cy="3583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s-ES" sz="1600" b="0" i="1" dirty="0" smtClean="0">
                          <a:latin typeface="Cambria Math" panose="02040503050406030204" pitchFamily="18" charset="0"/>
                        </a:rPr>
                        <m:t>att</m:t>
                      </m:r>
                      <m:r>
                        <a:rPr lang="es-ES" sz="16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s-ES" sz="1600" b="0" i="1" dirty="0" smtClean="0">
                          <a:latin typeface="Cambria Math" panose="02040503050406030204" pitchFamily="18" charset="0"/>
                        </a:rPr>
                        <m:t>weight</m:t>
                      </m:r>
                      <m:r>
                        <a:rPr lang="es-ES" sz="16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6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 dirty="0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s-ES" sz="1600" i="1" dirty="0" err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 dirty="0" err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s-ES" sz="1600" b="0" i="1" dirty="0" smtClean="0">
                          <a:latin typeface="Cambria Math" panose="02040503050406030204" pitchFamily="18" charset="0"/>
                        </a:rPr>
                        <m:t>softmax</m:t>
                      </m:r>
                      <m:r>
                        <a:rPr lang="es-ES" sz="16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E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12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4B8633F-FB39-675B-0BFC-4F00EC3736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0412" y="4685853"/>
                <a:ext cx="3190503" cy="358368"/>
              </a:xfrm>
              <a:prstGeom prst="rect">
                <a:avLst/>
              </a:prstGeom>
              <a:blipFill>
                <a:blip r:embed="rId9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1CB3321-EB3A-09B2-D4A4-39F66DAB8F9C}"/>
                  </a:ext>
                </a:extLst>
              </p:cNvPr>
              <p:cNvSpPr txBox="1"/>
              <p:nvPr/>
            </p:nvSpPr>
            <p:spPr>
              <a:xfrm>
                <a:off x="190064" y="4703184"/>
                <a:ext cx="2382575" cy="2746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att</m:t>
                          </m:r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score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E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s-E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sSub>
                        <m:sSubPr>
                          <m:ctrlPr>
                            <a:rPr lang="es-E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s-ES" sz="16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1CB3321-EB3A-09B2-D4A4-39F66DAB8F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064" y="4703184"/>
                <a:ext cx="2382575" cy="274691"/>
              </a:xfrm>
              <a:prstGeom prst="rect">
                <a:avLst/>
              </a:prstGeom>
              <a:blipFill>
                <a:blip r:embed="rId10"/>
                <a:stretch>
                  <a:fillRect l="-1023" r="-512" b="-24444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B62AC87-1D73-CB95-F781-DB5E9BDF07F8}"/>
                  </a:ext>
                </a:extLst>
              </p:cNvPr>
              <p:cNvSpPr txBox="1"/>
              <p:nvPr/>
            </p:nvSpPr>
            <p:spPr>
              <a:xfrm>
                <a:off x="69574" y="2445513"/>
                <a:ext cx="1166453" cy="3583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att</m:t>
                          </m:r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score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B62AC87-1D73-CB95-F781-DB5E9BDF07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4" y="2445513"/>
                <a:ext cx="1166453" cy="358368"/>
              </a:xfrm>
              <a:prstGeom prst="rect">
                <a:avLst/>
              </a:prstGeom>
              <a:blipFill>
                <a:blip r:embed="rId11"/>
                <a:stretch>
                  <a:fillRect b="-6780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1E97C90-F338-72F3-74B8-53A1DE915E65}"/>
                  </a:ext>
                </a:extLst>
              </p:cNvPr>
              <p:cNvSpPr txBox="1"/>
              <p:nvPr/>
            </p:nvSpPr>
            <p:spPr>
              <a:xfrm>
                <a:off x="-47586" y="1723850"/>
                <a:ext cx="1166453" cy="3583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att</m:t>
                          </m:r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weights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1E97C90-F338-72F3-74B8-53A1DE915E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7586" y="1723850"/>
                <a:ext cx="1166453" cy="358368"/>
              </a:xfrm>
              <a:prstGeom prst="rect">
                <a:avLst/>
              </a:prstGeom>
              <a:blipFill>
                <a:blip r:embed="rId12"/>
                <a:stretch>
                  <a:fillRect r="-10417" b="-6780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92A17BB-A747-0108-69F3-609F9130F927}"/>
                  </a:ext>
                </a:extLst>
              </p:cNvPr>
              <p:cNvSpPr txBox="1"/>
              <p:nvPr/>
            </p:nvSpPr>
            <p:spPr>
              <a:xfrm>
                <a:off x="1771284" y="2910941"/>
                <a:ext cx="32795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92A17BB-A747-0108-69F3-609F9130F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1284" y="2910941"/>
                <a:ext cx="327952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C63E53A-6CA6-CEF5-A324-934EF135DD5F}"/>
                  </a:ext>
                </a:extLst>
              </p:cNvPr>
              <p:cNvSpPr txBox="1"/>
              <p:nvPr/>
            </p:nvSpPr>
            <p:spPr>
              <a:xfrm>
                <a:off x="2133860" y="2910941"/>
                <a:ext cx="32795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C63E53A-6CA6-CEF5-A324-934EF135D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3860" y="2910941"/>
                <a:ext cx="327952" cy="33855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629CF78-3645-10A2-CFAD-9009C8B9836A}"/>
                  </a:ext>
                </a:extLst>
              </p:cNvPr>
              <p:cNvSpPr txBox="1"/>
              <p:nvPr/>
            </p:nvSpPr>
            <p:spPr>
              <a:xfrm>
                <a:off x="2496436" y="2888907"/>
                <a:ext cx="32795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629CF78-3645-10A2-CFAD-9009C8B98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6436" y="2888907"/>
                <a:ext cx="327952" cy="33855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FCB3B6A-B3FC-CFCA-3B48-EBE6340E63CF}"/>
                  </a:ext>
                </a:extLst>
              </p:cNvPr>
              <p:cNvSpPr txBox="1"/>
              <p:nvPr/>
            </p:nvSpPr>
            <p:spPr>
              <a:xfrm>
                <a:off x="2893935" y="2888907"/>
                <a:ext cx="32795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FCB3B6A-B3FC-CFCA-3B48-EBE6340E63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3935" y="2888907"/>
                <a:ext cx="327952" cy="33855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138EC3C-C7EF-2032-075D-17C116925D06}"/>
                  </a:ext>
                </a:extLst>
              </p:cNvPr>
              <p:cNvSpPr txBox="1"/>
              <p:nvPr/>
            </p:nvSpPr>
            <p:spPr>
              <a:xfrm>
                <a:off x="1816984" y="874835"/>
                <a:ext cx="116645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s-ES" sz="1600" b="0" i="1" smtClean="0">
                          <a:latin typeface="Cambria Math" panose="02040503050406030204" pitchFamily="18" charset="0"/>
                        </a:rPr>
                        <m:t>context</m:t>
                      </m:r>
                      <m:r>
                        <a:rPr lang="es-E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s-ES" sz="1600" b="0" i="1" smtClean="0">
                          <a:latin typeface="Cambria Math" panose="02040503050406030204" pitchFamily="18" charset="0"/>
                        </a:rPr>
                        <m:t>vector</m:t>
                      </m:r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138EC3C-C7EF-2032-075D-17C116925D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6984" y="874835"/>
                <a:ext cx="1166453" cy="338554"/>
              </a:xfrm>
              <a:prstGeom prst="rect">
                <a:avLst/>
              </a:prstGeom>
              <a:blipFill>
                <a:blip r:embed="rId17"/>
                <a:stretch>
                  <a:fillRect r="-2041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6EC3FA7-3376-C7D5-923D-A809FCAA11C3}"/>
                  </a:ext>
                </a:extLst>
              </p:cNvPr>
              <p:cNvSpPr txBox="1"/>
              <p:nvPr/>
            </p:nvSpPr>
            <p:spPr>
              <a:xfrm>
                <a:off x="6054004" y="4325754"/>
                <a:ext cx="2786083" cy="7201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context</m:t>
                          </m:r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vector</m:t>
                          </m:r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s-ES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es-E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es-E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es-E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s-ES" sz="16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6EC3FA7-3376-C7D5-923D-A809FCAA11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4004" y="4325754"/>
                <a:ext cx="2786083" cy="72019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EF01DF1-E480-B58B-7FDF-98F11AB646F6}"/>
                  </a:ext>
                </a:extLst>
              </p:cNvPr>
              <p:cNvSpPr txBox="1"/>
              <p:nvPr/>
            </p:nvSpPr>
            <p:spPr>
              <a:xfrm>
                <a:off x="3814442" y="3234600"/>
                <a:ext cx="242374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s-ES" sz="16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EF01DF1-E480-B58B-7FDF-98F11AB64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4442" y="3234600"/>
                <a:ext cx="242374" cy="246221"/>
              </a:xfrm>
              <a:prstGeom prst="rect">
                <a:avLst/>
              </a:prstGeom>
              <a:blipFill>
                <a:blip r:embed="rId19"/>
                <a:stretch>
                  <a:fillRect l="-10256" r="-5128" b="-17500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2" name="Google Shape;412;g21c03c1d1e6_1_282"/>
          <p:cNvGrpSpPr/>
          <p:nvPr/>
        </p:nvGrpSpPr>
        <p:grpSpPr>
          <a:xfrm>
            <a:off x="878282" y="1154124"/>
            <a:ext cx="5886450" cy="3500438"/>
            <a:chOff x="1171043" y="1538832"/>
            <a:chExt cx="7848600" cy="4667250"/>
          </a:xfrm>
        </p:grpSpPr>
        <p:pic>
          <p:nvPicPr>
            <p:cNvPr id="413" name="Google Shape;413;g21c03c1d1e6_1_28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171043" y="1538832"/>
              <a:ext cx="7848600" cy="46672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4" name="Google Shape;414;g21c03c1d1e6_1_282"/>
            <p:cNvSpPr/>
            <p:nvPr/>
          </p:nvSpPr>
          <p:spPr>
            <a:xfrm>
              <a:off x="5526157" y="4152296"/>
              <a:ext cx="2637182" cy="2053786"/>
            </a:xfrm>
            <a:prstGeom prst="rect">
              <a:avLst/>
            </a:prstGeom>
            <a:solidFill>
              <a:schemeClr val="lt1"/>
            </a:solidFill>
            <a:ln w="158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</p:grpSp>
      <p:sp>
        <p:nvSpPr>
          <p:cNvPr id="419" name="Google Shape;419;g21c03c1d1e6_1_282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420" name="Google Shape;420;g21c03c1d1e6_1_28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  <p:sp>
        <p:nvSpPr>
          <p:cNvPr id="3" name="Google Shape;399;g21c03c1d1e6_1_262">
            <a:extLst>
              <a:ext uri="{FF2B5EF4-FFF2-40B4-BE49-F238E27FC236}">
                <a16:creationId xmlns:a16="http://schemas.microsoft.com/office/drawing/2014/main" id="{C9615036-9ABE-C28B-FB54-13EF18098881}"/>
              </a:ext>
            </a:extLst>
          </p:cNvPr>
          <p:cNvSpPr/>
          <p:nvPr/>
        </p:nvSpPr>
        <p:spPr>
          <a:xfrm>
            <a:off x="8113244" y="2005565"/>
            <a:ext cx="208722" cy="373069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3"/>
          </a:solidFill>
          <a:ln w="15875" cap="flat" cmpd="sng">
            <a:solidFill>
              <a:srgbClr val="99402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" name="Google Shape;400;g21c03c1d1e6_1_262">
            <a:extLst>
              <a:ext uri="{FF2B5EF4-FFF2-40B4-BE49-F238E27FC236}">
                <a16:creationId xmlns:a16="http://schemas.microsoft.com/office/drawing/2014/main" id="{EC64CF27-8966-1C73-2F8B-111986D0F27B}"/>
              </a:ext>
            </a:extLst>
          </p:cNvPr>
          <p:cNvSpPr txBox="1"/>
          <p:nvPr/>
        </p:nvSpPr>
        <p:spPr>
          <a:xfrm>
            <a:off x="7816047" y="1669119"/>
            <a:ext cx="803114" cy="284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NUEVO!</a:t>
            </a: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4CFCD19-69C5-DD5D-A68C-6175883756A1}"/>
                  </a:ext>
                </a:extLst>
              </p:cNvPr>
              <p:cNvSpPr txBox="1"/>
              <p:nvPr/>
            </p:nvSpPr>
            <p:spPr>
              <a:xfrm>
                <a:off x="5181761" y="2491174"/>
                <a:ext cx="3962239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s-ES" sz="1600" i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sz="1600" i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es-E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𝑖h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hh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𝑐h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s-ES" sz="16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s-ES" sz="16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4CFCD19-69C5-DD5D-A68C-6175883756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1761" y="2491174"/>
                <a:ext cx="3962239" cy="246221"/>
              </a:xfrm>
              <a:prstGeom prst="rect">
                <a:avLst/>
              </a:prstGeom>
              <a:blipFill>
                <a:blip r:embed="rId4"/>
                <a:stretch>
                  <a:fillRect b="-27500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E1B04DF-D5BD-D217-11D6-82CBC8752CD3}"/>
                  </a:ext>
                </a:extLst>
              </p14:cNvPr>
              <p14:cNvContentPartPr/>
              <p14:nvPr/>
            </p14:nvContentPartPr>
            <p14:xfrm>
              <a:off x="2887020" y="4287420"/>
              <a:ext cx="6480" cy="3960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E1B04DF-D5BD-D217-11D6-82CBC8752CD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880900" y="4281244"/>
                <a:ext cx="18720" cy="519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DC6C219-6736-835B-26C8-A68688232026}"/>
                  </a:ext>
                </a:extLst>
              </p:cNvPr>
              <p:cNvSpPr txBox="1"/>
              <p:nvPr/>
            </p:nvSpPr>
            <p:spPr>
              <a:xfrm>
                <a:off x="2660412" y="4685853"/>
                <a:ext cx="3190503" cy="3583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s-ES" sz="1600" b="0" i="1" dirty="0" smtClean="0">
                          <a:latin typeface="Cambria Math" panose="02040503050406030204" pitchFamily="18" charset="0"/>
                        </a:rPr>
                        <m:t>att</m:t>
                      </m:r>
                      <m:r>
                        <a:rPr lang="es-ES" sz="16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s-ES" sz="1600" b="0" i="1" dirty="0" smtClean="0">
                          <a:latin typeface="Cambria Math" panose="02040503050406030204" pitchFamily="18" charset="0"/>
                        </a:rPr>
                        <m:t>weight</m:t>
                      </m:r>
                      <m:r>
                        <a:rPr lang="es-ES" sz="16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6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 dirty="0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s-ES" sz="1600" i="1" dirty="0" err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 dirty="0" err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 dirty="0" err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s-ES" sz="1600" b="0" i="1" dirty="0" smtClean="0">
                          <a:latin typeface="Cambria Math" panose="02040503050406030204" pitchFamily="18" charset="0"/>
                        </a:rPr>
                        <m:t>softmax</m:t>
                      </m:r>
                      <m:r>
                        <a:rPr lang="es-ES" sz="16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s-E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sz="12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DC6C219-6736-835B-26C8-A686882320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0412" y="4685853"/>
                <a:ext cx="3190503" cy="358368"/>
              </a:xfrm>
              <a:prstGeom prst="rect">
                <a:avLst/>
              </a:prstGeom>
              <a:blipFill>
                <a:blip r:embed="rId7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3C8B985-3DD9-C90A-382B-8A97A378462E}"/>
                  </a:ext>
                </a:extLst>
              </p:cNvPr>
              <p:cNvSpPr txBox="1"/>
              <p:nvPr/>
            </p:nvSpPr>
            <p:spPr>
              <a:xfrm>
                <a:off x="190064" y="4703184"/>
                <a:ext cx="2382575" cy="2746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att</m:t>
                          </m:r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score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E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s-ES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sSub>
                        <m:sSubPr>
                          <m:ctrlPr>
                            <a:rPr lang="es-E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s-ES" sz="16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3C8B985-3DD9-C90A-382B-8A97A37846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064" y="4703184"/>
                <a:ext cx="2382575" cy="274691"/>
              </a:xfrm>
              <a:prstGeom prst="rect">
                <a:avLst/>
              </a:prstGeom>
              <a:blipFill>
                <a:blip r:embed="rId8"/>
                <a:stretch>
                  <a:fillRect l="-1023" r="-512" b="-24444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2B8369-93BD-C6ED-611E-672D1392044B}"/>
                  </a:ext>
                </a:extLst>
              </p:cNvPr>
              <p:cNvSpPr txBox="1"/>
              <p:nvPr/>
            </p:nvSpPr>
            <p:spPr>
              <a:xfrm>
                <a:off x="69574" y="2445513"/>
                <a:ext cx="1166453" cy="3583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att</m:t>
                          </m:r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score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2B8369-93BD-C6ED-611E-672D139204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74" y="2445513"/>
                <a:ext cx="1166453" cy="358368"/>
              </a:xfrm>
              <a:prstGeom prst="rect">
                <a:avLst/>
              </a:prstGeom>
              <a:blipFill>
                <a:blip r:embed="rId9"/>
                <a:stretch>
                  <a:fillRect b="-6780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5C07F85-DE55-93F3-04F8-EA9F5FAB4457}"/>
                  </a:ext>
                </a:extLst>
              </p:cNvPr>
              <p:cNvSpPr txBox="1"/>
              <p:nvPr/>
            </p:nvSpPr>
            <p:spPr>
              <a:xfrm>
                <a:off x="-47586" y="1723850"/>
                <a:ext cx="1166453" cy="3583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att</m:t>
                          </m:r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weights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5C07F85-DE55-93F3-04F8-EA9F5FAB44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7586" y="1723850"/>
                <a:ext cx="1166453" cy="358368"/>
              </a:xfrm>
              <a:prstGeom prst="rect">
                <a:avLst/>
              </a:prstGeom>
              <a:blipFill>
                <a:blip r:embed="rId10"/>
                <a:stretch>
                  <a:fillRect r="-10417" b="-6780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012940-07B8-BB07-B26C-3B726CFC0225}"/>
                  </a:ext>
                </a:extLst>
              </p:cNvPr>
              <p:cNvSpPr txBox="1"/>
              <p:nvPr/>
            </p:nvSpPr>
            <p:spPr>
              <a:xfrm>
                <a:off x="1771284" y="2910941"/>
                <a:ext cx="32795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012940-07B8-BB07-B26C-3B726CFC02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1284" y="2910941"/>
                <a:ext cx="327952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68CC8BE-D9F4-8FE2-20B3-9D4769B323EB}"/>
                  </a:ext>
                </a:extLst>
              </p:cNvPr>
              <p:cNvSpPr txBox="1"/>
              <p:nvPr/>
            </p:nvSpPr>
            <p:spPr>
              <a:xfrm>
                <a:off x="2133860" y="2910941"/>
                <a:ext cx="32795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68CC8BE-D9F4-8FE2-20B3-9D4769B323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3860" y="2910941"/>
                <a:ext cx="327952" cy="33855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D4B7518-4CFD-AD59-C235-16A91D040E06}"/>
                  </a:ext>
                </a:extLst>
              </p:cNvPr>
              <p:cNvSpPr txBox="1"/>
              <p:nvPr/>
            </p:nvSpPr>
            <p:spPr>
              <a:xfrm>
                <a:off x="2496436" y="2888907"/>
                <a:ext cx="32795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D4B7518-4CFD-AD59-C235-16A91D040E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6436" y="2888907"/>
                <a:ext cx="327952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33CDE1D-94D2-0160-8F12-473CD4CE46DD}"/>
                  </a:ext>
                </a:extLst>
              </p:cNvPr>
              <p:cNvSpPr txBox="1"/>
              <p:nvPr/>
            </p:nvSpPr>
            <p:spPr>
              <a:xfrm>
                <a:off x="2893935" y="2888907"/>
                <a:ext cx="32795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33CDE1D-94D2-0160-8F12-473CD4CE46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3935" y="2888907"/>
                <a:ext cx="327952" cy="33855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8615E1F-9115-C8B6-3168-CCB96ED9BAAC}"/>
                  </a:ext>
                </a:extLst>
              </p:cNvPr>
              <p:cNvSpPr txBox="1"/>
              <p:nvPr/>
            </p:nvSpPr>
            <p:spPr>
              <a:xfrm>
                <a:off x="1816984" y="874835"/>
                <a:ext cx="1166453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s-ES" sz="1600" b="0" i="1" smtClean="0">
                          <a:latin typeface="Cambria Math" panose="02040503050406030204" pitchFamily="18" charset="0"/>
                        </a:rPr>
                        <m:t>context</m:t>
                      </m:r>
                      <m:r>
                        <a:rPr lang="es-ES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s-ES" sz="1600" b="0" i="1" smtClean="0">
                          <a:latin typeface="Cambria Math" panose="02040503050406030204" pitchFamily="18" charset="0"/>
                        </a:rPr>
                        <m:t>vector</m:t>
                      </m:r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8615E1F-9115-C8B6-3168-CCB96ED9BA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6984" y="874835"/>
                <a:ext cx="1166453" cy="338554"/>
              </a:xfrm>
              <a:prstGeom prst="rect">
                <a:avLst/>
              </a:prstGeom>
              <a:blipFill>
                <a:blip r:embed="rId15"/>
                <a:stretch>
                  <a:fillRect r="-2041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599B7D0-576D-EC72-16B5-38DFA46C067F}"/>
                  </a:ext>
                </a:extLst>
              </p:cNvPr>
              <p:cNvSpPr txBox="1"/>
              <p:nvPr/>
            </p:nvSpPr>
            <p:spPr>
              <a:xfrm>
                <a:off x="6054004" y="4325754"/>
                <a:ext cx="2786083" cy="7201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context</m:t>
                          </m:r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vector</m:t>
                          </m:r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s-ES" sz="1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s-ES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s-ES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es-E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es-E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es-E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s-ES" sz="1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s-ES" sz="16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599B7D0-576D-EC72-16B5-38DFA46C06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4004" y="4325754"/>
                <a:ext cx="2786083" cy="72019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9C1B7FB-655D-BF98-41E7-C1F5F66737F3}"/>
                  </a:ext>
                </a:extLst>
              </p:cNvPr>
              <p:cNvSpPr txBox="1"/>
              <p:nvPr/>
            </p:nvSpPr>
            <p:spPr>
              <a:xfrm>
                <a:off x="3667942" y="3142267"/>
                <a:ext cx="327952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s-ES" sz="1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s-ES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9C1B7FB-655D-BF98-41E7-C1F5F66737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942" y="3142267"/>
                <a:ext cx="327952" cy="3385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21c03c1d1e6_1_296"/>
          <p:cNvSpPr/>
          <p:nvPr/>
        </p:nvSpPr>
        <p:spPr>
          <a:xfrm>
            <a:off x="334370" y="4169795"/>
            <a:ext cx="8475260" cy="761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Una definición más general: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Dado un </a:t>
            </a:r>
            <a:r>
              <a:rPr lang="en" sz="1500" b="1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conjunto de valores</a:t>
            </a:r>
            <a:r>
              <a:rPr lang="en" sz="15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y una </a:t>
            </a:r>
            <a:r>
              <a:rPr lang="en" sz="1500" b="1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consulta</a:t>
            </a:r>
            <a:r>
              <a:rPr lang="en" sz="15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; el mecanismo de atención devuelve una </a:t>
            </a:r>
            <a:r>
              <a:rPr lang="en" sz="1500" b="1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suma ponderada</a:t>
            </a:r>
            <a:r>
              <a:rPr lang="en" sz="15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(resumen selectivo) de los valores, </a:t>
            </a:r>
            <a:r>
              <a:rPr lang="en" sz="1500" b="1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dependiente de la consulta</a:t>
            </a:r>
            <a:r>
              <a:rPr lang="en" sz="15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 sz="1500" b="0" u="none" strike="noStrike" cap="none" dirty="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g21c03c1d1e6_1_296" descr="\alpha_j"/>
          <p:cNvSpPr/>
          <p:nvPr/>
        </p:nvSpPr>
        <p:spPr>
          <a:xfrm>
            <a:off x="5442229" y="2065320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428" name="Google Shape;428;g21c03c1d1e6_1_29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75170" y="1741172"/>
            <a:ext cx="4993660" cy="2310364"/>
          </a:xfrm>
          <a:prstGeom prst="rect">
            <a:avLst/>
          </a:prstGeom>
          <a:noFill/>
          <a:ln>
            <a:noFill/>
          </a:ln>
        </p:spPr>
      </p:pic>
      <p:sp>
        <p:nvSpPr>
          <p:cNvPr id="429" name="Google Shape;429;g21c03c1d1e6_1_296"/>
          <p:cNvSpPr/>
          <p:nvPr/>
        </p:nvSpPr>
        <p:spPr>
          <a:xfrm>
            <a:off x="448670" y="783059"/>
            <a:ext cx="8475260" cy="78358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l="-538" t="-1743" b="-988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30" name="Google Shape;430;g21c03c1d1e6_1_296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431" name="Google Shape;431;g21c03c1d1e6_1_2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6" name="Google Shape;436;g21c03c1d1e6_1_30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5303" y="797442"/>
            <a:ext cx="7837474" cy="4054975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g21c03c1d1e6_1_305"/>
          <p:cNvSpPr/>
          <p:nvPr/>
        </p:nvSpPr>
        <p:spPr>
          <a:xfrm>
            <a:off x="1210612" y="4866501"/>
            <a:ext cx="6542467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http://cs231n.stanford.edu/slides/2017/cs231n_2017_lecture10.pdf</a:t>
            </a:r>
            <a:endParaRPr sz="1100" dirty="0">
              <a:solidFill>
                <a:schemeClr val="bg2"/>
              </a:solidFill>
            </a:endParaRPr>
          </a:p>
        </p:txBody>
      </p:sp>
      <p:sp>
        <p:nvSpPr>
          <p:cNvPr id="439" name="Google Shape;439;g21c03c1d1e6_1_30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1A237E"/>
      </a:accent5>
      <a:accent6>
        <a:srgbClr val="F4B400"/>
      </a:accent6>
      <a:hlink>
        <a:srgbClr val="1A237E"/>
      </a:hlink>
      <a:folHlink>
        <a:srgbClr val="1A2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1552</TotalTime>
  <Words>1929</Words>
  <Application>Microsoft Office PowerPoint</Application>
  <PresentationFormat>On-screen Show (16:9)</PresentationFormat>
  <Paragraphs>404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6" baseType="lpstr">
      <vt:lpstr>Times New Roman</vt:lpstr>
      <vt:lpstr>Consolas</vt:lpstr>
      <vt:lpstr>Cambria Math</vt:lpstr>
      <vt:lpstr>Arial</vt:lpstr>
      <vt:lpstr>Twentieth Century</vt:lpstr>
      <vt:lpstr>Roboto</vt:lpstr>
      <vt:lpstr>Tw Cen MT</vt:lpstr>
      <vt:lpstr>Material</vt:lpstr>
      <vt:lpstr>Aprendizaje Profundo</vt:lpstr>
      <vt:lpstr>Redes Recurrentes Recurrent Neural Network (RNN)</vt:lpstr>
      <vt:lpstr>Redes recurrentes - Introducción</vt:lpstr>
      <vt:lpstr>Redes recurrentes - Introducción</vt:lpstr>
      <vt:lpstr>Redes recurrentes - Neurona recurrente básica - ecuaciones</vt:lpstr>
      <vt:lpstr>Redes recurrentes - Neurona recurrente básica - ecuaciones</vt:lpstr>
      <vt:lpstr>Redes recurrentes - Neurona recurrente básica – ejemplo de cálculo</vt:lpstr>
      <vt:lpstr>Redes recurrentes - Implementación en pytorch</vt:lpstr>
      <vt:lpstr>Redes recurrentes - Birideccionalidad</vt:lpstr>
      <vt:lpstr>Redes recurrentes - Implementación en pytorch</vt:lpstr>
      <vt:lpstr>Redes recurrentes - Implementación en pytorch</vt:lpstr>
      <vt:lpstr>Redes recurrentes - Implementación en pytorch</vt:lpstr>
      <vt:lpstr>Redes recurrentes - Implementación en pytorch</vt:lpstr>
      <vt:lpstr>Redes recurrentes - Implementación en pytorch</vt:lpstr>
      <vt:lpstr>Redes recurrentes - Implementación en pytorch</vt:lpstr>
      <vt:lpstr>Redes recurrentes - Implementación en pytorch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Implementación de modelos</vt:lpstr>
      <vt:lpstr>¡Un merecido descanso! </vt:lpstr>
      <vt:lpstr>Redes recurrentes - Arquitectura enconder-decoder (seq to seq)</vt:lpstr>
      <vt:lpstr>Redes recurrentes - Arquitectura enconder-decoder (seq to seq)</vt:lpstr>
      <vt:lpstr>Redes recurrentes - Arquitectura enconder-decoder (seq to seq) entrenamiento</vt:lpstr>
      <vt:lpstr>Redes recurrentes - Arquitectura enconder-decoder (seq to seq)</vt:lpstr>
      <vt:lpstr>Redes recurrentes - Implementación de modelos enconder-decoder</vt:lpstr>
      <vt:lpstr>Redes recurrentes - Arquitectura enconder-decoder (seq to seq) entrenamiento</vt:lpstr>
      <vt:lpstr>Redes recurrentes - Arquitectura enconder-decoder (seq to seq) entrenamiento</vt:lpstr>
      <vt:lpstr>Redes recurrentes - Arquitectura enconder-decoder (seq to seq) entrenamiento</vt:lpstr>
      <vt:lpstr>Redes recurrentes - Arquitectura enconder-decoder (seq to seq) entrenamiento</vt:lpstr>
      <vt:lpstr>Redes recurrentes - Arquitectura enconder-decoder (seq to seq) entrenamiento</vt:lpstr>
      <vt:lpstr>Redes recurrentes - Arquitectura enconder-decoder (seq to seq) entrenamiento</vt:lpstr>
      <vt:lpstr>Redes recurrentes - Mecanismos de atención</vt:lpstr>
      <vt:lpstr>Redes recurrentes - Mecanismos de atención (atención encoder-decoder o cross-attention)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Marcos Maillot</cp:lastModifiedBy>
  <cp:revision>4</cp:revision>
  <dcterms:modified xsi:type="dcterms:W3CDTF">2026-08-04T18:39:04Z</dcterms:modified>
</cp:coreProperties>
</file>