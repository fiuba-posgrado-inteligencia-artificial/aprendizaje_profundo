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ink/ink127.xml" ContentType="application/inkml+xml"/>
  <Override PartName="/ppt/notesSlides/notesSlide38.xml" ContentType="application/vnd.openxmlformats-officedocument.presentationml.notesSlide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4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91" r:id="rId19"/>
    <p:sldId id="292" r:id="rId20"/>
    <p:sldId id="293" r:id="rId21"/>
    <p:sldId id="294" r:id="rId22"/>
    <p:sldId id="272" r:id="rId23"/>
    <p:sldId id="295" r:id="rId24"/>
    <p:sldId id="296" r:id="rId25"/>
    <p:sldId id="279" r:id="rId26"/>
    <p:sldId id="273" r:id="rId27"/>
    <p:sldId id="275" r:id="rId28"/>
    <p:sldId id="276" r:id="rId29"/>
    <p:sldId id="277" r:id="rId30"/>
    <p:sldId id="278" r:id="rId31"/>
    <p:sldId id="290" r:id="rId32"/>
    <p:sldId id="297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</p:sldIdLst>
  <p:sldSz cx="9144000" cy="5143500" type="screen16x9"/>
  <p:notesSz cx="6858000" cy="9144000"/>
  <p:embeddedFontLst>
    <p:embeddedFont>
      <p:font typeface="Roboto" panose="02000000000000000000" pitchFamily="2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9" roundtripDataSignature="AMtx7mi43qeBuG6xuqWiq1Kh9QyGOyIi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19D230-8B6D-4D68-A7A6-9DA4EF63D37F}" v="32" dt="2025-11-26T00:59:33.472"/>
  </p1510:revLst>
</p1510:revInfo>
</file>

<file path=ppt/tableStyles.xml><?xml version="1.0" encoding="utf-8"?>
<a:tblStyleLst xmlns:a="http://schemas.openxmlformats.org/drawingml/2006/main" def="{D3E55744-8061-4CE5-AF87-22040F36E0A0}">
  <a:tblStyle styleId="{D3E55744-8061-4CE5-AF87-22040F36E0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FF6E8"/>
          </a:solidFill>
        </a:fill>
      </a:tcStyle>
    </a:wholeTbl>
    <a:band1H>
      <a:tcTxStyle/>
      <a:tcStyle>
        <a:tcBdr/>
        <a:fill>
          <a:solidFill>
            <a:srgbClr val="DDEDCE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DDEDCE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EFA4B2-A90F-452C-A374-82A2C123D84D}" styleName="Table_1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6E6"/>
          </a:solidFill>
        </a:fill>
      </a:tcStyle>
    </a:wholeTbl>
    <a:band1H>
      <a:tcTxStyle/>
      <a:tcStyle>
        <a:tcBdr/>
        <a:fill>
          <a:solidFill>
            <a:srgbClr val="CACAC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CAC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dk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dk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16" y="-19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customschemas.google.com/relationships/presentationmetadata" Target="meta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s Maillot" userId="fa14b39d-e966-4ebb-a436-4f96f84b9577" providerId="ADAL" clId="{76C5211C-8193-4505-88DA-CC4F89F88FF3}"/>
    <pc:docChg chg="undo custSel addSld modSld">
      <pc:chgData name="Marcos Maillot" userId="fa14b39d-e966-4ebb-a436-4f96f84b9577" providerId="ADAL" clId="{76C5211C-8193-4505-88DA-CC4F89F88FF3}" dt="2025-10-08T22:56:21.209" v="101" actId="478"/>
      <pc:docMkLst>
        <pc:docMk/>
      </pc:docMkLst>
      <pc:sldChg chg="delSp mod">
        <pc:chgData name="Marcos Maillot" userId="fa14b39d-e966-4ebb-a436-4f96f84b9577" providerId="ADAL" clId="{76C5211C-8193-4505-88DA-CC4F89F88FF3}" dt="2025-10-08T22:56:21.209" v="101" actId="478"/>
        <pc:sldMkLst>
          <pc:docMk/>
          <pc:sldMk cId="0" sldId="285"/>
        </pc:sldMkLst>
      </pc:sldChg>
      <pc:sldChg chg="addSp delSp mod">
        <pc:chgData name="Marcos Maillot" userId="fa14b39d-e966-4ebb-a436-4f96f84b9577" providerId="ADAL" clId="{76C5211C-8193-4505-88DA-CC4F89F88FF3}" dt="2025-10-08T22:18:51.610" v="100" actId="478"/>
        <pc:sldMkLst>
          <pc:docMk/>
          <pc:sldMk cId="2515468531" sldId="290"/>
        </pc:sldMkLst>
      </pc:sldChg>
      <pc:sldChg chg="addSp delSp modSp new mod">
        <pc:chgData name="Marcos Maillot" userId="fa14b39d-e966-4ebb-a436-4f96f84b9577" providerId="ADAL" clId="{76C5211C-8193-4505-88DA-CC4F89F88FF3}" dt="2025-10-08T00:04:44.038" v="88"/>
        <pc:sldMkLst>
          <pc:docMk/>
          <pc:sldMk cId="3552047750" sldId="297"/>
        </pc:sldMkLst>
      </pc:sldChg>
    </pc:docChg>
  </pc:docChgLst>
  <pc:docChgLst>
    <pc:chgData name="Marcos Maillot" userId="fa14b39d-e966-4ebb-a436-4f96f84b9577" providerId="ADAL" clId="{EE2FC811-F246-4E28-936B-C5BA500BDF68}"/>
    <pc:docChg chg="undo custSel addSld modSld sldOrd">
      <pc:chgData name="Marcos Maillot" userId="fa14b39d-e966-4ebb-a436-4f96f84b9577" providerId="ADAL" clId="{EE2FC811-F246-4E28-936B-C5BA500BDF68}" dt="2024-10-01T23:23:19.274" v="36"/>
      <pc:docMkLst>
        <pc:docMk/>
      </pc:docMkLst>
      <pc:sldChg chg="modSp mod">
        <pc:chgData name="Marcos Maillot" userId="fa14b39d-e966-4ebb-a436-4f96f84b9577" providerId="ADAL" clId="{EE2FC811-F246-4E28-936B-C5BA500BDF68}" dt="2024-10-01T16:27:37.771" v="3" actId="14100"/>
        <pc:sldMkLst>
          <pc:docMk/>
          <pc:sldMk cId="0" sldId="263"/>
        </pc:sldMkLst>
      </pc:sldChg>
      <pc:sldChg chg="modSp mod">
        <pc:chgData name="Marcos Maillot" userId="fa14b39d-e966-4ebb-a436-4f96f84b9577" providerId="ADAL" clId="{EE2FC811-F246-4E28-936B-C5BA500BDF68}" dt="2024-10-01T16:28:12.091" v="11" actId="5793"/>
        <pc:sldMkLst>
          <pc:docMk/>
          <pc:sldMk cId="0" sldId="272"/>
        </pc:sldMkLst>
      </pc:sldChg>
      <pc:sldChg chg="modSp mod">
        <pc:chgData name="Marcos Maillot" userId="fa14b39d-e966-4ebb-a436-4f96f84b9577" providerId="ADAL" clId="{EE2FC811-F246-4E28-936B-C5BA500BDF68}" dt="2024-10-01T23:22:22.814" v="15" actId="27636"/>
        <pc:sldMkLst>
          <pc:docMk/>
          <pc:sldMk cId="0" sldId="273"/>
        </pc:sldMkLst>
      </pc:sldChg>
      <pc:sldChg chg="ord">
        <pc:chgData name="Marcos Maillot" userId="fa14b39d-e966-4ebb-a436-4f96f84b9577" providerId="ADAL" clId="{EE2FC811-F246-4E28-936B-C5BA500BDF68}" dt="2024-10-01T23:21:50.675" v="13"/>
        <pc:sldMkLst>
          <pc:docMk/>
          <pc:sldMk cId="0" sldId="279"/>
        </pc:sldMkLst>
      </pc:sldChg>
      <pc:sldChg chg="addSp delSp modSp add mod">
        <pc:chgData name="Marcos Maillot" userId="fa14b39d-e966-4ebb-a436-4f96f84b9577" providerId="ADAL" clId="{EE2FC811-F246-4E28-936B-C5BA500BDF68}" dt="2024-10-01T23:23:19.274" v="36"/>
        <pc:sldMkLst>
          <pc:docMk/>
          <pc:sldMk cId="2515468531" sldId="290"/>
        </pc:sldMkLst>
      </pc:sldChg>
    </pc:docChg>
  </pc:docChgLst>
  <pc:docChgLst>
    <pc:chgData name="Marcos Maillot" userId="fa14b39d-e966-4ebb-a436-4f96f84b9577" providerId="ADAL" clId="{8ACB5DE9-95AA-4FA1-BB62-A7FBF6739BEF}"/>
    <pc:docChg chg="custSel modSld">
      <pc:chgData name="Marcos Maillot" userId="fa14b39d-e966-4ebb-a436-4f96f84b9577" providerId="ADAL" clId="{8ACB5DE9-95AA-4FA1-BB62-A7FBF6739BEF}" dt="2024-08-03T00:55:09.122" v="28" actId="14100"/>
      <pc:docMkLst>
        <pc:docMk/>
      </pc:docMkLst>
      <pc:sldChg chg="modSp mod">
        <pc:chgData name="Marcos Maillot" userId="fa14b39d-e966-4ebb-a436-4f96f84b9577" providerId="ADAL" clId="{8ACB5DE9-95AA-4FA1-BB62-A7FBF6739BEF}" dt="2024-08-02T21:05:36.646" v="10" actId="20577"/>
        <pc:sldMkLst>
          <pc:docMk/>
          <pc:sldMk cId="0" sldId="256"/>
        </pc:sldMkLst>
      </pc:sldChg>
      <pc:sldChg chg="modSp mod">
        <pc:chgData name="Marcos Maillot" userId="fa14b39d-e966-4ebb-a436-4f96f84b9577" providerId="ADAL" clId="{8ACB5DE9-95AA-4FA1-BB62-A7FBF6739BEF}" dt="2024-08-02T21:06:30.023" v="23" actId="14100"/>
        <pc:sldMkLst>
          <pc:docMk/>
          <pc:sldMk cId="0" sldId="277"/>
        </pc:sldMkLst>
      </pc:sldChg>
      <pc:sldChg chg="addSp delSp modSp mod">
        <pc:chgData name="Marcos Maillot" userId="fa14b39d-e966-4ebb-a436-4f96f84b9577" providerId="ADAL" clId="{8ACB5DE9-95AA-4FA1-BB62-A7FBF6739BEF}" dt="2024-08-03T00:55:09.122" v="28" actId="14100"/>
        <pc:sldMkLst>
          <pc:docMk/>
          <pc:sldMk cId="0" sldId="289"/>
        </pc:sldMkLst>
      </pc:sldChg>
    </pc:docChg>
  </pc:docChgLst>
  <pc:docChgLst>
    <pc:chgData name="Marcos Maillot" userId="fa14b39d-e966-4ebb-a436-4f96f84b9577" providerId="ADAL" clId="{1E84885A-7552-472D-840C-9CF2BF35DFDB}"/>
    <pc:docChg chg="custSel modSld">
      <pc:chgData name="Marcos Maillot" userId="fa14b39d-e966-4ebb-a436-4f96f84b9577" providerId="ADAL" clId="{1E84885A-7552-472D-840C-9CF2BF35DFDB}" dt="2025-08-06T01:07:04.230" v="99"/>
      <pc:docMkLst>
        <pc:docMk/>
      </pc:docMkLst>
      <pc:sldChg chg="addSp delSp modSp mod">
        <pc:chgData name="Marcos Maillot" userId="fa14b39d-e966-4ebb-a436-4f96f84b9577" providerId="ADAL" clId="{1E84885A-7552-472D-840C-9CF2BF35DFDB}" dt="2025-08-06T01:07:04.230" v="99"/>
        <pc:sldMkLst>
          <pc:docMk/>
          <pc:sldMk cId="0" sldId="285"/>
        </pc:sldMkLst>
      </pc:sldChg>
      <pc:sldChg chg="addSp delSp modSp mod">
        <pc:chgData name="Marcos Maillot" userId="fa14b39d-e966-4ebb-a436-4f96f84b9577" providerId="ADAL" clId="{1E84885A-7552-472D-840C-9CF2BF35DFDB}" dt="2025-08-06T01:05:25.432" v="84"/>
        <pc:sldMkLst>
          <pc:docMk/>
          <pc:sldMk cId="2515468531" sldId="290"/>
        </pc:sldMkLst>
      </pc:sldChg>
    </pc:docChg>
  </pc:docChgLst>
  <pc:docChgLst>
    <pc:chgData name="Marcos Maillot" userId="fa14b39d-e966-4ebb-a436-4f96f84b9577" providerId="ADAL" clId="{7C9B03B3-4DBB-48A5-996A-D234D8E380B0}"/>
    <pc:docChg chg="custSel modSld">
      <pc:chgData name="Marcos Maillot" userId="fa14b39d-e966-4ebb-a436-4f96f84b9577" providerId="ADAL" clId="{7C9B03B3-4DBB-48A5-996A-D234D8E380B0}" dt="2025-06-04T00:41:13.996" v="53"/>
      <pc:docMkLst>
        <pc:docMk/>
      </pc:docMkLst>
      <pc:sldChg chg="modSp mod">
        <pc:chgData name="Marcos Maillot" userId="fa14b39d-e966-4ebb-a436-4f96f84b9577" providerId="ADAL" clId="{7C9B03B3-4DBB-48A5-996A-D234D8E380B0}" dt="2025-06-03T14:24:31.393" v="36" actId="20577"/>
        <pc:sldMkLst>
          <pc:docMk/>
          <pc:sldMk cId="0" sldId="257"/>
        </pc:sldMkLst>
      </pc:sldChg>
      <pc:sldChg chg="addSp delSp modSp mod">
        <pc:chgData name="Marcos Maillot" userId="fa14b39d-e966-4ebb-a436-4f96f84b9577" providerId="ADAL" clId="{7C9B03B3-4DBB-48A5-996A-D234D8E380B0}" dt="2025-06-04T00:41:13.996" v="53"/>
        <pc:sldMkLst>
          <pc:docMk/>
          <pc:sldMk cId="2515468531" sldId="290"/>
        </pc:sldMkLst>
      </pc:sldChg>
    </pc:docChg>
  </pc:docChgLst>
  <pc:docChgLst>
    <pc:chgData name="Marcos Maillot" userId="fa14b39d-e966-4ebb-a436-4f96f84b9577" providerId="ADAL" clId="{2D40D906-DE93-44E5-B192-09259B1B360B}"/>
    <pc:docChg chg="custSel addSld delSld modSld">
      <pc:chgData name="Marcos Maillot" userId="fa14b39d-e966-4ebb-a436-4f96f84b9577" providerId="ADAL" clId="{2D40D906-DE93-44E5-B192-09259B1B360B}" dt="2025-11-26T00:59:33.472" v="217"/>
      <pc:docMkLst>
        <pc:docMk/>
      </pc:docMkLst>
      <pc:sldChg chg="addSp modSp mod">
        <pc:chgData name="Marcos Maillot" userId="fa14b39d-e966-4ebb-a436-4f96f84b9577" providerId="ADAL" clId="{2D40D906-DE93-44E5-B192-09259B1B360B}" dt="2025-11-25T22:34:28.050" v="42"/>
        <pc:sldMkLst>
          <pc:docMk/>
          <pc:sldMk cId="0" sldId="266"/>
        </pc:sldMkLst>
        <pc:grpChg chg="mod">
          <ac:chgData name="Marcos Maillot" userId="fa14b39d-e966-4ebb-a436-4f96f84b9577" providerId="ADAL" clId="{2D40D906-DE93-44E5-B192-09259B1B360B}" dt="2025-11-25T22:33:52.277" v="14"/>
          <ac:grpSpMkLst>
            <pc:docMk/>
            <pc:sldMk cId="0" sldId="266"/>
            <ac:grpSpMk id="5" creationId="{F7F557D2-3677-8A64-004D-A683CE1C0C0F}"/>
          </ac:grpSpMkLst>
        </pc:grpChg>
        <pc:grpChg chg="mod">
          <ac:chgData name="Marcos Maillot" userId="fa14b39d-e966-4ebb-a436-4f96f84b9577" providerId="ADAL" clId="{2D40D906-DE93-44E5-B192-09259B1B360B}" dt="2025-11-25T22:33:55.490" v="18"/>
          <ac:grpSpMkLst>
            <pc:docMk/>
            <pc:sldMk cId="0" sldId="266"/>
            <ac:grpSpMk id="9" creationId="{AF0735D1-3B23-1F69-8AF9-E81615CF3E51}"/>
          </ac:grpSpMkLst>
        </pc:grpChg>
        <pc:grpChg chg="mod">
          <ac:chgData name="Marcos Maillot" userId="fa14b39d-e966-4ebb-a436-4f96f84b9577" providerId="ADAL" clId="{2D40D906-DE93-44E5-B192-09259B1B360B}" dt="2025-11-25T22:34:05.593" v="26"/>
          <ac:grpSpMkLst>
            <pc:docMk/>
            <pc:sldMk cId="0" sldId="266"/>
            <ac:grpSpMk id="17" creationId="{51699128-F7D1-1269-291F-4B2CD6755E9B}"/>
          </ac:grpSpMkLst>
        </pc:grpChg>
        <pc:grpChg chg="mod">
          <ac:chgData name="Marcos Maillot" userId="fa14b39d-e966-4ebb-a436-4f96f84b9577" providerId="ADAL" clId="{2D40D906-DE93-44E5-B192-09259B1B360B}" dt="2025-11-25T22:34:18.445" v="34"/>
          <ac:grpSpMkLst>
            <pc:docMk/>
            <pc:sldMk cId="0" sldId="266"/>
            <ac:grpSpMk id="25" creationId="{4A8AA92B-752F-EBA9-7ECB-9A0E7A1901C4}"/>
          </ac:grpSpMkLst>
        </pc:grpChg>
        <pc:grpChg chg="mod">
          <ac:chgData name="Marcos Maillot" userId="fa14b39d-e966-4ebb-a436-4f96f84b9577" providerId="ADAL" clId="{2D40D906-DE93-44E5-B192-09259B1B360B}" dt="2025-11-25T22:34:28.050" v="42"/>
          <ac:grpSpMkLst>
            <pc:docMk/>
            <pc:sldMk cId="0" sldId="266"/>
            <ac:grpSpMk id="33" creationId="{E83F67B2-11A4-DC3A-35D4-C6C88C7750EA}"/>
          </ac:grpSpMkLst>
        </pc:grpChg>
        <pc:inkChg chg="add mod">
          <ac:chgData name="Marcos Maillot" userId="fa14b39d-e966-4ebb-a436-4f96f84b9577" providerId="ADAL" clId="{2D40D906-DE93-44E5-B192-09259B1B360B}" dt="2025-11-25T22:33:52.277" v="14"/>
          <ac:inkMkLst>
            <pc:docMk/>
            <pc:sldMk cId="0" sldId="266"/>
            <ac:inkMk id="2" creationId="{749EA065-F4B3-D89C-C6BF-FD2E4B91B19B}"/>
          </ac:inkMkLst>
        </pc:inkChg>
        <pc:inkChg chg="add mod">
          <ac:chgData name="Marcos Maillot" userId="fa14b39d-e966-4ebb-a436-4f96f84b9577" providerId="ADAL" clId="{2D40D906-DE93-44E5-B192-09259B1B360B}" dt="2025-11-25T22:33:52.277" v="14"/>
          <ac:inkMkLst>
            <pc:docMk/>
            <pc:sldMk cId="0" sldId="266"/>
            <ac:inkMk id="3" creationId="{F7A32831-D49E-E5A1-740B-D6A6AD49D661}"/>
          </ac:inkMkLst>
        </pc:inkChg>
        <pc:inkChg chg="add mod">
          <ac:chgData name="Marcos Maillot" userId="fa14b39d-e966-4ebb-a436-4f96f84b9577" providerId="ADAL" clId="{2D40D906-DE93-44E5-B192-09259B1B360B}" dt="2025-11-25T22:33:52.277" v="14"/>
          <ac:inkMkLst>
            <pc:docMk/>
            <pc:sldMk cId="0" sldId="266"/>
            <ac:inkMk id="4" creationId="{95AB81AC-33E0-CA70-B3AC-822775643DA2}"/>
          </ac:inkMkLst>
        </pc:inkChg>
        <pc:inkChg chg="add mod">
          <ac:chgData name="Marcos Maillot" userId="fa14b39d-e966-4ebb-a436-4f96f84b9577" providerId="ADAL" clId="{2D40D906-DE93-44E5-B192-09259B1B360B}" dt="2025-11-25T22:33:55.490" v="18"/>
          <ac:inkMkLst>
            <pc:docMk/>
            <pc:sldMk cId="0" sldId="266"/>
            <ac:inkMk id="6" creationId="{EB996B4E-8326-7431-A0CC-CF9E5011D7D2}"/>
          </ac:inkMkLst>
        </pc:inkChg>
        <pc:inkChg chg="add mod">
          <ac:chgData name="Marcos Maillot" userId="fa14b39d-e966-4ebb-a436-4f96f84b9577" providerId="ADAL" clId="{2D40D906-DE93-44E5-B192-09259B1B360B}" dt="2025-11-25T22:33:55.490" v="18"/>
          <ac:inkMkLst>
            <pc:docMk/>
            <pc:sldMk cId="0" sldId="266"/>
            <ac:inkMk id="7" creationId="{6B440A2D-6502-282D-0772-27B92454D168}"/>
          </ac:inkMkLst>
        </pc:inkChg>
        <pc:inkChg chg="add mod">
          <ac:chgData name="Marcos Maillot" userId="fa14b39d-e966-4ebb-a436-4f96f84b9577" providerId="ADAL" clId="{2D40D906-DE93-44E5-B192-09259B1B360B}" dt="2025-11-25T22:33:55.490" v="18"/>
          <ac:inkMkLst>
            <pc:docMk/>
            <pc:sldMk cId="0" sldId="266"/>
            <ac:inkMk id="8" creationId="{65B89D6B-E590-054E-F8DC-1385A9E629CA}"/>
          </ac:inkMkLst>
        </pc:inkChg>
        <pc:inkChg chg="add mod">
          <ac:chgData name="Marcos Maillot" userId="fa14b39d-e966-4ebb-a436-4f96f84b9577" providerId="ADAL" clId="{2D40D906-DE93-44E5-B192-09259B1B360B}" dt="2025-11-25T22:34:05.593" v="26"/>
          <ac:inkMkLst>
            <pc:docMk/>
            <pc:sldMk cId="0" sldId="266"/>
            <ac:inkMk id="10" creationId="{354ABFB8-069D-9988-6F27-2BEFEB0889B6}"/>
          </ac:inkMkLst>
        </pc:inkChg>
        <pc:inkChg chg="add mod">
          <ac:chgData name="Marcos Maillot" userId="fa14b39d-e966-4ebb-a436-4f96f84b9577" providerId="ADAL" clId="{2D40D906-DE93-44E5-B192-09259B1B360B}" dt="2025-11-25T22:34:05.593" v="26"/>
          <ac:inkMkLst>
            <pc:docMk/>
            <pc:sldMk cId="0" sldId="266"/>
            <ac:inkMk id="11" creationId="{50DA7574-17C5-6C99-43B4-2ECE4B39C68A}"/>
          </ac:inkMkLst>
        </pc:inkChg>
        <pc:inkChg chg="add mod">
          <ac:chgData name="Marcos Maillot" userId="fa14b39d-e966-4ebb-a436-4f96f84b9577" providerId="ADAL" clId="{2D40D906-DE93-44E5-B192-09259B1B360B}" dt="2025-11-25T22:34:05.593" v="26"/>
          <ac:inkMkLst>
            <pc:docMk/>
            <pc:sldMk cId="0" sldId="266"/>
            <ac:inkMk id="12" creationId="{0B433005-565D-2F0C-FBEA-B4FC7FF8BB8E}"/>
          </ac:inkMkLst>
        </pc:inkChg>
        <pc:inkChg chg="add mod">
          <ac:chgData name="Marcos Maillot" userId="fa14b39d-e966-4ebb-a436-4f96f84b9577" providerId="ADAL" clId="{2D40D906-DE93-44E5-B192-09259B1B360B}" dt="2025-11-25T22:34:05.593" v="26"/>
          <ac:inkMkLst>
            <pc:docMk/>
            <pc:sldMk cId="0" sldId="266"/>
            <ac:inkMk id="13" creationId="{0A80ED27-2EB5-9407-A644-63A97934BBF1}"/>
          </ac:inkMkLst>
        </pc:inkChg>
        <pc:inkChg chg="add mod">
          <ac:chgData name="Marcos Maillot" userId="fa14b39d-e966-4ebb-a436-4f96f84b9577" providerId="ADAL" clId="{2D40D906-DE93-44E5-B192-09259B1B360B}" dt="2025-11-25T22:34:05.593" v="26"/>
          <ac:inkMkLst>
            <pc:docMk/>
            <pc:sldMk cId="0" sldId="266"/>
            <ac:inkMk id="14" creationId="{B12C391F-C6FB-FE34-F95A-B33B228A3401}"/>
          </ac:inkMkLst>
        </pc:inkChg>
        <pc:inkChg chg="add mod">
          <ac:chgData name="Marcos Maillot" userId="fa14b39d-e966-4ebb-a436-4f96f84b9577" providerId="ADAL" clId="{2D40D906-DE93-44E5-B192-09259B1B360B}" dt="2025-11-25T22:34:05.593" v="26"/>
          <ac:inkMkLst>
            <pc:docMk/>
            <pc:sldMk cId="0" sldId="266"/>
            <ac:inkMk id="15" creationId="{F881FBEA-F7F6-EDCD-8A54-B7938F2AF962}"/>
          </ac:inkMkLst>
        </pc:inkChg>
        <pc:inkChg chg="add mod">
          <ac:chgData name="Marcos Maillot" userId="fa14b39d-e966-4ebb-a436-4f96f84b9577" providerId="ADAL" clId="{2D40D906-DE93-44E5-B192-09259B1B360B}" dt="2025-11-25T22:34:05.593" v="26"/>
          <ac:inkMkLst>
            <pc:docMk/>
            <pc:sldMk cId="0" sldId="266"/>
            <ac:inkMk id="16" creationId="{DB79B9E8-AEF7-B9BB-A04E-742C1E87A784}"/>
          </ac:inkMkLst>
        </pc:inkChg>
        <pc:inkChg chg="add mod">
          <ac:chgData name="Marcos Maillot" userId="fa14b39d-e966-4ebb-a436-4f96f84b9577" providerId="ADAL" clId="{2D40D906-DE93-44E5-B192-09259B1B360B}" dt="2025-11-25T22:34:18.445" v="34"/>
          <ac:inkMkLst>
            <pc:docMk/>
            <pc:sldMk cId="0" sldId="266"/>
            <ac:inkMk id="18" creationId="{BAB136AA-CBCB-FFB0-79A6-6D0DB2EB186D}"/>
          </ac:inkMkLst>
        </pc:inkChg>
        <pc:inkChg chg="add mod">
          <ac:chgData name="Marcos Maillot" userId="fa14b39d-e966-4ebb-a436-4f96f84b9577" providerId="ADAL" clId="{2D40D906-DE93-44E5-B192-09259B1B360B}" dt="2025-11-25T22:34:18.445" v="34"/>
          <ac:inkMkLst>
            <pc:docMk/>
            <pc:sldMk cId="0" sldId="266"/>
            <ac:inkMk id="19" creationId="{5EA59B0B-2A7C-7F14-FCD7-7F969EE3DB39}"/>
          </ac:inkMkLst>
        </pc:inkChg>
        <pc:inkChg chg="add mod">
          <ac:chgData name="Marcos Maillot" userId="fa14b39d-e966-4ebb-a436-4f96f84b9577" providerId="ADAL" clId="{2D40D906-DE93-44E5-B192-09259B1B360B}" dt="2025-11-25T22:34:18.445" v="34"/>
          <ac:inkMkLst>
            <pc:docMk/>
            <pc:sldMk cId="0" sldId="266"/>
            <ac:inkMk id="20" creationId="{E4701377-24DC-DA18-30EE-1BEF89B087EC}"/>
          </ac:inkMkLst>
        </pc:inkChg>
        <pc:inkChg chg="add mod">
          <ac:chgData name="Marcos Maillot" userId="fa14b39d-e966-4ebb-a436-4f96f84b9577" providerId="ADAL" clId="{2D40D906-DE93-44E5-B192-09259B1B360B}" dt="2025-11-25T22:34:18.445" v="34"/>
          <ac:inkMkLst>
            <pc:docMk/>
            <pc:sldMk cId="0" sldId="266"/>
            <ac:inkMk id="21" creationId="{198174FD-11AF-F283-AE79-1783E172E43C}"/>
          </ac:inkMkLst>
        </pc:inkChg>
        <pc:inkChg chg="add mod">
          <ac:chgData name="Marcos Maillot" userId="fa14b39d-e966-4ebb-a436-4f96f84b9577" providerId="ADAL" clId="{2D40D906-DE93-44E5-B192-09259B1B360B}" dt="2025-11-25T22:34:18.445" v="34"/>
          <ac:inkMkLst>
            <pc:docMk/>
            <pc:sldMk cId="0" sldId="266"/>
            <ac:inkMk id="22" creationId="{FB9E2EA7-7B16-C1BC-035E-D25F327B00AD}"/>
          </ac:inkMkLst>
        </pc:inkChg>
        <pc:inkChg chg="add mod">
          <ac:chgData name="Marcos Maillot" userId="fa14b39d-e966-4ebb-a436-4f96f84b9577" providerId="ADAL" clId="{2D40D906-DE93-44E5-B192-09259B1B360B}" dt="2025-11-25T22:34:18.445" v="34"/>
          <ac:inkMkLst>
            <pc:docMk/>
            <pc:sldMk cId="0" sldId="266"/>
            <ac:inkMk id="23" creationId="{7EE23F2D-29A7-6C28-98CA-4B16CFD01903}"/>
          </ac:inkMkLst>
        </pc:inkChg>
        <pc:inkChg chg="add mod">
          <ac:chgData name="Marcos Maillot" userId="fa14b39d-e966-4ebb-a436-4f96f84b9577" providerId="ADAL" clId="{2D40D906-DE93-44E5-B192-09259B1B360B}" dt="2025-11-25T22:34:18.445" v="34"/>
          <ac:inkMkLst>
            <pc:docMk/>
            <pc:sldMk cId="0" sldId="266"/>
            <ac:inkMk id="24" creationId="{6B538EDD-8461-5F69-84F1-06D58E86DED2}"/>
          </ac:inkMkLst>
        </pc:inkChg>
        <pc:inkChg chg="add mod">
          <ac:chgData name="Marcos Maillot" userId="fa14b39d-e966-4ebb-a436-4f96f84b9577" providerId="ADAL" clId="{2D40D906-DE93-44E5-B192-09259B1B360B}" dt="2025-11-25T22:34:28.050" v="42"/>
          <ac:inkMkLst>
            <pc:docMk/>
            <pc:sldMk cId="0" sldId="266"/>
            <ac:inkMk id="26" creationId="{AE88D445-AD00-6C8C-B596-653D36915467}"/>
          </ac:inkMkLst>
        </pc:inkChg>
        <pc:inkChg chg="add mod">
          <ac:chgData name="Marcos Maillot" userId="fa14b39d-e966-4ebb-a436-4f96f84b9577" providerId="ADAL" clId="{2D40D906-DE93-44E5-B192-09259B1B360B}" dt="2025-11-25T22:34:28.050" v="42"/>
          <ac:inkMkLst>
            <pc:docMk/>
            <pc:sldMk cId="0" sldId="266"/>
            <ac:inkMk id="27" creationId="{AF7C1D39-74E8-3D51-5A18-06ECB0FC875B}"/>
          </ac:inkMkLst>
        </pc:inkChg>
        <pc:inkChg chg="add mod">
          <ac:chgData name="Marcos Maillot" userId="fa14b39d-e966-4ebb-a436-4f96f84b9577" providerId="ADAL" clId="{2D40D906-DE93-44E5-B192-09259B1B360B}" dt="2025-11-25T22:34:28.050" v="42"/>
          <ac:inkMkLst>
            <pc:docMk/>
            <pc:sldMk cId="0" sldId="266"/>
            <ac:inkMk id="28" creationId="{E26FA917-5F06-3B61-0489-1FF30CCBE52D}"/>
          </ac:inkMkLst>
        </pc:inkChg>
        <pc:inkChg chg="add mod">
          <ac:chgData name="Marcos Maillot" userId="fa14b39d-e966-4ebb-a436-4f96f84b9577" providerId="ADAL" clId="{2D40D906-DE93-44E5-B192-09259B1B360B}" dt="2025-11-25T22:34:28.050" v="42"/>
          <ac:inkMkLst>
            <pc:docMk/>
            <pc:sldMk cId="0" sldId="266"/>
            <ac:inkMk id="29" creationId="{0E8897D8-0A2D-5391-3B1E-6720A8FFA9A2}"/>
          </ac:inkMkLst>
        </pc:inkChg>
        <pc:inkChg chg="add mod">
          <ac:chgData name="Marcos Maillot" userId="fa14b39d-e966-4ebb-a436-4f96f84b9577" providerId="ADAL" clId="{2D40D906-DE93-44E5-B192-09259B1B360B}" dt="2025-11-25T22:34:28.050" v="42"/>
          <ac:inkMkLst>
            <pc:docMk/>
            <pc:sldMk cId="0" sldId="266"/>
            <ac:inkMk id="30" creationId="{7F562EC2-D702-04DA-B7D6-D454DC4389B6}"/>
          </ac:inkMkLst>
        </pc:inkChg>
        <pc:inkChg chg="add mod">
          <ac:chgData name="Marcos Maillot" userId="fa14b39d-e966-4ebb-a436-4f96f84b9577" providerId="ADAL" clId="{2D40D906-DE93-44E5-B192-09259B1B360B}" dt="2025-11-25T22:34:28.050" v="42"/>
          <ac:inkMkLst>
            <pc:docMk/>
            <pc:sldMk cId="0" sldId="266"/>
            <ac:inkMk id="31" creationId="{9A388E52-968D-A4EE-6938-7979C37C684A}"/>
          </ac:inkMkLst>
        </pc:inkChg>
        <pc:inkChg chg="add mod">
          <ac:chgData name="Marcos Maillot" userId="fa14b39d-e966-4ebb-a436-4f96f84b9577" providerId="ADAL" clId="{2D40D906-DE93-44E5-B192-09259B1B360B}" dt="2025-11-25T22:34:28.050" v="42"/>
          <ac:inkMkLst>
            <pc:docMk/>
            <pc:sldMk cId="0" sldId="266"/>
            <ac:inkMk id="32" creationId="{1E29C693-E48F-FFF4-167A-0FE18D904F50}"/>
          </ac:inkMkLst>
        </pc:inkChg>
      </pc:sldChg>
      <pc:sldChg chg="addSp delSp modSp mod">
        <pc:chgData name="Marcos Maillot" userId="fa14b39d-e966-4ebb-a436-4f96f84b9577" providerId="ADAL" clId="{2D40D906-DE93-44E5-B192-09259B1B360B}" dt="2025-11-25T23:03:19.310" v="64" actId="478"/>
        <pc:sldMkLst>
          <pc:docMk/>
          <pc:sldMk cId="0" sldId="267"/>
        </pc:sldMkLst>
        <pc:grpChg chg="del mod">
          <ac:chgData name="Marcos Maillot" userId="fa14b39d-e966-4ebb-a436-4f96f84b9577" providerId="ADAL" clId="{2D40D906-DE93-44E5-B192-09259B1B360B}" dt="2025-11-25T22:39:16.356" v="55"/>
          <ac:grpSpMkLst>
            <pc:docMk/>
            <pc:sldMk cId="0" sldId="267"/>
            <ac:grpSpMk id="9" creationId="{5DB8CC21-5AE5-1647-BB62-D7E5188D8C67}"/>
          </ac:grpSpMkLst>
        </pc:grpChg>
        <pc:grpChg chg="del mod">
          <ac:chgData name="Marcos Maillot" userId="fa14b39d-e966-4ebb-a436-4f96f84b9577" providerId="ADAL" clId="{2D40D906-DE93-44E5-B192-09259B1B360B}" dt="2025-11-25T22:39:18.370" v="57"/>
          <ac:grpSpMkLst>
            <pc:docMk/>
            <pc:sldMk cId="0" sldId="267"/>
            <ac:grpSpMk id="14" creationId="{9EA8FD0A-C494-73DF-A933-A34E6FBDA3FB}"/>
          </ac:grpSpMkLst>
        </pc:grpChg>
        <pc:grpChg chg="del mod">
          <ac:chgData name="Marcos Maillot" userId="fa14b39d-e966-4ebb-a436-4f96f84b9577" providerId="ADAL" clId="{2D40D906-DE93-44E5-B192-09259B1B360B}" dt="2025-11-25T22:39:23.334" v="63"/>
          <ac:grpSpMkLst>
            <pc:docMk/>
            <pc:sldMk cId="0" sldId="267"/>
            <ac:grpSpMk id="16" creationId="{3BFAA7E9-394D-8F07-0AE5-7D35064944A1}"/>
          </ac:grpSpMkLst>
        </pc:grpChg>
        <pc:grpChg chg="del mod">
          <ac:chgData name="Marcos Maillot" userId="fa14b39d-e966-4ebb-a436-4f96f84b9577" providerId="ADAL" clId="{2D40D906-DE93-44E5-B192-09259B1B360B}" dt="2025-11-25T23:03:19.310" v="64" actId="478"/>
          <ac:grpSpMkLst>
            <pc:docMk/>
            <pc:sldMk cId="0" sldId="267"/>
            <ac:grpSpMk id="22" creationId="{BD5F8BCD-DEC0-1EAB-2632-013FEFCD1CAD}"/>
          </ac:grpSpMkLst>
        </pc:grp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2" creationId="{48AF801C-C277-7B5D-94EE-4C561A8B7B60}"/>
          </ac:inkMkLst>
        </pc:inkChg>
        <pc:inkChg chg="add mod">
          <ac:chgData name="Marcos Maillot" userId="fa14b39d-e966-4ebb-a436-4f96f84b9577" providerId="ADAL" clId="{2D40D906-DE93-44E5-B192-09259B1B360B}" dt="2025-11-25T22:39:14.153" v="50"/>
          <ac:inkMkLst>
            <pc:docMk/>
            <pc:sldMk cId="0" sldId="267"/>
            <ac:inkMk id="3" creationId="{FC925376-AC82-CDDD-3234-47B2A9F95D94}"/>
          </ac:inkMkLst>
        </pc:inkChg>
        <pc:inkChg chg="add mod">
          <ac:chgData name="Marcos Maillot" userId="fa14b39d-e966-4ebb-a436-4f96f84b9577" providerId="ADAL" clId="{2D40D906-DE93-44E5-B192-09259B1B360B}" dt="2025-11-25T22:39:18.370" v="57"/>
          <ac:inkMkLst>
            <pc:docMk/>
            <pc:sldMk cId="0" sldId="267"/>
            <ac:inkMk id="4" creationId="{03A0C848-4C20-F17A-7678-FF746F45A396}"/>
          </ac:inkMkLst>
        </pc:inkChg>
        <pc:inkChg chg="add mod">
          <ac:chgData name="Marcos Maillot" userId="fa14b39d-e966-4ebb-a436-4f96f84b9577" providerId="ADAL" clId="{2D40D906-DE93-44E5-B192-09259B1B360B}" dt="2025-11-25T22:39:16.356" v="55"/>
          <ac:inkMkLst>
            <pc:docMk/>
            <pc:sldMk cId="0" sldId="267"/>
            <ac:inkMk id="5" creationId="{3FA9A26D-4127-DF0B-F399-ABA4311244DA}"/>
          </ac:inkMkLst>
        </pc:inkChg>
        <pc:inkChg chg="add mod">
          <ac:chgData name="Marcos Maillot" userId="fa14b39d-e966-4ebb-a436-4f96f84b9577" providerId="ADAL" clId="{2D40D906-DE93-44E5-B192-09259B1B360B}" dt="2025-11-25T22:39:18.370" v="57"/>
          <ac:inkMkLst>
            <pc:docMk/>
            <pc:sldMk cId="0" sldId="267"/>
            <ac:inkMk id="6" creationId="{61C0CE80-FE9A-FDA2-D759-518E8429486F}"/>
          </ac:inkMkLst>
        </pc:ink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7" creationId="{D1B90627-A143-82F5-6D51-90B60E119BF0}"/>
          </ac:inkMkLst>
        </pc:ink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8" creationId="{420B8764-15CA-DDE8-EFCE-857C65984C59}"/>
          </ac:inkMkLst>
        </pc:ink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10" creationId="{91A4C169-8A1D-8CEB-D927-5765DD8E859C}"/>
          </ac:inkMkLst>
        </pc:ink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11" creationId="{7DF62D9A-A8B4-8931-EBEB-8C21133AD392}"/>
          </ac:inkMkLst>
        </pc:inkChg>
        <pc:inkChg chg="add mod">
          <ac:chgData name="Marcos Maillot" userId="fa14b39d-e966-4ebb-a436-4f96f84b9577" providerId="ADAL" clId="{2D40D906-DE93-44E5-B192-09259B1B360B}" dt="2025-11-25T22:39:18.370" v="57"/>
          <ac:inkMkLst>
            <pc:docMk/>
            <pc:sldMk cId="0" sldId="267"/>
            <ac:inkMk id="12" creationId="{111AB01B-11DD-5729-8D45-336E61F5DAF3}"/>
          </ac:inkMkLst>
        </pc:inkChg>
        <pc:inkChg chg="add mod">
          <ac:chgData name="Marcos Maillot" userId="fa14b39d-e966-4ebb-a436-4f96f84b9577" providerId="ADAL" clId="{2D40D906-DE93-44E5-B192-09259B1B360B}" dt="2025-11-25T22:39:16.356" v="55"/>
          <ac:inkMkLst>
            <pc:docMk/>
            <pc:sldMk cId="0" sldId="267"/>
            <ac:inkMk id="13" creationId="{DC244B66-4EB9-C2BF-E556-01A6470FCACD}"/>
          </ac:inkMkLst>
        </pc:inkChg>
        <pc:inkChg chg="add">
          <ac:chgData name="Marcos Maillot" userId="fa14b39d-e966-4ebb-a436-4f96f84b9577" providerId="ADAL" clId="{2D40D906-DE93-44E5-B192-09259B1B360B}" dt="2025-11-25T22:39:17.410" v="56" actId="9405"/>
          <ac:inkMkLst>
            <pc:docMk/>
            <pc:sldMk cId="0" sldId="267"/>
            <ac:inkMk id="15" creationId="{EEABD1C4-920E-4673-EEC2-3C86BEF604B3}"/>
          </ac:inkMkLst>
        </pc:ink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17" creationId="{CC86826D-7437-DE95-6277-E9BE81ABB7B7}"/>
          </ac:inkMkLst>
        </pc:ink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18" creationId="{38F766ED-2CCD-3CAC-5FD8-F63ABDDE99FB}"/>
          </ac:inkMkLst>
        </pc:inkChg>
        <pc:inkChg chg="add">
          <ac:chgData name="Marcos Maillot" userId="fa14b39d-e966-4ebb-a436-4f96f84b9577" providerId="ADAL" clId="{2D40D906-DE93-44E5-B192-09259B1B360B}" dt="2025-11-25T22:39:20.413" v="60" actId="9405"/>
          <ac:inkMkLst>
            <pc:docMk/>
            <pc:sldMk cId="0" sldId="267"/>
            <ac:inkMk id="19" creationId="{0E60353F-A197-8EE2-C926-A2486AD2E065}"/>
          </ac:inkMkLst>
        </pc:inkChg>
        <pc:inkChg chg="add">
          <ac:chgData name="Marcos Maillot" userId="fa14b39d-e966-4ebb-a436-4f96f84b9577" providerId="ADAL" clId="{2D40D906-DE93-44E5-B192-09259B1B360B}" dt="2025-11-25T22:39:21.429" v="61" actId="9405"/>
          <ac:inkMkLst>
            <pc:docMk/>
            <pc:sldMk cId="0" sldId="267"/>
            <ac:inkMk id="20" creationId="{C0776E63-B6D6-0C88-DA50-BF608D84B31B}"/>
          </ac:inkMkLst>
        </pc:inkChg>
        <pc:inkChg chg="add mod">
          <ac:chgData name="Marcos Maillot" userId="fa14b39d-e966-4ebb-a436-4f96f84b9577" providerId="ADAL" clId="{2D40D906-DE93-44E5-B192-09259B1B360B}" dt="2025-11-25T22:39:23.334" v="63"/>
          <ac:inkMkLst>
            <pc:docMk/>
            <pc:sldMk cId="0" sldId="267"/>
            <ac:inkMk id="21" creationId="{26C2DB75-A41B-DF53-F935-042342A1FA6C}"/>
          </ac:inkMkLst>
        </pc:inkChg>
      </pc:sldChg>
      <pc:sldChg chg="modSp mod">
        <pc:chgData name="Marcos Maillot" userId="fa14b39d-e966-4ebb-a436-4f96f84b9577" providerId="ADAL" clId="{2D40D906-DE93-44E5-B192-09259B1B360B}" dt="2025-11-25T22:30:23.637" v="10" actId="20577"/>
        <pc:sldMkLst>
          <pc:docMk/>
          <pc:sldMk cId="0" sldId="268"/>
        </pc:sldMkLst>
        <pc:graphicFrameChg chg="modGraphic">
          <ac:chgData name="Marcos Maillot" userId="fa14b39d-e966-4ebb-a436-4f96f84b9577" providerId="ADAL" clId="{2D40D906-DE93-44E5-B192-09259B1B360B}" dt="2025-11-25T22:30:23.637" v="10" actId="20577"/>
          <ac:graphicFrameMkLst>
            <pc:docMk/>
            <pc:sldMk cId="0" sldId="268"/>
            <ac:graphicFrameMk id="198" creationId="{00000000-0000-0000-0000-000000000000}"/>
          </ac:graphicFrameMkLst>
        </pc:graphicFrameChg>
      </pc:sldChg>
      <pc:sldChg chg="delSp mod">
        <pc:chgData name="Marcos Maillot" userId="fa14b39d-e966-4ebb-a436-4f96f84b9577" providerId="ADAL" clId="{2D40D906-DE93-44E5-B192-09259B1B360B}" dt="2025-11-25T19:48:12.282" v="9" actId="478"/>
        <pc:sldMkLst>
          <pc:docMk/>
          <pc:sldMk cId="0" sldId="285"/>
        </pc:sldMkLst>
        <pc:grpChg chg="del">
          <ac:chgData name="Marcos Maillot" userId="fa14b39d-e966-4ebb-a436-4f96f84b9577" providerId="ADAL" clId="{2D40D906-DE93-44E5-B192-09259B1B360B}" dt="2025-11-25T19:48:10.804" v="8" actId="478"/>
          <ac:grpSpMkLst>
            <pc:docMk/>
            <pc:sldMk cId="0" sldId="285"/>
            <ac:grpSpMk id="15" creationId="{28889A49-5EF9-E12C-E967-7AD063E5145F}"/>
          </ac:grpSpMkLst>
        </pc:grpChg>
        <pc:inkChg chg="del">
          <ac:chgData name="Marcos Maillot" userId="fa14b39d-e966-4ebb-a436-4f96f84b9577" providerId="ADAL" clId="{2D40D906-DE93-44E5-B192-09259B1B360B}" dt="2025-11-25T19:47:36.615" v="7" actId="478"/>
          <ac:inkMkLst>
            <pc:docMk/>
            <pc:sldMk cId="0" sldId="285"/>
            <ac:inkMk id="3" creationId="{6E22F2DF-6723-A24B-2D8C-CCDA2641AF23}"/>
          </ac:inkMkLst>
        </pc:inkChg>
        <pc:inkChg chg="del">
          <ac:chgData name="Marcos Maillot" userId="fa14b39d-e966-4ebb-a436-4f96f84b9577" providerId="ADAL" clId="{2D40D906-DE93-44E5-B192-09259B1B360B}" dt="2025-11-25T19:48:12.282" v="9" actId="478"/>
          <ac:inkMkLst>
            <pc:docMk/>
            <pc:sldMk cId="0" sldId="285"/>
            <ac:inkMk id="7" creationId="{0FE5F255-1F1C-DCF8-CAEE-5567C6A5E19B}"/>
          </ac:inkMkLst>
        </pc:inkChg>
        <pc:inkChg chg="del">
          <ac:chgData name="Marcos Maillot" userId="fa14b39d-e966-4ebb-a436-4f96f84b9577" providerId="ADAL" clId="{2D40D906-DE93-44E5-B192-09259B1B360B}" dt="2025-11-25T19:47:33.262" v="6" actId="478"/>
          <ac:inkMkLst>
            <pc:docMk/>
            <pc:sldMk cId="0" sldId="285"/>
            <ac:inkMk id="9" creationId="{7639F04C-BBC4-0C61-72E9-98EB66BE33AA}"/>
          </ac:inkMkLst>
        </pc:inkChg>
      </pc:sldChg>
      <pc:sldChg chg="addSp delSp modSp mod">
        <pc:chgData name="Marcos Maillot" userId="fa14b39d-e966-4ebb-a436-4f96f84b9577" providerId="ADAL" clId="{2D40D906-DE93-44E5-B192-09259B1B360B}" dt="2025-11-26T00:59:33.472" v="217"/>
        <pc:sldMkLst>
          <pc:docMk/>
          <pc:sldMk cId="0" sldId="286"/>
        </pc:sldMkLst>
        <pc:grpChg chg="del mod">
          <ac:chgData name="Marcos Maillot" userId="fa14b39d-e966-4ebb-a436-4f96f84b9577" providerId="ADAL" clId="{2D40D906-DE93-44E5-B192-09259B1B360B}" dt="2025-11-26T00:58:56.878" v="185"/>
          <ac:grpSpMkLst>
            <pc:docMk/>
            <pc:sldMk cId="0" sldId="286"/>
            <ac:grpSpMk id="6" creationId="{96FEF218-0F63-17FF-ACF2-4D6BC44C0EE5}"/>
          </ac:grpSpMkLst>
        </pc:grpChg>
        <pc:grpChg chg="del mod">
          <ac:chgData name="Marcos Maillot" userId="fa14b39d-e966-4ebb-a436-4f96f84b9577" providerId="ADAL" clId="{2D40D906-DE93-44E5-B192-09259B1B360B}" dt="2025-11-26T00:59:02.653" v="193"/>
          <ac:grpSpMkLst>
            <pc:docMk/>
            <pc:sldMk cId="0" sldId="286"/>
            <ac:grpSpMk id="9" creationId="{0DB58671-4A57-BD6B-9220-F92C770CCEE2}"/>
          </ac:grpSpMkLst>
        </pc:grpChg>
        <pc:grpChg chg="del mod">
          <ac:chgData name="Marcos Maillot" userId="fa14b39d-e966-4ebb-a436-4f96f84b9577" providerId="ADAL" clId="{2D40D906-DE93-44E5-B192-09259B1B360B}" dt="2025-11-26T00:59:19.355" v="208"/>
          <ac:grpSpMkLst>
            <pc:docMk/>
            <pc:sldMk cId="0" sldId="286"/>
            <ac:grpSpMk id="17" creationId="{A2648AAC-053D-0EA4-6B11-FF50C157CEDB}"/>
          </ac:grpSpMkLst>
        </pc:grpChg>
        <pc:grpChg chg="del mod">
          <ac:chgData name="Marcos Maillot" userId="fa14b39d-e966-4ebb-a436-4f96f84b9577" providerId="ADAL" clId="{2D40D906-DE93-44E5-B192-09259B1B360B}" dt="2025-11-26T00:59:19.355" v="208"/>
          <ac:grpSpMkLst>
            <pc:docMk/>
            <pc:sldMk cId="0" sldId="286"/>
            <ac:grpSpMk id="26" creationId="{1D0C4B9B-3DDA-C5A7-6752-C204C4D67B4B}"/>
          </ac:grpSpMkLst>
        </pc:grpChg>
        <pc:grpChg chg="del mod">
          <ac:chgData name="Marcos Maillot" userId="fa14b39d-e966-4ebb-a436-4f96f84b9577" providerId="ADAL" clId="{2D40D906-DE93-44E5-B192-09259B1B360B}" dt="2025-11-26T00:59:33.472" v="217"/>
          <ac:grpSpMkLst>
            <pc:docMk/>
            <pc:sldMk cId="0" sldId="286"/>
            <ac:grpSpMk id="32" creationId="{D3E0FBEC-24F5-BEB4-58CC-85C7E8EAEC7E}"/>
          </ac:grpSpMkLst>
        </pc:grpChg>
        <pc:grpChg chg="del mod">
          <ac:chgData name="Marcos Maillot" userId="fa14b39d-e966-4ebb-a436-4f96f84b9577" providerId="ADAL" clId="{2D40D906-DE93-44E5-B192-09259B1B360B}" dt="2025-11-26T00:59:23.338" v="210"/>
          <ac:grpSpMkLst>
            <pc:docMk/>
            <pc:sldMk cId="0" sldId="286"/>
            <ac:grpSpMk id="33" creationId="{CDB5EDC8-3528-C49E-D596-569F649B6C24}"/>
          </ac:grpSpMkLst>
        </pc:grpChg>
        <pc:grpChg chg="del mod">
          <ac:chgData name="Marcos Maillot" userId="fa14b39d-e966-4ebb-a436-4f96f84b9577" providerId="ADAL" clId="{2D40D906-DE93-44E5-B192-09259B1B360B}" dt="2025-11-26T00:59:25.817" v="214"/>
          <ac:grpSpMkLst>
            <pc:docMk/>
            <pc:sldMk cId="0" sldId="286"/>
            <ac:grpSpMk id="35" creationId="{5F9CDD09-F242-F6F1-0214-4FA91E6BE78F}"/>
          </ac:grpSpMkLst>
        </pc:grpChg>
        <pc:grpChg chg="mod">
          <ac:chgData name="Marcos Maillot" userId="fa14b39d-e966-4ebb-a436-4f96f84b9577" providerId="ADAL" clId="{2D40D906-DE93-44E5-B192-09259B1B360B}" dt="2025-11-26T00:59:25.817" v="214"/>
          <ac:grpSpMkLst>
            <pc:docMk/>
            <pc:sldMk cId="0" sldId="286"/>
            <ac:grpSpMk id="39" creationId="{41EF43CE-9E30-E7B2-B341-86A8C9F1D82D}"/>
          </ac:grpSpMkLst>
        </pc:grpChg>
        <pc:grpChg chg="mod">
          <ac:chgData name="Marcos Maillot" userId="fa14b39d-e966-4ebb-a436-4f96f84b9577" providerId="ADAL" clId="{2D40D906-DE93-44E5-B192-09259B1B360B}" dt="2025-11-26T00:59:33.472" v="217"/>
          <ac:grpSpMkLst>
            <pc:docMk/>
            <pc:sldMk cId="0" sldId="286"/>
            <ac:grpSpMk id="42" creationId="{80CABFA6-55FC-3CB0-1C51-A55B466B24FB}"/>
          </ac:grpSpMkLst>
        </pc:grp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2" creationId="{C4D4ECF9-8CB1-7F96-C174-FB7EE536572C}"/>
          </ac:inkMkLst>
        </pc:inkChg>
        <pc:inkChg chg="add mod">
          <ac:chgData name="Marcos Maillot" userId="fa14b39d-e966-4ebb-a436-4f96f84b9577" providerId="ADAL" clId="{2D40D906-DE93-44E5-B192-09259B1B360B}" dt="2025-11-26T00:59:19.355" v="208"/>
          <ac:inkMkLst>
            <pc:docMk/>
            <pc:sldMk cId="0" sldId="286"/>
            <ac:inkMk id="3" creationId="{B7B8DB0E-DCA5-5F0C-EC38-5EC886F83336}"/>
          </ac:inkMkLst>
        </pc:ink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4" creationId="{1F587C21-CC89-159B-06E0-15AEB05EDA26}"/>
          </ac:inkMkLst>
        </pc:ink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5" creationId="{86741D29-E7E2-773A-3980-46014B81B338}"/>
          </ac:inkMkLst>
        </pc:inkChg>
        <pc:inkChg chg="add mod">
          <ac:chgData name="Marcos Maillot" userId="fa14b39d-e966-4ebb-a436-4f96f84b9577" providerId="ADAL" clId="{2D40D906-DE93-44E5-B192-09259B1B360B}" dt="2025-11-26T00:58:56.878" v="185"/>
          <ac:inkMkLst>
            <pc:docMk/>
            <pc:sldMk cId="0" sldId="286"/>
            <ac:inkMk id="7" creationId="{E1855472-5AB9-E7EB-85E9-81430A639475}"/>
          </ac:inkMkLst>
        </pc:inkChg>
        <pc:inkChg chg="add mod">
          <ac:chgData name="Marcos Maillot" userId="fa14b39d-e966-4ebb-a436-4f96f84b9577" providerId="ADAL" clId="{2D40D906-DE93-44E5-B192-09259B1B360B}" dt="2025-11-26T00:58:56.878" v="185"/>
          <ac:inkMkLst>
            <pc:docMk/>
            <pc:sldMk cId="0" sldId="286"/>
            <ac:inkMk id="8" creationId="{A68B4D75-9091-CD69-1BCE-968B40D83391}"/>
          </ac:inkMkLst>
        </pc:inkChg>
        <pc:inkChg chg="add">
          <ac:chgData name="Marcos Maillot" userId="fa14b39d-e966-4ebb-a436-4f96f84b9577" providerId="ADAL" clId="{2D40D906-DE93-44E5-B192-09259B1B360B}" dt="2025-11-26T00:58:57.189" v="186" actId="9405"/>
          <ac:inkMkLst>
            <pc:docMk/>
            <pc:sldMk cId="0" sldId="286"/>
            <ac:inkMk id="10" creationId="{AC0F1001-8A95-B5D8-8064-2F8CF7CC4F65}"/>
          </ac:inkMkLst>
        </pc:ink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11" creationId="{66ED782A-941D-275A-93DC-A4756977A6B3}"/>
          </ac:inkMkLst>
        </pc:inkChg>
        <pc:inkChg chg="add mod">
          <ac:chgData name="Marcos Maillot" userId="fa14b39d-e966-4ebb-a436-4f96f84b9577" providerId="ADAL" clId="{2D40D906-DE93-44E5-B192-09259B1B360B}" dt="2025-11-26T00:59:19.355" v="208"/>
          <ac:inkMkLst>
            <pc:docMk/>
            <pc:sldMk cId="0" sldId="286"/>
            <ac:inkMk id="12" creationId="{B3D6B82E-51BE-264E-5733-F396CBA1A5A7}"/>
          </ac:inkMkLst>
        </pc:ink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13" creationId="{9F3C6BE1-130E-CEC5-3514-083653170391}"/>
          </ac:inkMkLst>
        </pc:ink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14" creationId="{1FC78BA3-9B32-3420-6B34-6945D87C06BB}"/>
          </ac:inkMkLst>
        </pc:inkChg>
        <pc:inkChg chg="add">
          <ac:chgData name="Marcos Maillot" userId="fa14b39d-e966-4ebb-a436-4f96f84b9577" providerId="ADAL" clId="{2D40D906-DE93-44E5-B192-09259B1B360B}" dt="2025-11-26T00:59:00.965" v="191" actId="9405"/>
          <ac:inkMkLst>
            <pc:docMk/>
            <pc:sldMk cId="0" sldId="286"/>
            <ac:inkMk id="15" creationId="{69FD23C7-EC55-92BC-043E-79ED9FEA22A7}"/>
          </ac:inkMkLst>
        </pc:inkChg>
        <pc:inkChg chg="add">
          <ac:chgData name="Marcos Maillot" userId="fa14b39d-e966-4ebb-a436-4f96f84b9577" providerId="ADAL" clId="{2D40D906-DE93-44E5-B192-09259B1B360B}" dt="2025-11-26T00:59:01.949" v="192" actId="9405"/>
          <ac:inkMkLst>
            <pc:docMk/>
            <pc:sldMk cId="0" sldId="286"/>
            <ac:inkMk id="16" creationId="{56C27375-E582-6794-9A9B-21EB3D9B8311}"/>
          </ac:inkMkLst>
        </pc:inkChg>
        <pc:inkChg chg="add mod">
          <ac:chgData name="Marcos Maillot" userId="fa14b39d-e966-4ebb-a436-4f96f84b9577" providerId="ADAL" clId="{2D40D906-DE93-44E5-B192-09259B1B360B}" dt="2025-11-26T00:59:23.338" v="210"/>
          <ac:inkMkLst>
            <pc:docMk/>
            <pc:sldMk cId="0" sldId="286"/>
            <ac:inkMk id="18" creationId="{635B863E-4789-2B07-5A8A-D360E8837DF7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19" creationId="{32109F71-A7F4-2421-F08E-D1FD772F5EB1}"/>
          </ac:inkMkLst>
        </pc:inkChg>
        <pc:inkChg chg="add mod">
          <ac:chgData name="Marcos Maillot" userId="fa14b39d-e966-4ebb-a436-4f96f84b9577" providerId="ADAL" clId="{2D40D906-DE93-44E5-B192-09259B1B360B}" dt="2025-11-26T00:59:19.355" v="208"/>
          <ac:inkMkLst>
            <pc:docMk/>
            <pc:sldMk cId="0" sldId="286"/>
            <ac:inkMk id="20" creationId="{4D016087-32A1-00A0-34D0-4DA6D2E2F72A}"/>
          </ac:inkMkLst>
        </pc:inkChg>
        <pc:inkChg chg="add mod">
          <ac:chgData name="Marcos Maillot" userId="fa14b39d-e966-4ebb-a436-4f96f84b9577" providerId="ADAL" clId="{2D40D906-DE93-44E5-B192-09259B1B360B}" dt="2025-11-26T00:59:23.338" v="210"/>
          <ac:inkMkLst>
            <pc:docMk/>
            <pc:sldMk cId="0" sldId="286"/>
            <ac:inkMk id="21" creationId="{56A1E6E2-15E2-442F-E7F7-3AF474171B4F}"/>
          </ac:inkMkLst>
        </pc:inkChg>
        <pc:inkChg chg="add mod">
          <ac:chgData name="Marcos Maillot" userId="fa14b39d-e966-4ebb-a436-4f96f84b9577" providerId="ADAL" clId="{2D40D906-DE93-44E5-B192-09259B1B360B}" dt="2025-11-26T00:59:14.899" v="202"/>
          <ac:inkMkLst>
            <pc:docMk/>
            <pc:sldMk cId="0" sldId="286"/>
            <ac:inkMk id="22" creationId="{862D596D-6AF0-B6FE-488D-2A336ED3DA8E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23" creationId="{FD3B7B2B-1895-5D18-7B6C-7C14AECEDF9B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24" creationId="{8BB4D3B1-D06E-AF55-7A2D-922E5D506E82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25" creationId="{74C552DF-0165-1400-D313-264F738CB534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27" creationId="{B605795E-F341-A80A-EBB7-E632D558F5EF}"/>
          </ac:inkMkLst>
        </pc:inkChg>
        <pc:inkChg chg="add">
          <ac:chgData name="Marcos Maillot" userId="fa14b39d-e966-4ebb-a436-4f96f84b9577" providerId="ADAL" clId="{2D40D906-DE93-44E5-B192-09259B1B360B}" dt="2025-11-26T00:59:15.446" v="204" actId="9405"/>
          <ac:inkMkLst>
            <pc:docMk/>
            <pc:sldMk cId="0" sldId="286"/>
            <ac:inkMk id="28" creationId="{853BE67F-D970-906B-19D3-9D2FFF0D9F8C}"/>
          </ac:inkMkLst>
        </pc:ink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29" creationId="{C3CA14A9-4499-415A-9818-57F20308EC46}"/>
          </ac:inkMkLst>
        </pc:inkChg>
        <pc:inkChg chg="add">
          <ac:chgData name="Marcos Maillot" userId="fa14b39d-e966-4ebb-a436-4f96f84b9577" providerId="ADAL" clId="{2D40D906-DE93-44E5-B192-09259B1B360B}" dt="2025-11-26T00:59:17.752" v="206" actId="9405"/>
          <ac:inkMkLst>
            <pc:docMk/>
            <pc:sldMk cId="0" sldId="286"/>
            <ac:inkMk id="30" creationId="{327A5B4D-008C-BDB7-03CF-43A947D89351}"/>
          </ac:inkMkLst>
        </pc:inkChg>
        <pc:inkChg chg="add">
          <ac:chgData name="Marcos Maillot" userId="fa14b39d-e966-4ebb-a436-4f96f84b9577" providerId="ADAL" clId="{2D40D906-DE93-44E5-B192-09259B1B360B}" dt="2025-11-26T00:59:18.720" v="207" actId="9405"/>
          <ac:inkMkLst>
            <pc:docMk/>
            <pc:sldMk cId="0" sldId="286"/>
            <ac:inkMk id="31" creationId="{9BA36DDF-8F21-8C04-A601-FF092E9514C4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34" creationId="{0A7FA0F5-426B-E064-A8DE-30BE52423FB5}"/>
          </ac:inkMkLst>
        </pc:inkChg>
        <pc:inkChg chg="add">
          <ac:chgData name="Marcos Maillot" userId="fa14b39d-e966-4ebb-a436-4f96f84b9577" providerId="ADAL" clId="{2D40D906-DE93-44E5-B192-09259B1B360B}" dt="2025-11-26T00:59:23.369" v="211" actId="9405"/>
          <ac:inkMkLst>
            <pc:docMk/>
            <pc:sldMk cId="0" sldId="286"/>
            <ac:inkMk id="36" creationId="{B534A26C-58F6-1C19-6CEA-532A7DE3337D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37" creationId="{78243778-6024-00E6-EC18-5832FE2E22A1}"/>
          </ac:inkMkLst>
        </pc:inkChg>
        <pc:inkChg chg="add mod">
          <ac:chgData name="Marcos Maillot" userId="fa14b39d-e966-4ebb-a436-4f96f84b9577" providerId="ADAL" clId="{2D40D906-DE93-44E5-B192-09259B1B360B}" dt="2025-11-26T00:59:25.817" v="214"/>
          <ac:inkMkLst>
            <pc:docMk/>
            <pc:sldMk cId="0" sldId="286"/>
            <ac:inkMk id="38" creationId="{F22D697C-BFA2-7AD9-EED5-4FBFE2189204}"/>
          </ac:inkMkLst>
        </pc:inkChg>
        <pc:inkChg chg="add mod">
          <ac:chgData name="Marcos Maillot" userId="fa14b39d-e966-4ebb-a436-4f96f84b9577" providerId="ADAL" clId="{2D40D906-DE93-44E5-B192-09259B1B360B}" dt="2025-11-26T00:59:33.472" v="217"/>
          <ac:inkMkLst>
            <pc:docMk/>
            <pc:sldMk cId="0" sldId="286"/>
            <ac:inkMk id="40" creationId="{D7446FA2-C29B-50E6-398A-C03D5912B1D7}"/>
          </ac:inkMkLst>
        </pc:inkChg>
        <pc:inkChg chg="add">
          <ac:chgData name="Marcos Maillot" userId="fa14b39d-e966-4ebb-a436-4f96f84b9577" providerId="ADAL" clId="{2D40D906-DE93-44E5-B192-09259B1B360B}" dt="2025-11-26T00:59:32.579" v="216" actId="9405"/>
          <ac:inkMkLst>
            <pc:docMk/>
            <pc:sldMk cId="0" sldId="286"/>
            <ac:inkMk id="41" creationId="{03EBD833-9C2F-C80C-B79B-3BAA58884440}"/>
          </ac:inkMkLst>
        </pc:inkChg>
      </pc:sldChg>
      <pc:sldChg chg="addSp delSp modSp mod">
        <pc:chgData name="Marcos Maillot" userId="fa14b39d-e966-4ebb-a436-4f96f84b9577" providerId="ADAL" clId="{2D40D906-DE93-44E5-B192-09259B1B360B}" dt="2025-11-26T00:58:33.146" v="177"/>
        <pc:sldMkLst>
          <pc:docMk/>
          <pc:sldMk cId="2515468531" sldId="290"/>
        </pc:sldMkLst>
        <pc:grpChg chg="mod">
          <ac:chgData name="Marcos Maillot" userId="fa14b39d-e966-4ebb-a436-4f96f84b9577" providerId="ADAL" clId="{2D40D906-DE93-44E5-B192-09259B1B360B}" dt="2025-11-26T00:58:33.146" v="177"/>
          <ac:grpSpMkLst>
            <pc:docMk/>
            <pc:sldMk cId="2515468531" sldId="290"/>
            <ac:grpSpMk id="14" creationId="{AF7F9655-0842-68BA-280E-0BDB7C8A3A74}"/>
          </ac:grpSpMkLst>
        </pc:grpChg>
        <pc:inkChg chg="add">
          <ac:chgData name="Marcos Maillot" userId="fa14b39d-e966-4ebb-a436-4f96f84b9577" providerId="ADAL" clId="{2D40D906-DE93-44E5-B192-09259B1B360B}" dt="2025-11-26T00:28:07.556" v="155" actId="9405"/>
          <ac:inkMkLst>
            <pc:docMk/>
            <pc:sldMk cId="2515468531" sldId="290"/>
            <ac:inkMk id="3" creationId="{5265AF4B-2294-BB38-F6AC-EC3B8891FDB2}"/>
          </ac:inkMkLst>
        </pc:inkChg>
        <pc:inkChg chg="add">
          <ac:chgData name="Marcos Maillot" userId="fa14b39d-e966-4ebb-a436-4f96f84b9577" providerId="ADAL" clId="{2D40D906-DE93-44E5-B192-09259B1B360B}" dt="2025-11-26T00:28:16.068" v="156" actId="9405"/>
          <ac:inkMkLst>
            <pc:docMk/>
            <pc:sldMk cId="2515468531" sldId="290"/>
            <ac:inkMk id="4" creationId="{67B58939-3294-BD56-C1F1-32C0C1CE4A69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5" creationId="{748F5668-5A3B-DF0E-6950-A6F84C493D07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6" creationId="{696478D7-3A6F-8913-A3F7-A32E73FCA0A9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7" creationId="{EE72F000-EB39-A131-D8F5-5D4DA69E9D3A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8" creationId="{C47C07A3-0540-80B9-461E-26384F6D0328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9" creationId="{7EC5E78A-F82B-DCCD-9ABB-B0E9C4D8B6A3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10" creationId="{9A10811A-8FAD-BE6D-2FD7-6D4594DCE3FD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11" creationId="{BD9FE9D8-7F6A-9A12-03CF-FF463AF3A7A7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12" creationId="{F89F23C6-223F-1266-BF3F-2552A2A095CF}"/>
          </ac:inkMkLst>
        </pc:inkChg>
        <pc:inkChg chg="add mod">
          <ac:chgData name="Marcos Maillot" userId="fa14b39d-e966-4ebb-a436-4f96f84b9577" providerId="ADAL" clId="{2D40D906-DE93-44E5-B192-09259B1B360B}" dt="2025-11-26T00:58:33.146" v="177"/>
          <ac:inkMkLst>
            <pc:docMk/>
            <pc:sldMk cId="2515468531" sldId="290"/>
            <ac:inkMk id="13" creationId="{6D151D73-78F2-07FE-456E-081A5C87771D}"/>
          </ac:inkMkLst>
        </pc:inkChg>
        <pc:inkChg chg="del">
          <ac:chgData name="Marcos Maillot" userId="fa14b39d-e966-4ebb-a436-4f96f84b9577" providerId="ADAL" clId="{2D40D906-DE93-44E5-B192-09259B1B360B}" dt="2025-11-25T19:47:21.935" v="5" actId="478"/>
          <ac:inkMkLst>
            <pc:docMk/>
            <pc:sldMk cId="2515468531" sldId="290"/>
            <ac:inkMk id="32" creationId="{F86F9C7D-34C0-E6B9-FB77-A57B4D28DF75}"/>
          </ac:inkMkLst>
        </pc:inkChg>
        <pc:inkChg chg="del">
          <ac:chgData name="Marcos Maillot" userId="fa14b39d-e966-4ebb-a436-4f96f84b9577" providerId="ADAL" clId="{2D40D906-DE93-44E5-B192-09259B1B360B}" dt="2025-11-25T19:47:19.194" v="2" actId="478"/>
          <ac:inkMkLst>
            <pc:docMk/>
            <pc:sldMk cId="2515468531" sldId="290"/>
            <ac:inkMk id="34" creationId="{EF8CA6B9-CA97-16BB-CCB1-E341210A51A2}"/>
          </ac:inkMkLst>
        </pc:inkChg>
        <pc:inkChg chg="del">
          <ac:chgData name="Marcos Maillot" userId="fa14b39d-e966-4ebb-a436-4f96f84b9577" providerId="ADAL" clId="{2D40D906-DE93-44E5-B192-09259B1B360B}" dt="2025-11-25T19:47:21.146" v="4" actId="478"/>
          <ac:inkMkLst>
            <pc:docMk/>
            <pc:sldMk cId="2515468531" sldId="290"/>
            <ac:inkMk id="38" creationId="{57A2C929-7F91-F2E4-96CF-772160773EEC}"/>
          </ac:inkMkLst>
        </pc:inkChg>
        <pc:inkChg chg="del">
          <ac:chgData name="Marcos Maillot" userId="fa14b39d-e966-4ebb-a436-4f96f84b9577" providerId="ADAL" clId="{2D40D906-DE93-44E5-B192-09259B1B360B}" dt="2025-11-25T19:47:17.969" v="1" actId="478"/>
          <ac:inkMkLst>
            <pc:docMk/>
            <pc:sldMk cId="2515468531" sldId="290"/>
            <ac:inkMk id="44" creationId="{A751ABB3-DE01-390D-D9FC-2A9143389971}"/>
          </ac:inkMkLst>
        </pc:inkChg>
        <pc:inkChg chg="del">
          <ac:chgData name="Marcos Maillot" userId="fa14b39d-e966-4ebb-a436-4f96f84b9577" providerId="ADAL" clId="{2D40D906-DE93-44E5-B192-09259B1B360B}" dt="2025-11-25T19:47:19.976" v="3" actId="478"/>
          <ac:inkMkLst>
            <pc:docMk/>
            <pc:sldMk cId="2515468531" sldId="290"/>
            <ac:inkMk id="47" creationId="{4F3AE93E-2A00-420A-A624-473C689FB60B}"/>
          </ac:inkMkLst>
        </pc:inkChg>
      </pc:sldChg>
      <pc:sldChg chg="del">
        <pc:chgData name="Marcos Maillot" userId="fa14b39d-e966-4ebb-a436-4f96f84b9577" providerId="ADAL" clId="{2D40D906-DE93-44E5-B192-09259B1B360B}" dt="2025-11-25T19:46:55.054" v="0" actId="47"/>
        <pc:sldMkLst>
          <pc:docMk/>
          <pc:sldMk cId="3552047750" sldId="297"/>
        </pc:sldMkLst>
      </pc:sldChg>
      <pc:sldChg chg="addSp delSp modSp new mod">
        <pc:chgData name="Marcos Maillot" userId="fa14b39d-e966-4ebb-a436-4f96f84b9577" providerId="ADAL" clId="{2D40D906-DE93-44E5-B192-09259B1B360B}" dt="2025-11-26T00:28:35.766" v="167"/>
        <pc:sldMkLst>
          <pc:docMk/>
          <pc:sldMk cId="4029029847" sldId="297"/>
        </pc:sldMkLst>
        <pc:grpChg chg="del mod">
          <ac:chgData name="Marcos Maillot" userId="fa14b39d-e966-4ebb-a436-4f96f84b9577" providerId="ADAL" clId="{2D40D906-DE93-44E5-B192-09259B1B360B}" dt="2025-11-26T00:25:11.149" v="86"/>
          <ac:grpSpMkLst>
            <pc:docMk/>
            <pc:sldMk cId="4029029847" sldId="297"/>
            <ac:grpSpMk id="20" creationId="{01BB4B54-CC8F-9234-35DE-0E4AD80C058A}"/>
          </ac:grpSpMkLst>
        </pc:grpChg>
        <pc:grpChg chg="del mod">
          <ac:chgData name="Marcos Maillot" userId="fa14b39d-e966-4ebb-a436-4f96f84b9577" providerId="ADAL" clId="{2D40D906-DE93-44E5-B192-09259B1B360B}" dt="2025-11-26T00:28:26.203" v="159"/>
          <ac:grpSpMkLst>
            <pc:docMk/>
            <pc:sldMk cId="4029029847" sldId="297"/>
            <ac:grpSpMk id="23" creationId="{AD0B405D-0849-E6D5-A0A7-10A710FF20F0}"/>
          </ac:grpSpMkLst>
        </pc:grpChg>
        <pc:grpChg chg="del mod">
          <ac:chgData name="Marcos Maillot" userId="fa14b39d-e966-4ebb-a436-4f96f84b9577" providerId="ADAL" clId="{2D40D906-DE93-44E5-B192-09259B1B360B}" dt="2025-11-26T00:28:32.254" v="163"/>
          <ac:grpSpMkLst>
            <pc:docMk/>
            <pc:sldMk cId="4029029847" sldId="297"/>
            <ac:grpSpMk id="30" creationId="{4251BA1E-B9AC-B2CB-2682-288A0F6879AB}"/>
          </ac:grpSpMkLst>
        </pc:grpChg>
        <pc:grpChg chg="del mod">
          <ac:chgData name="Marcos Maillot" userId="fa14b39d-e966-4ebb-a436-4f96f84b9577" providerId="ADAL" clId="{2D40D906-DE93-44E5-B192-09259B1B360B}" dt="2025-11-26T00:25:22.931" v="100"/>
          <ac:grpSpMkLst>
            <pc:docMk/>
            <pc:sldMk cId="4029029847" sldId="297"/>
            <ac:grpSpMk id="31" creationId="{03AA7BEA-8C20-8A66-1405-8184C7C975E1}"/>
          </ac:grpSpMkLst>
        </pc:grpChg>
        <pc:grpChg chg="del mod">
          <ac:chgData name="Marcos Maillot" userId="fa14b39d-e966-4ebb-a436-4f96f84b9577" providerId="ADAL" clId="{2D40D906-DE93-44E5-B192-09259B1B360B}" dt="2025-11-26T00:25:53.788" v="148"/>
          <ac:grpSpMkLst>
            <pc:docMk/>
            <pc:sldMk cId="4029029847" sldId="297"/>
            <ac:grpSpMk id="38" creationId="{551EC61B-FDC8-1ECE-39CF-7CD45210DC1B}"/>
          </ac:grpSpMkLst>
        </pc:grpChg>
        <pc:grpChg chg="del mod">
          <ac:chgData name="Marcos Maillot" userId="fa14b39d-e966-4ebb-a436-4f96f84b9577" providerId="ADAL" clId="{2D40D906-DE93-44E5-B192-09259B1B360B}" dt="2025-11-26T00:28:32.254" v="163"/>
          <ac:grpSpMkLst>
            <pc:docMk/>
            <pc:sldMk cId="4029029847" sldId="297"/>
            <ac:grpSpMk id="39" creationId="{69C583B8-34F6-2706-39CF-5EE034B00779}"/>
          </ac:grpSpMkLst>
        </pc:grpChg>
        <pc:grpChg chg="del mod">
          <ac:chgData name="Marcos Maillot" userId="fa14b39d-e966-4ebb-a436-4f96f84b9577" providerId="ADAL" clId="{2D40D906-DE93-44E5-B192-09259B1B360B}" dt="2025-11-26T00:25:58.792" v="153"/>
          <ac:grpSpMkLst>
            <pc:docMk/>
            <pc:sldMk cId="4029029847" sldId="297"/>
            <ac:grpSpMk id="56" creationId="{4FD55558-601E-F85E-469E-8226241B4CAD}"/>
          </ac:grpSpMkLst>
        </pc:grpChg>
        <pc:grpChg chg="mod">
          <ac:chgData name="Marcos Maillot" userId="fa14b39d-e966-4ebb-a436-4f96f84b9577" providerId="ADAL" clId="{2D40D906-DE93-44E5-B192-09259B1B360B}" dt="2025-11-26T00:25:31.805" v="117"/>
          <ac:grpSpMkLst>
            <pc:docMk/>
            <pc:sldMk cId="4029029847" sldId="297"/>
            <ac:grpSpMk id="57" creationId="{B21759D2-F1C8-39B9-F47F-B3C578953FB4}"/>
          </ac:grpSpMkLst>
        </pc:grpChg>
        <pc:grpChg chg="del mod">
          <ac:chgData name="Marcos Maillot" userId="fa14b39d-e966-4ebb-a436-4f96f84b9577" providerId="ADAL" clId="{2D40D906-DE93-44E5-B192-09259B1B360B}" dt="2025-11-26T00:25:58.792" v="153"/>
          <ac:grpSpMkLst>
            <pc:docMk/>
            <pc:sldMk cId="4029029847" sldId="297"/>
            <ac:grpSpMk id="58" creationId="{A6DF8229-09C3-6E5F-0FEA-F917D9B45B83}"/>
          </ac:grpSpMkLst>
        </pc:grpChg>
        <pc:grpChg chg="mod">
          <ac:chgData name="Marcos Maillot" userId="fa14b39d-e966-4ebb-a436-4f96f84b9577" providerId="ADAL" clId="{2D40D906-DE93-44E5-B192-09259B1B360B}" dt="2025-11-26T00:25:31.805" v="117"/>
          <ac:grpSpMkLst>
            <pc:docMk/>
            <pc:sldMk cId="4029029847" sldId="297"/>
            <ac:grpSpMk id="59" creationId="{EF295D2B-9153-8C81-C561-48032087E1B3}"/>
          </ac:grpSpMkLst>
        </pc:grpChg>
        <pc:grpChg chg="del mod">
          <ac:chgData name="Marcos Maillot" userId="fa14b39d-e966-4ebb-a436-4f96f84b9577" providerId="ADAL" clId="{2D40D906-DE93-44E5-B192-09259B1B360B}" dt="2025-11-26T00:25:36.931" v="123"/>
          <ac:grpSpMkLst>
            <pc:docMk/>
            <pc:sldMk cId="4029029847" sldId="297"/>
            <ac:grpSpMk id="65" creationId="{96BC15D0-2F88-F650-2FBF-2BF7CC24179C}"/>
          </ac:grpSpMkLst>
        </pc:grpChg>
        <pc:grpChg chg="del mod">
          <ac:chgData name="Marcos Maillot" userId="fa14b39d-e966-4ebb-a436-4f96f84b9577" providerId="ADAL" clId="{2D40D906-DE93-44E5-B192-09259B1B360B}" dt="2025-11-26T00:25:58.792" v="153"/>
          <ac:grpSpMkLst>
            <pc:docMk/>
            <pc:sldMk cId="4029029847" sldId="297"/>
            <ac:grpSpMk id="66" creationId="{AF84B259-5134-4258-57C9-EC4E1DC34A70}"/>
          </ac:grpSpMkLst>
        </pc:grpChg>
        <pc:grpChg chg="mod">
          <ac:chgData name="Marcos Maillot" userId="fa14b39d-e966-4ebb-a436-4f96f84b9577" providerId="ADAL" clId="{2D40D906-DE93-44E5-B192-09259B1B360B}" dt="2025-11-26T00:25:46.786" v="133"/>
          <ac:grpSpMkLst>
            <pc:docMk/>
            <pc:sldMk cId="4029029847" sldId="297"/>
            <ac:grpSpMk id="76" creationId="{42D71233-D107-9573-91D0-A7816619D034}"/>
          </ac:grpSpMkLst>
        </pc:grpChg>
        <pc:grpChg chg="mod">
          <ac:chgData name="Marcos Maillot" userId="fa14b39d-e966-4ebb-a436-4f96f84b9577" providerId="ADAL" clId="{2D40D906-DE93-44E5-B192-09259B1B360B}" dt="2025-11-26T00:25:52.369" v="146"/>
          <ac:grpSpMkLst>
            <pc:docMk/>
            <pc:sldMk cId="4029029847" sldId="297"/>
            <ac:grpSpMk id="89" creationId="{1E055F2D-01B3-1897-5AD0-EAF1A614C930}"/>
          </ac:grpSpMkLst>
        </pc:grpChg>
        <pc:grpChg chg="del mod">
          <ac:chgData name="Marcos Maillot" userId="fa14b39d-e966-4ebb-a436-4f96f84b9577" providerId="ADAL" clId="{2D40D906-DE93-44E5-B192-09259B1B360B}" dt="2025-11-26T00:28:32.254" v="163"/>
          <ac:grpSpMkLst>
            <pc:docMk/>
            <pc:sldMk cId="4029029847" sldId="297"/>
            <ac:grpSpMk id="91" creationId="{84959EA6-E62D-5489-DA52-463F34F57FFD}"/>
          </ac:grpSpMkLst>
        </pc:grpChg>
        <pc:grpChg chg="mod">
          <ac:chgData name="Marcos Maillot" userId="fa14b39d-e966-4ebb-a436-4f96f84b9577" providerId="ADAL" clId="{2D40D906-DE93-44E5-B192-09259B1B360B}" dt="2025-11-26T00:25:58.792" v="153"/>
          <ac:grpSpMkLst>
            <pc:docMk/>
            <pc:sldMk cId="4029029847" sldId="297"/>
            <ac:grpSpMk id="96" creationId="{22438974-89D3-B466-A051-49838A59FBE1}"/>
          </ac:grpSpMkLst>
        </pc:grpChg>
        <pc:grpChg chg="mod">
          <ac:chgData name="Marcos Maillot" userId="fa14b39d-e966-4ebb-a436-4f96f84b9577" providerId="ADAL" clId="{2D40D906-DE93-44E5-B192-09259B1B360B}" dt="2025-11-26T00:25:58.792" v="153"/>
          <ac:grpSpMkLst>
            <pc:docMk/>
            <pc:sldMk cId="4029029847" sldId="297"/>
            <ac:grpSpMk id="97" creationId="{87842CA8-409B-32E6-92A0-6F5ACF0FB258}"/>
          </ac:grpSpMkLst>
        </pc:grpChg>
        <pc:grpChg chg="mod">
          <ac:chgData name="Marcos Maillot" userId="fa14b39d-e966-4ebb-a436-4f96f84b9577" providerId="ADAL" clId="{2D40D906-DE93-44E5-B192-09259B1B360B}" dt="2025-11-26T00:25:58.792" v="153"/>
          <ac:grpSpMkLst>
            <pc:docMk/>
            <pc:sldMk cId="4029029847" sldId="297"/>
            <ac:grpSpMk id="98" creationId="{E11F857D-C3F6-96DA-0427-6275F0DC32D3}"/>
          </ac:grpSpMkLst>
        </pc:grpChg>
        <pc:grpChg chg="del mod">
          <ac:chgData name="Marcos Maillot" userId="fa14b39d-e966-4ebb-a436-4f96f84b9577" providerId="ADAL" clId="{2D40D906-DE93-44E5-B192-09259B1B360B}" dt="2025-11-26T00:28:29.351" v="161"/>
          <ac:grpSpMkLst>
            <pc:docMk/>
            <pc:sldMk cId="4029029847" sldId="297"/>
            <ac:grpSpMk id="102" creationId="{7F08B012-BB9A-95B9-296B-ECA9FFAECC8B}"/>
          </ac:grpSpMkLst>
        </pc:grpChg>
        <pc:grpChg chg="del mod">
          <ac:chgData name="Marcos Maillot" userId="fa14b39d-e966-4ebb-a436-4f96f84b9577" providerId="ADAL" clId="{2D40D906-DE93-44E5-B192-09259B1B360B}" dt="2025-11-26T00:28:35.766" v="167"/>
          <ac:grpSpMkLst>
            <pc:docMk/>
            <pc:sldMk cId="4029029847" sldId="297"/>
            <ac:grpSpMk id="104" creationId="{50DE2C40-D96B-B79C-F94C-2F57D594D514}"/>
          </ac:grpSpMkLst>
        </pc:grpChg>
        <pc:grpChg chg="del mod">
          <ac:chgData name="Marcos Maillot" userId="fa14b39d-e966-4ebb-a436-4f96f84b9577" providerId="ADAL" clId="{2D40D906-DE93-44E5-B192-09259B1B360B}" dt="2025-11-26T00:28:35.766" v="167"/>
          <ac:grpSpMkLst>
            <pc:docMk/>
            <pc:sldMk cId="4029029847" sldId="297"/>
            <ac:grpSpMk id="106" creationId="{F32C7C84-2529-3F84-3124-62F65E5B9BED}"/>
          </ac:grpSpMkLst>
        </pc:grpChg>
        <pc:grpChg chg="mod">
          <ac:chgData name="Marcos Maillot" userId="fa14b39d-e966-4ebb-a436-4f96f84b9577" providerId="ADAL" clId="{2D40D906-DE93-44E5-B192-09259B1B360B}" dt="2025-11-26T00:28:35.766" v="167"/>
          <ac:grpSpMkLst>
            <pc:docMk/>
            <pc:sldMk cId="4029029847" sldId="297"/>
            <ac:grpSpMk id="110" creationId="{1A0D10F6-B6D4-C75D-273F-334F00ECEF79}"/>
          </ac:grpSpMkLst>
        </pc:grpChg>
        <pc:grpChg chg="mod">
          <ac:chgData name="Marcos Maillot" userId="fa14b39d-e966-4ebb-a436-4f96f84b9577" providerId="ADAL" clId="{2D40D906-DE93-44E5-B192-09259B1B360B}" dt="2025-11-26T00:28:35.766" v="167"/>
          <ac:grpSpMkLst>
            <pc:docMk/>
            <pc:sldMk cId="4029029847" sldId="297"/>
            <ac:grpSpMk id="111" creationId="{BB20B92A-9E5C-116F-A6B4-4858B566C115}"/>
          </ac:grpSpMkLst>
        </pc:grpChg>
        <pc:inkChg chg="add mod">
          <ac:chgData name="Marcos Maillot" userId="fa14b39d-e966-4ebb-a436-4f96f84b9577" providerId="ADAL" clId="{2D40D906-DE93-44E5-B192-09259B1B360B}" dt="2025-11-26T00:28:29.351" v="161"/>
          <ac:inkMkLst>
            <pc:docMk/>
            <pc:sldMk cId="4029029847" sldId="297"/>
            <ac:inkMk id="3" creationId="{83E1342F-CBC3-769C-E73E-5CBA4188168D}"/>
          </ac:inkMkLst>
        </pc:inkChg>
        <pc:inkChg chg="add mod">
          <ac:chgData name="Marcos Maillot" userId="fa14b39d-e966-4ebb-a436-4f96f84b9577" providerId="ADAL" clId="{2D40D906-DE93-44E5-B192-09259B1B360B}" dt="2025-11-26T00:28:29.351" v="161"/>
          <ac:inkMkLst>
            <pc:docMk/>
            <pc:sldMk cId="4029029847" sldId="297"/>
            <ac:inkMk id="4" creationId="{DAFA7DD7-0909-AD49-4244-908F07C7FC08}"/>
          </ac:inkMkLst>
        </pc:inkChg>
        <pc:inkChg chg="add">
          <ac:chgData name="Marcos Maillot" userId="fa14b39d-e966-4ebb-a436-4f96f84b9577" providerId="ADAL" clId="{2D40D906-DE93-44E5-B192-09259B1B360B}" dt="2025-11-26T00:25:04.673" v="68" actId="9405"/>
          <ac:inkMkLst>
            <pc:docMk/>
            <pc:sldMk cId="4029029847" sldId="297"/>
            <ac:inkMk id="5" creationId="{3E564D4E-1BD1-8D15-2BF7-24C7348F48D3}"/>
          </ac:inkMkLst>
        </pc:inkChg>
        <pc:inkChg chg="add">
          <ac:chgData name="Marcos Maillot" userId="fa14b39d-e966-4ebb-a436-4f96f84b9577" providerId="ADAL" clId="{2D40D906-DE93-44E5-B192-09259B1B360B}" dt="2025-11-26T00:25:05.067" v="69" actId="9405"/>
          <ac:inkMkLst>
            <pc:docMk/>
            <pc:sldMk cId="4029029847" sldId="297"/>
            <ac:inkMk id="6" creationId="{90F0C947-602F-EE14-BB03-F631146E2AD0}"/>
          </ac:inkMkLst>
        </pc:inkChg>
        <pc:inkChg chg="add">
          <ac:chgData name="Marcos Maillot" userId="fa14b39d-e966-4ebb-a436-4f96f84b9577" providerId="ADAL" clId="{2D40D906-DE93-44E5-B192-09259B1B360B}" dt="2025-11-26T00:25:05.318" v="70" actId="9405"/>
          <ac:inkMkLst>
            <pc:docMk/>
            <pc:sldMk cId="4029029847" sldId="297"/>
            <ac:inkMk id="7" creationId="{7D76E328-4C61-0EB6-D169-CBCC557F9A0E}"/>
          </ac:inkMkLst>
        </pc:inkChg>
        <pc:inkChg chg="add mod">
          <ac:chgData name="Marcos Maillot" userId="fa14b39d-e966-4ebb-a436-4f96f84b9577" providerId="ADAL" clId="{2D40D906-DE93-44E5-B192-09259B1B360B}" dt="2025-11-26T00:28:29.351" v="161"/>
          <ac:inkMkLst>
            <pc:docMk/>
            <pc:sldMk cId="4029029847" sldId="297"/>
            <ac:inkMk id="8" creationId="{CD6CD978-A1BB-C8A5-338C-24DBFAC68B7C}"/>
          </ac:inkMkLst>
        </pc:inkChg>
        <pc:inkChg chg="add">
          <ac:chgData name="Marcos Maillot" userId="fa14b39d-e966-4ebb-a436-4f96f84b9577" providerId="ADAL" clId="{2D40D906-DE93-44E5-B192-09259B1B360B}" dt="2025-11-26T00:25:05.930" v="72" actId="9405"/>
          <ac:inkMkLst>
            <pc:docMk/>
            <pc:sldMk cId="4029029847" sldId="297"/>
            <ac:inkMk id="9" creationId="{3117C3C3-74A6-C99D-0F5D-6989A6E1A304}"/>
          </ac:inkMkLst>
        </pc:inkChg>
        <pc:inkChg chg="add mod">
          <ac:chgData name="Marcos Maillot" userId="fa14b39d-e966-4ebb-a436-4f96f84b9577" providerId="ADAL" clId="{2D40D906-DE93-44E5-B192-09259B1B360B}" dt="2025-11-26T00:28:35.766" v="167"/>
          <ac:inkMkLst>
            <pc:docMk/>
            <pc:sldMk cId="4029029847" sldId="297"/>
            <ac:inkMk id="10" creationId="{C3D87083-8A74-D451-7AA0-3C50864B343D}"/>
          </ac:inkMkLst>
        </pc:inkChg>
        <pc:inkChg chg="add">
          <ac:chgData name="Marcos Maillot" userId="fa14b39d-e966-4ebb-a436-4f96f84b9577" providerId="ADAL" clId="{2D40D906-DE93-44E5-B192-09259B1B360B}" dt="2025-11-26T00:25:06.385" v="74" actId="9405"/>
          <ac:inkMkLst>
            <pc:docMk/>
            <pc:sldMk cId="4029029847" sldId="297"/>
            <ac:inkMk id="11" creationId="{41430A4A-C15D-0CDA-41BA-6D8AB91948ED}"/>
          </ac:inkMkLst>
        </pc:inkChg>
        <pc:inkChg chg="add mod">
          <ac:chgData name="Marcos Maillot" userId="fa14b39d-e966-4ebb-a436-4f96f84b9577" providerId="ADAL" clId="{2D40D906-DE93-44E5-B192-09259B1B360B}" dt="2025-11-26T00:28:26.203" v="159"/>
          <ac:inkMkLst>
            <pc:docMk/>
            <pc:sldMk cId="4029029847" sldId="297"/>
            <ac:inkMk id="12" creationId="{E0F3122D-E686-F619-D20A-34429F4701ED}"/>
          </ac:inkMkLst>
        </pc:inkChg>
        <pc:inkChg chg="add mod">
          <ac:chgData name="Marcos Maillot" userId="fa14b39d-e966-4ebb-a436-4f96f84b9577" providerId="ADAL" clId="{2D40D906-DE93-44E5-B192-09259B1B360B}" dt="2025-11-26T00:28:35.766" v="167"/>
          <ac:inkMkLst>
            <pc:docMk/>
            <pc:sldMk cId="4029029847" sldId="297"/>
            <ac:inkMk id="13" creationId="{9F3D0BD5-2726-F3D0-16F3-F43AFF2E0AC7}"/>
          </ac:inkMkLst>
        </pc:inkChg>
        <pc:inkChg chg="add mod">
          <ac:chgData name="Marcos Maillot" userId="fa14b39d-e966-4ebb-a436-4f96f84b9577" providerId="ADAL" clId="{2D40D906-DE93-44E5-B192-09259B1B360B}" dt="2025-11-26T00:28:29.351" v="161"/>
          <ac:inkMkLst>
            <pc:docMk/>
            <pc:sldMk cId="4029029847" sldId="297"/>
            <ac:inkMk id="14" creationId="{4B3970F2-D633-54D2-2178-BC560052ADD0}"/>
          </ac:inkMkLst>
        </pc:inkChg>
        <pc:inkChg chg="add mod">
          <ac:chgData name="Marcos Maillot" userId="fa14b39d-e966-4ebb-a436-4f96f84b9577" providerId="ADAL" clId="{2D40D906-DE93-44E5-B192-09259B1B360B}" dt="2025-11-26T00:28:29.351" v="161"/>
          <ac:inkMkLst>
            <pc:docMk/>
            <pc:sldMk cId="4029029847" sldId="297"/>
            <ac:inkMk id="15" creationId="{3CD3F838-EECC-CE4C-E379-A50CE0A0C500}"/>
          </ac:inkMkLst>
        </pc:inkChg>
        <pc:inkChg chg="add">
          <ac:chgData name="Marcos Maillot" userId="fa14b39d-e966-4ebb-a436-4f96f84b9577" providerId="ADAL" clId="{2D40D906-DE93-44E5-B192-09259B1B360B}" dt="2025-11-26T00:25:07.819" v="79" actId="9405"/>
          <ac:inkMkLst>
            <pc:docMk/>
            <pc:sldMk cId="4029029847" sldId="297"/>
            <ac:inkMk id="16" creationId="{464CFDA7-33B5-5F79-7C92-C204415CBA94}"/>
          </ac:inkMkLst>
        </pc:inkChg>
        <pc:inkChg chg="add mod">
          <ac:chgData name="Marcos Maillot" userId="fa14b39d-e966-4ebb-a436-4f96f84b9577" providerId="ADAL" clId="{2D40D906-DE93-44E5-B192-09259B1B360B}" dt="2025-11-26T00:28:29.351" v="161"/>
          <ac:inkMkLst>
            <pc:docMk/>
            <pc:sldMk cId="4029029847" sldId="297"/>
            <ac:inkMk id="17" creationId="{E2AC7080-79BB-233B-05D0-61C255969D4E}"/>
          </ac:inkMkLst>
        </pc:inkChg>
        <pc:inkChg chg="add">
          <ac:chgData name="Marcos Maillot" userId="fa14b39d-e966-4ebb-a436-4f96f84b9577" providerId="ADAL" clId="{2D40D906-DE93-44E5-B192-09259B1B360B}" dt="2025-11-26T00:25:08.262" v="81" actId="9405"/>
          <ac:inkMkLst>
            <pc:docMk/>
            <pc:sldMk cId="4029029847" sldId="297"/>
            <ac:inkMk id="18" creationId="{4C907A66-EF7D-E74C-87DC-5A8F99A25ACE}"/>
          </ac:inkMkLst>
        </pc:inkChg>
        <pc:inkChg chg="add mod">
          <ac:chgData name="Marcos Maillot" userId="fa14b39d-e966-4ebb-a436-4f96f84b9577" providerId="ADAL" clId="{2D40D906-DE93-44E5-B192-09259B1B360B}" dt="2025-11-26T00:25:09.239" v="83"/>
          <ac:inkMkLst>
            <pc:docMk/>
            <pc:sldMk cId="4029029847" sldId="297"/>
            <ac:inkMk id="19" creationId="{4CE01419-A607-CB86-E658-8DCB2778F629}"/>
          </ac:inkMkLst>
        </pc:inkChg>
        <pc:inkChg chg="add">
          <ac:chgData name="Marcos Maillot" userId="fa14b39d-e966-4ebb-a436-4f96f84b9577" providerId="ADAL" clId="{2D40D906-DE93-44E5-B192-09259B1B360B}" dt="2025-11-26T00:25:10.036" v="84" actId="9405"/>
          <ac:inkMkLst>
            <pc:docMk/>
            <pc:sldMk cId="4029029847" sldId="297"/>
            <ac:inkMk id="21" creationId="{DF7F2824-55B0-7D68-F89F-21FDBA20F4BC}"/>
          </ac:inkMkLst>
        </pc:inkChg>
        <pc:inkChg chg="add mod">
          <ac:chgData name="Marcos Maillot" userId="fa14b39d-e966-4ebb-a436-4f96f84b9577" providerId="ADAL" clId="{2D40D906-DE93-44E5-B192-09259B1B360B}" dt="2025-11-26T00:28:35.766" v="167"/>
          <ac:inkMkLst>
            <pc:docMk/>
            <pc:sldMk cId="4029029847" sldId="297"/>
            <ac:inkMk id="22" creationId="{F7C53D33-3BFA-4762-188D-B6D18C7FF277}"/>
          </ac:inkMkLst>
        </pc:inkChg>
        <pc:inkChg chg="add mod">
          <ac:chgData name="Marcos Maillot" userId="fa14b39d-e966-4ebb-a436-4f96f84b9577" providerId="ADAL" clId="{2D40D906-DE93-44E5-B192-09259B1B360B}" dt="2025-11-26T00:25:22.931" v="100"/>
          <ac:inkMkLst>
            <pc:docMk/>
            <pc:sldMk cId="4029029847" sldId="297"/>
            <ac:inkMk id="24" creationId="{FB182551-99FA-89F3-4C40-1870CA8944B0}"/>
          </ac:inkMkLst>
        </pc:inkChg>
        <pc:inkChg chg="add mod">
          <ac:chgData name="Marcos Maillot" userId="fa14b39d-e966-4ebb-a436-4f96f84b9577" providerId="ADAL" clId="{2D40D906-DE93-44E5-B192-09259B1B360B}" dt="2025-11-26T00:25:22.931" v="100"/>
          <ac:inkMkLst>
            <pc:docMk/>
            <pc:sldMk cId="4029029847" sldId="297"/>
            <ac:inkMk id="25" creationId="{02320052-02DF-88E0-BA86-5A9522B83CEA}"/>
          </ac:inkMkLst>
        </pc:inkChg>
        <pc:inkChg chg="add mod">
          <ac:chgData name="Marcos Maillot" userId="fa14b39d-e966-4ebb-a436-4f96f84b9577" providerId="ADAL" clId="{2D40D906-DE93-44E5-B192-09259B1B360B}" dt="2025-11-26T00:25:14.736" v="93"/>
          <ac:inkMkLst>
            <pc:docMk/>
            <pc:sldMk cId="4029029847" sldId="297"/>
            <ac:inkMk id="26" creationId="{281670FA-5523-C0D9-A808-57AAE7CFB59C}"/>
          </ac:inkMkLst>
        </pc:inkChg>
        <pc:inkChg chg="add mod">
          <ac:chgData name="Marcos Maillot" userId="fa14b39d-e966-4ebb-a436-4f96f84b9577" providerId="ADAL" clId="{2D40D906-DE93-44E5-B192-09259B1B360B}" dt="2025-11-26T00:25:14.736" v="93"/>
          <ac:inkMkLst>
            <pc:docMk/>
            <pc:sldMk cId="4029029847" sldId="297"/>
            <ac:inkMk id="27" creationId="{E745D484-52FF-2778-C732-5BAD43704E9A}"/>
          </ac:inkMkLst>
        </pc:inkChg>
        <pc:inkChg chg="add mod">
          <ac:chgData name="Marcos Maillot" userId="fa14b39d-e966-4ebb-a436-4f96f84b9577" providerId="ADAL" clId="{2D40D906-DE93-44E5-B192-09259B1B360B}" dt="2025-11-26T00:28:32.254" v="163"/>
          <ac:inkMkLst>
            <pc:docMk/>
            <pc:sldMk cId="4029029847" sldId="297"/>
            <ac:inkMk id="28" creationId="{DE00FA5C-376A-B81B-423F-2B8F3DA60C59}"/>
          </ac:inkMkLst>
        </pc:inkChg>
        <pc:inkChg chg="add mod">
          <ac:chgData name="Marcos Maillot" userId="fa14b39d-e966-4ebb-a436-4f96f84b9577" providerId="ADAL" clId="{2D40D906-DE93-44E5-B192-09259B1B360B}" dt="2025-11-26T00:28:32.254" v="163"/>
          <ac:inkMkLst>
            <pc:docMk/>
            <pc:sldMk cId="4029029847" sldId="297"/>
            <ac:inkMk id="29" creationId="{1F04C6CE-E848-A4B8-A93F-8534BF9D849B}"/>
          </ac:inkMkLst>
        </pc:inkChg>
        <pc:inkChg chg="add mod">
          <ac:chgData name="Marcos Maillot" userId="fa14b39d-e966-4ebb-a436-4f96f84b9577" providerId="ADAL" clId="{2D40D906-DE93-44E5-B192-09259B1B360B}" dt="2025-11-26T00:28:35.766" v="167"/>
          <ac:inkMkLst>
            <pc:docMk/>
            <pc:sldMk cId="4029029847" sldId="297"/>
            <ac:inkMk id="32" creationId="{0CF302E0-E6E6-98DD-5247-191234670637}"/>
          </ac:inkMkLst>
        </pc:inkChg>
        <pc:inkChg chg="add mod">
          <ac:chgData name="Marcos Maillot" userId="fa14b39d-e966-4ebb-a436-4f96f84b9577" providerId="ADAL" clId="{2D40D906-DE93-44E5-B192-09259B1B360B}" dt="2025-11-26T00:25:22.931" v="100"/>
          <ac:inkMkLst>
            <pc:docMk/>
            <pc:sldMk cId="4029029847" sldId="297"/>
            <ac:inkMk id="33" creationId="{2E05C220-D7DB-05FC-446F-B898B16BFED8}"/>
          </ac:inkMkLst>
        </pc:inkChg>
        <pc:inkChg chg="add">
          <ac:chgData name="Marcos Maillot" userId="fa14b39d-e966-4ebb-a436-4f96f84b9577" providerId="ADAL" clId="{2D40D906-DE93-44E5-B192-09259B1B360B}" dt="2025-11-26T00:25:20.251" v="96" actId="9405"/>
          <ac:inkMkLst>
            <pc:docMk/>
            <pc:sldMk cId="4029029847" sldId="297"/>
            <ac:inkMk id="34" creationId="{364D06F4-5DF0-6CA8-13A3-83328B02A449}"/>
          </ac:inkMkLst>
        </pc:inkChg>
        <pc:inkChg chg="add mod">
          <ac:chgData name="Marcos Maillot" userId="fa14b39d-e966-4ebb-a436-4f96f84b9577" providerId="ADAL" clId="{2D40D906-DE93-44E5-B192-09259B1B360B}" dt="2025-11-26T00:28:32.254" v="163"/>
          <ac:inkMkLst>
            <pc:docMk/>
            <pc:sldMk cId="4029029847" sldId="297"/>
            <ac:inkMk id="35" creationId="{7B402CA4-D6E5-D7C0-9230-FF0CD54C31ED}"/>
          </ac:inkMkLst>
        </pc:inkChg>
        <pc:inkChg chg="add mod">
          <ac:chgData name="Marcos Maillot" userId="fa14b39d-e966-4ebb-a436-4f96f84b9577" providerId="ADAL" clId="{2D40D906-DE93-44E5-B192-09259B1B360B}" dt="2025-11-26T00:28:32.254" v="163"/>
          <ac:inkMkLst>
            <pc:docMk/>
            <pc:sldMk cId="4029029847" sldId="297"/>
            <ac:inkMk id="36" creationId="{BCB41DBC-53F6-2EF0-B995-A490655FF264}"/>
          </ac:inkMkLst>
        </pc:inkChg>
        <pc:inkChg chg="add mod">
          <ac:chgData name="Marcos Maillot" userId="fa14b39d-e966-4ebb-a436-4f96f84b9577" providerId="ADAL" clId="{2D40D906-DE93-44E5-B192-09259B1B360B}" dt="2025-11-26T00:25:53.788" v="148"/>
          <ac:inkMkLst>
            <pc:docMk/>
            <pc:sldMk cId="4029029847" sldId="297"/>
            <ac:inkMk id="37" creationId="{839437BA-87D5-9CDC-64F0-B58C3FB2B1FD}"/>
          </ac:inkMkLst>
        </pc:inkChg>
        <pc:inkChg chg="add">
          <ac:chgData name="Marcos Maillot" userId="fa14b39d-e966-4ebb-a436-4f96f84b9577" providerId="ADAL" clId="{2D40D906-DE93-44E5-B192-09259B1B360B}" dt="2025-11-26T00:25:24.064" v="101" actId="9405"/>
          <ac:inkMkLst>
            <pc:docMk/>
            <pc:sldMk cId="4029029847" sldId="297"/>
            <ac:inkMk id="40" creationId="{679D4FBA-BF4A-CE32-BFAB-AB362FC0B9E3}"/>
          </ac:inkMkLst>
        </pc:inkChg>
        <pc:inkChg chg="add mod">
          <ac:chgData name="Marcos Maillot" userId="fa14b39d-e966-4ebb-a436-4f96f84b9577" providerId="ADAL" clId="{2D40D906-DE93-44E5-B192-09259B1B360B}" dt="2025-11-26T00:25:31.805" v="117"/>
          <ac:inkMkLst>
            <pc:docMk/>
            <pc:sldMk cId="4029029847" sldId="297"/>
            <ac:inkMk id="41" creationId="{066BFE7C-E322-42D5-530B-50728ADD1BF1}"/>
          </ac:inkMkLst>
        </pc:inkChg>
        <pc:inkChg chg="add">
          <ac:chgData name="Marcos Maillot" userId="fa14b39d-e966-4ebb-a436-4f96f84b9577" providerId="ADAL" clId="{2D40D906-DE93-44E5-B192-09259B1B360B}" dt="2025-11-26T00:25:25.054" v="103" actId="9405"/>
          <ac:inkMkLst>
            <pc:docMk/>
            <pc:sldMk cId="4029029847" sldId="297"/>
            <ac:inkMk id="42" creationId="{F99C5AB3-0DA2-2473-AF6B-AEB7FA7F938F}"/>
          </ac:inkMkLst>
        </pc:inkChg>
        <pc:inkChg chg="add mod">
          <ac:chgData name="Marcos Maillot" userId="fa14b39d-e966-4ebb-a436-4f96f84b9577" providerId="ADAL" clId="{2D40D906-DE93-44E5-B192-09259B1B360B}" dt="2025-11-26T00:25:31.805" v="117"/>
          <ac:inkMkLst>
            <pc:docMk/>
            <pc:sldMk cId="4029029847" sldId="297"/>
            <ac:inkMk id="43" creationId="{22FAB2B7-2F01-BA77-374A-79575AD0A9D3}"/>
          </ac:inkMkLst>
        </pc:inkChg>
        <pc:inkChg chg="add mod">
          <ac:chgData name="Marcos Maillot" userId="fa14b39d-e966-4ebb-a436-4f96f84b9577" providerId="ADAL" clId="{2D40D906-DE93-44E5-B192-09259B1B360B}" dt="2025-11-26T00:25:31.805" v="117"/>
          <ac:inkMkLst>
            <pc:docMk/>
            <pc:sldMk cId="4029029847" sldId="297"/>
            <ac:inkMk id="44" creationId="{70980A64-E48B-585F-31D2-ED213C85B0CF}"/>
          </ac:inkMkLst>
        </pc:inkChg>
        <pc:inkChg chg="add">
          <ac:chgData name="Marcos Maillot" userId="fa14b39d-e966-4ebb-a436-4f96f84b9577" providerId="ADAL" clId="{2D40D906-DE93-44E5-B192-09259B1B360B}" dt="2025-11-26T00:25:25.926" v="106" actId="9405"/>
          <ac:inkMkLst>
            <pc:docMk/>
            <pc:sldMk cId="4029029847" sldId="297"/>
            <ac:inkMk id="45" creationId="{04B49CFC-18E9-17EF-1375-B2FDDDC893CC}"/>
          </ac:inkMkLst>
        </pc:inkChg>
        <pc:inkChg chg="add">
          <ac:chgData name="Marcos Maillot" userId="fa14b39d-e966-4ebb-a436-4f96f84b9577" providerId="ADAL" clId="{2D40D906-DE93-44E5-B192-09259B1B360B}" dt="2025-11-26T00:25:26.327" v="107" actId="9405"/>
          <ac:inkMkLst>
            <pc:docMk/>
            <pc:sldMk cId="4029029847" sldId="297"/>
            <ac:inkMk id="46" creationId="{07B30524-0440-22B6-8DC2-EBFB3914573A}"/>
          </ac:inkMkLst>
        </pc:inkChg>
        <pc:inkChg chg="add mod">
          <ac:chgData name="Marcos Maillot" userId="fa14b39d-e966-4ebb-a436-4f96f84b9577" providerId="ADAL" clId="{2D40D906-DE93-44E5-B192-09259B1B360B}" dt="2025-11-26T00:25:31.805" v="117"/>
          <ac:inkMkLst>
            <pc:docMk/>
            <pc:sldMk cId="4029029847" sldId="297"/>
            <ac:inkMk id="47" creationId="{F959F874-D508-9A06-29B4-D9CAACCC0743}"/>
          </ac:inkMkLst>
        </pc:inkChg>
        <pc:inkChg chg="add">
          <ac:chgData name="Marcos Maillot" userId="fa14b39d-e966-4ebb-a436-4f96f84b9577" providerId="ADAL" clId="{2D40D906-DE93-44E5-B192-09259B1B360B}" dt="2025-11-26T00:25:27.002" v="109" actId="9405"/>
          <ac:inkMkLst>
            <pc:docMk/>
            <pc:sldMk cId="4029029847" sldId="297"/>
            <ac:inkMk id="48" creationId="{402953DD-069F-D023-DF91-1AF1260A08A9}"/>
          </ac:inkMkLst>
        </pc:inkChg>
        <pc:inkChg chg="add mod">
          <ac:chgData name="Marcos Maillot" userId="fa14b39d-e966-4ebb-a436-4f96f84b9577" providerId="ADAL" clId="{2D40D906-DE93-44E5-B192-09259B1B360B}" dt="2025-11-26T00:25:58.792" v="153"/>
          <ac:inkMkLst>
            <pc:docMk/>
            <pc:sldMk cId="4029029847" sldId="297"/>
            <ac:inkMk id="49" creationId="{D95CCF6E-3BBD-E149-BAB3-B7C75E8D3135}"/>
          </ac:inkMkLst>
        </pc:inkChg>
        <pc:inkChg chg="add">
          <ac:chgData name="Marcos Maillot" userId="fa14b39d-e966-4ebb-a436-4f96f84b9577" providerId="ADAL" clId="{2D40D906-DE93-44E5-B192-09259B1B360B}" dt="2025-11-26T00:25:29.014" v="111" actId="9405"/>
          <ac:inkMkLst>
            <pc:docMk/>
            <pc:sldMk cId="4029029847" sldId="297"/>
            <ac:inkMk id="50" creationId="{18376188-0CC4-A6C6-2B34-5C0C57B8C4B4}"/>
          </ac:inkMkLst>
        </pc:inkChg>
        <pc:inkChg chg="add">
          <ac:chgData name="Marcos Maillot" userId="fa14b39d-e966-4ebb-a436-4f96f84b9577" providerId="ADAL" clId="{2D40D906-DE93-44E5-B192-09259B1B360B}" dt="2025-11-26T00:25:29.382" v="112" actId="9405"/>
          <ac:inkMkLst>
            <pc:docMk/>
            <pc:sldMk cId="4029029847" sldId="297"/>
            <ac:inkMk id="51" creationId="{1B17B2D6-A1C9-19A5-58AA-A7C9F1F5706D}"/>
          </ac:inkMkLst>
        </pc:inkChg>
        <pc:inkChg chg="add">
          <ac:chgData name="Marcos Maillot" userId="fa14b39d-e966-4ebb-a436-4f96f84b9577" providerId="ADAL" clId="{2D40D906-DE93-44E5-B192-09259B1B360B}" dt="2025-11-26T00:25:29.810" v="113" actId="9405"/>
          <ac:inkMkLst>
            <pc:docMk/>
            <pc:sldMk cId="4029029847" sldId="297"/>
            <ac:inkMk id="52" creationId="{B02893D7-5D36-9A20-62C3-35F0EEA78DCA}"/>
          </ac:inkMkLst>
        </pc:inkChg>
        <pc:inkChg chg="add">
          <ac:chgData name="Marcos Maillot" userId="fa14b39d-e966-4ebb-a436-4f96f84b9577" providerId="ADAL" clId="{2D40D906-DE93-44E5-B192-09259B1B360B}" dt="2025-11-26T00:25:30.177" v="114" actId="9405"/>
          <ac:inkMkLst>
            <pc:docMk/>
            <pc:sldMk cId="4029029847" sldId="297"/>
            <ac:inkMk id="53" creationId="{D74563C1-F32B-9E45-A3BD-06FEF0AFC1A5}"/>
          </ac:inkMkLst>
        </pc:inkChg>
        <pc:inkChg chg="add">
          <ac:chgData name="Marcos Maillot" userId="fa14b39d-e966-4ebb-a436-4f96f84b9577" providerId="ADAL" clId="{2D40D906-DE93-44E5-B192-09259B1B360B}" dt="2025-11-26T00:25:30.644" v="115" actId="9405"/>
          <ac:inkMkLst>
            <pc:docMk/>
            <pc:sldMk cId="4029029847" sldId="297"/>
            <ac:inkMk id="54" creationId="{53A84B3F-8F69-9B08-547F-97786FD08BDE}"/>
          </ac:inkMkLst>
        </pc:inkChg>
        <pc:inkChg chg="add mod">
          <ac:chgData name="Marcos Maillot" userId="fa14b39d-e966-4ebb-a436-4f96f84b9577" providerId="ADAL" clId="{2D40D906-DE93-44E5-B192-09259B1B360B}" dt="2025-11-26T00:25:31.805" v="117"/>
          <ac:inkMkLst>
            <pc:docMk/>
            <pc:sldMk cId="4029029847" sldId="297"/>
            <ac:inkMk id="55" creationId="{B0B058D2-9004-C29E-E5F9-2B820964F4F2}"/>
          </ac:inkMkLst>
        </pc:inkChg>
        <pc:inkChg chg="add mod">
          <ac:chgData name="Marcos Maillot" userId="fa14b39d-e966-4ebb-a436-4f96f84b9577" providerId="ADAL" clId="{2D40D906-DE93-44E5-B192-09259B1B360B}" dt="2025-11-26T00:25:36.931" v="123"/>
          <ac:inkMkLst>
            <pc:docMk/>
            <pc:sldMk cId="4029029847" sldId="297"/>
            <ac:inkMk id="60" creationId="{86A91B98-D4B7-59F7-881A-B3367DEDBCED}"/>
          </ac:inkMkLst>
        </pc:inkChg>
        <pc:inkChg chg="add mod">
          <ac:chgData name="Marcos Maillot" userId="fa14b39d-e966-4ebb-a436-4f96f84b9577" providerId="ADAL" clId="{2D40D906-DE93-44E5-B192-09259B1B360B}" dt="2025-11-26T00:25:36.931" v="123"/>
          <ac:inkMkLst>
            <pc:docMk/>
            <pc:sldMk cId="4029029847" sldId="297"/>
            <ac:inkMk id="61" creationId="{441297E7-D8BF-9C1A-B38D-A3AE4CEC634E}"/>
          </ac:inkMkLst>
        </pc:inkChg>
        <pc:inkChg chg="add mod">
          <ac:chgData name="Marcos Maillot" userId="fa14b39d-e966-4ebb-a436-4f96f84b9577" providerId="ADAL" clId="{2D40D906-DE93-44E5-B192-09259B1B360B}" dt="2025-11-26T00:25:58.792" v="153"/>
          <ac:inkMkLst>
            <pc:docMk/>
            <pc:sldMk cId="4029029847" sldId="297"/>
            <ac:inkMk id="62" creationId="{C79E816A-F6AD-E3FF-ABAC-384194B710A1}"/>
          </ac:inkMkLst>
        </pc:inkChg>
        <pc:inkChg chg="add mod">
          <ac:chgData name="Marcos Maillot" userId="fa14b39d-e966-4ebb-a436-4f96f84b9577" providerId="ADAL" clId="{2D40D906-DE93-44E5-B192-09259B1B360B}" dt="2025-11-26T00:25:58.792" v="153"/>
          <ac:inkMkLst>
            <pc:docMk/>
            <pc:sldMk cId="4029029847" sldId="297"/>
            <ac:inkMk id="63" creationId="{670E44A8-8979-BFFF-B652-38B1D69CFF14}"/>
          </ac:inkMkLst>
        </pc:inkChg>
        <pc:inkChg chg="add mod">
          <ac:chgData name="Marcos Maillot" userId="fa14b39d-e966-4ebb-a436-4f96f84b9577" providerId="ADAL" clId="{2D40D906-DE93-44E5-B192-09259B1B360B}" dt="2025-11-26T00:25:36.931" v="123"/>
          <ac:inkMkLst>
            <pc:docMk/>
            <pc:sldMk cId="4029029847" sldId="297"/>
            <ac:inkMk id="64" creationId="{F11A53C7-FFB0-A627-8A57-583363EE8412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67" creationId="{EF2792D2-2544-CE23-34A9-07B63EDD8908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68" creationId="{003EF94B-162C-AC51-0EDD-35AA8229AD7F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69" creationId="{374A03BD-FB56-2D53-171E-343C57A6255B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70" creationId="{D719FF61-34D7-5136-2C68-B3598E195CF8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71" creationId="{74F4EF1A-1DE8-3758-CCEC-4953444E9693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72" creationId="{54CBFE8A-93B2-DDE9-2591-ED891E873BE0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73" creationId="{142FF88B-DCCE-01A1-9DDF-FD2A0E0B9B19}"/>
          </ac:inkMkLst>
        </pc:inkChg>
        <pc:inkChg chg="add mod">
          <ac:chgData name="Marcos Maillot" userId="fa14b39d-e966-4ebb-a436-4f96f84b9577" providerId="ADAL" clId="{2D40D906-DE93-44E5-B192-09259B1B360B}" dt="2025-11-26T00:25:46.786" v="133"/>
          <ac:inkMkLst>
            <pc:docMk/>
            <pc:sldMk cId="4029029847" sldId="297"/>
            <ac:inkMk id="74" creationId="{A2E89852-812E-CFBF-3501-41E4E3330D82}"/>
          </ac:inkMkLst>
        </pc:inkChg>
        <pc:inkChg chg="add">
          <ac:chgData name="Marcos Maillot" userId="fa14b39d-e966-4ebb-a436-4f96f84b9577" providerId="ADAL" clId="{2D40D906-DE93-44E5-B192-09259B1B360B}" dt="2025-11-26T00:25:46.124" v="132" actId="9405"/>
          <ac:inkMkLst>
            <pc:docMk/>
            <pc:sldMk cId="4029029847" sldId="297"/>
            <ac:inkMk id="75" creationId="{B41D8AF0-4982-AAB4-8BC2-D6E7569902D7}"/>
          </ac:inkMkLst>
        </pc:inkChg>
        <pc:inkChg chg="add">
          <ac:chgData name="Marcos Maillot" userId="fa14b39d-e966-4ebb-a436-4f96f84b9577" providerId="ADAL" clId="{2D40D906-DE93-44E5-B192-09259B1B360B}" dt="2025-11-26T00:25:47.820" v="134" actId="9405"/>
          <ac:inkMkLst>
            <pc:docMk/>
            <pc:sldMk cId="4029029847" sldId="297"/>
            <ac:inkMk id="77" creationId="{DBA2F192-1578-314A-7E80-21FEF1122F28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78" creationId="{1E202CA1-80AF-FB2D-8CA0-BB2C33283F21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79" creationId="{051BD74B-9878-84DA-E9A7-29709FB32E21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80" creationId="{5CBE570B-03C5-3D60-2842-F475324CF942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81" creationId="{7E63957A-976E-B143-1B2F-2D1CC5564CCB}"/>
          </ac:inkMkLst>
        </pc:inkChg>
        <pc:inkChg chg="add">
          <ac:chgData name="Marcos Maillot" userId="fa14b39d-e966-4ebb-a436-4f96f84b9577" providerId="ADAL" clId="{2D40D906-DE93-44E5-B192-09259B1B360B}" dt="2025-11-26T00:25:49.467" v="139" actId="9405"/>
          <ac:inkMkLst>
            <pc:docMk/>
            <pc:sldMk cId="4029029847" sldId="297"/>
            <ac:inkMk id="82" creationId="{5651D99B-E1EE-D818-9CF0-665976986099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83" creationId="{C3FAC871-1474-CCC6-5E87-E2AC0D12EAE9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84" creationId="{0E8A687A-DEA0-388D-FB86-CCBD0B729216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85" creationId="{B43A0DFE-86F9-28BF-FE29-3526F9F5DBBF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86" creationId="{B4F68EF2-D8B8-E613-D085-FC5C6E2C0002}"/>
          </ac:inkMkLst>
        </pc:inkChg>
        <pc:inkChg chg="add mod">
          <ac:chgData name="Marcos Maillot" userId="fa14b39d-e966-4ebb-a436-4f96f84b9577" providerId="ADAL" clId="{2D40D906-DE93-44E5-B192-09259B1B360B}" dt="2025-11-26T00:25:52.369" v="146"/>
          <ac:inkMkLst>
            <pc:docMk/>
            <pc:sldMk cId="4029029847" sldId="297"/>
            <ac:inkMk id="87" creationId="{25708BF6-4283-BA61-3448-0C2277C4BD0E}"/>
          </ac:inkMkLst>
        </pc:inkChg>
        <pc:inkChg chg="add">
          <ac:chgData name="Marcos Maillot" userId="fa14b39d-e966-4ebb-a436-4f96f84b9577" providerId="ADAL" clId="{2D40D906-DE93-44E5-B192-09259B1B360B}" dt="2025-11-26T00:25:51.375" v="145" actId="9405"/>
          <ac:inkMkLst>
            <pc:docMk/>
            <pc:sldMk cId="4029029847" sldId="297"/>
            <ac:inkMk id="88" creationId="{C7418F46-EF07-426A-AA4B-F220BFC0930F}"/>
          </ac:inkMkLst>
        </pc:inkChg>
        <pc:inkChg chg="add mod">
          <ac:chgData name="Marcos Maillot" userId="fa14b39d-e966-4ebb-a436-4f96f84b9577" providerId="ADAL" clId="{2D40D906-DE93-44E5-B192-09259B1B360B}" dt="2025-11-26T00:25:53.788" v="148"/>
          <ac:inkMkLst>
            <pc:docMk/>
            <pc:sldMk cId="4029029847" sldId="297"/>
            <ac:inkMk id="90" creationId="{70B3F775-FA51-6544-4803-4A10048D96A5}"/>
          </ac:inkMkLst>
        </pc:inkChg>
        <pc:inkChg chg="add mod">
          <ac:chgData name="Marcos Maillot" userId="fa14b39d-e966-4ebb-a436-4f96f84b9577" providerId="ADAL" clId="{2D40D906-DE93-44E5-B192-09259B1B360B}" dt="2025-11-26T00:25:58.792" v="153"/>
          <ac:inkMkLst>
            <pc:docMk/>
            <pc:sldMk cId="4029029847" sldId="297"/>
            <ac:inkMk id="92" creationId="{BDB7526B-2AEE-F10F-CC7F-FB57BEA2919F}"/>
          </ac:inkMkLst>
        </pc:inkChg>
        <pc:inkChg chg="add">
          <ac:chgData name="Marcos Maillot" userId="fa14b39d-e966-4ebb-a436-4f96f84b9577" providerId="ADAL" clId="{2D40D906-DE93-44E5-B192-09259B1B360B}" dt="2025-11-26T00:25:55.645" v="150" actId="9405"/>
          <ac:inkMkLst>
            <pc:docMk/>
            <pc:sldMk cId="4029029847" sldId="297"/>
            <ac:inkMk id="93" creationId="{083412AE-C9E2-355C-DFD5-3D11A458FA6F}"/>
          </ac:inkMkLst>
        </pc:inkChg>
        <pc:inkChg chg="add">
          <ac:chgData name="Marcos Maillot" userId="fa14b39d-e966-4ebb-a436-4f96f84b9577" providerId="ADAL" clId="{2D40D906-DE93-44E5-B192-09259B1B360B}" dt="2025-11-26T00:25:56.496" v="151" actId="9405"/>
          <ac:inkMkLst>
            <pc:docMk/>
            <pc:sldMk cId="4029029847" sldId="297"/>
            <ac:inkMk id="94" creationId="{EC266792-024C-703E-7D18-1FCC9D2D6834}"/>
          </ac:inkMkLst>
        </pc:inkChg>
        <pc:inkChg chg="add">
          <ac:chgData name="Marcos Maillot" userId="fa14b39d-e966-4ebb-a436-4f96f84b9577" providerId="ADAL" clId="{2D40D906-DE93-44E5-B192-09259B1B360B}" dt="2025-11-26T00:25:57.867" v="152" actId="9405"/>
          <ac:inkMkLst>
            <pc:docMk/>
            <pc:sldMk cId="4029029847" sldId="297"/>
            <ac:inkMk id="95" creationId="{7235CC50-8306-612F-A377-7D69D5854DA1}"/>
          </ac:inkMkLst>
        </pc:inkChg>
        <pc:inkChg chg="add">
          <ac:chgData name="Marcos Maillot" userId="fa14b39d-e966-4ebb-a436-4f96f84b9577" providerId="ADAL" clId="{2D40D906-DE93-44E5-B192-09259B1B360B}" dt="2025-11-26T00:26:05.026" v="154" actId="9405"/>
          <ac:inkMkLst>
            <pc:docMk/>
            <pc:sldMk cId="4029029847" sldId="297"/>
            <ac:inkMk id="99" creationId="{E911E237-C4D2-5370-2134-7D2055CFA37B}"/>
          </ac:inkMkLst>
        </pc:inkChg>
        <pc:inkChg chg="add">
          <ac:chgData name="Marcos Maillot" userId="fa14b39d-e966-4ebb-a436-4f96f84b9577" providerId="ADAL" clId="{2D40D906-DE93-44E5-B192-09259B1B360B}" dt="2025-11-26T00:28:24.726" v="157" actId="9405"/>
          <ac:inkMkLst>
            <pc:docMk/>
            <pc:sldMk cId="4029029847" sldId="297"/>
            <ac:inkMk id="100" creationId="{F36A5EEB-F939-D20D-6E34-9EB73F2FA80A}"/>
          </ac:inkMkLst>
        </pc:inkChg>
        <pc:inkChg chg="add mod">
          <ac:chgData name="Marcos Maillot" userId="fa14b39d-e966-4ebb-a436-4f96f84b9577" providerId="ADAL" clId="{2D40D906-DE93-44E5-B192-09259B1B360B}" dt="2025-11-26T00:28:35.766" v="167"/>
          <ac:inkMkLst>
            <pc:docMk/>
            <pc:sldMk cId="4029029847" sldId="297"/>
            <ac:inkMk id="101" creationId="{EC313D64-5AE9-F0D3-E1C3-9196C0E75301}"/>
          </ac:inkMkLst>
        </pc:inkChg>
        <pc:inkChg chg="add mod">
          <ac:chgData name="Marcos Maillot" userId="fa14b39d-e966-4ebb-a436-4f96f84b9577" providerId="ADAL" clId="{2D40D906-DE93-44E5-B192-09259B1B360B}" dt="2025-11-26T00:28:29.351" v="161"/>
          <ac:inkMkLst>
            <pc:docMk/>
            <pc:sldMk cId="4029029847" sldId="297"/>
            <ac:inkMk id="103" creationId="{D213921E-137D-2691-7EC4-70A6E1A4B04A}"/>
          </ac:inkMkLst>
        </pc:inkChg>
        <pc:inkChg chg="add mod">
          <ac:chgData name="Marcos Maillot" userId="fa14b39d-e966-4ebb-a436-4f96f84b9577" providerId="ADAL" clId="{2D40D906-DE93-44E5-B192-09259B1B360B}" dt="2025-11-26T00:28:35.766" v="167"/>
          <ac:inkMkLst>
            <pc:docMk/>
            <pc:sldMk cId="4029029847" sldId="297"/>
            <ac:inkMk id="105" creationId="{47B6BA57-879F-B0B9-90EC-3D50D08FBA1D}"/>
          </ac:inkMkLst>
        </pc:inkChg>
        <pc:inkChg chg="add">
          <ac:chgData name="Marcos Maillot" userId="fa14b39d-e966-4ebb-a436-4f96f84b9577" providerId="ADAL" clId="{2D40D906-DE93-44E5-B192-09259B1B360B}" dt="2025-11-26T00:28:32.856" v="164" actId="9405"/>
          <ac:inkMkLst>
            <pc:docMk/>
            <pc:sldMk cId="4029029847" sldId="297"/>
            <ac:inkMk id="107" creationId="{5EC29041-88CC-124A-D94C-47215D7AEBF5}"/>
          </ac:inkMkLst>
        </pc:inkChg>
        <pc:inkChg chg="add">
          <ac:chgData name="Marcos Maillot" userId="fa14b39d-e966-4ebb-a436-4f96f84b9577" providerId="ADAL" clId="{2D40D906-DE93-44E5-B192-09259B1B360B}" dt="2025-11-26T00:28:33.848" v="165" actId="9405"/>
          <ac:inkMkLst>
            <pc:docMk/>
            <pc:sldMk cId="4029029847" sldId="297"/>
            <ac:inkMk id="108" creationId="{D1F11B4B-AAB0-E2C8-BC84-8BCB9B6C33D7}"/>
          </ac:inkMkLst>
        </pc:inkChg>
        <pc:inkChg chg="add">
          <ac:chgData name="Marcos Maillot" userId="fa14b39d-e966-4ebb-a436-4f96f84b9577" providerId="ADAL" clId="{2D40D906-DE93-44E5-B192-09259B1B360B}" dt="2025-11-26T00:28:34.620" v="166" actId="9405"/>
          <ac:inkMkLst>
            <pc:docMk/>
            <pc:sldMk cId="4029029847" sldId="297"/>
            <ac:inkMk id="109" creationId="{CFF2CFE7-67D1-0155-DD2E-4C73F5738F84}"/>
          </ac:inkMkLst>
        </pc:inkChg>
      </pc:sldChg>
    </pc:docChg>
  </pc:docChgLst>
  <pc:docChgLst>
    <pc:chgData name="Marcos Maillot" userId="fa14b39d-e966-4ebb-a436-4f96f84b9577" providerId="ADAL" clId="{6875A249-7888-4363-9F92-056EB10F7CD5}"/>
    <pc:docChg chg="custSel addSld modSld">
      <pc:chgData name="Marcos Maillot" userId="fa14b39d-e966-4ebb-a436-4f96f84b9577" providerId="ADAL" clId="{6875A249-7888-4363-9F92-056EB10F7CD5}" dt="2024-11-29T21:45:30.394" v="57" actId="14100"/>
      <pc:docMkLst>
        <pc:docMk/>
      </pc:docMkLst>
      <pc:sldChg chg="modSp mod">
        <pc:chgData name="Marcos Maillot" userId="fa14b39d-e966-4ebb-a436-4f96f84b9577" providerId="ADAL" clId="{6875A249-7888-4363-9F92-056EB10F7CD5}" dt="2024-11-29T21:45:30.394" v="57" actId="14100"/>
        <pc:sldMkLst>
          <pc:docMk/>
          <pc:sldMk cId="0" sldId="278"/>
        </pc:sldMkLst>
      </pc:sldChg>
      <pc:sldChg chg="addSp delSp modSp add mod">
        <pc:chgData name="Marcos Maillot" userId="fa14b39d-e966-4ebb-a436-4f96f84b9577" providerId="ADAL" clId="{6875A249-7888-4363-9F92-056EB10F7CD5}" dt="2024-11-29T21:34:44.944" v="9" actId="1076"/>
        <pc:sldMkLst>
          <pc:docMk/>
          <pc:sldMk cId="3137623413" sldId="291"/>
        </pc:sldMkLst>
      </pc:sldChg>
      <pc:sldChg chg="addSp modSp add mod">
        <pc:chgData name="Marcos Maillot" userId="fa14b39d-e966-4ebb-a436-4f96f84b9577" providerId="ADAL" clId="{6875A249-7888-4363-9F92-056EB10F7CD5}" dt="2024-11-29T21:36:07.654" v="22" actId="1076"/>
        <pc:sldMkLst>
          <pc:docMk/>
          <pc:sldMk cId="4139229005" sldId="292"/>
        </pc:sldMkLst>
      </pc:sldChg>
      <pc:sldChg chg="addSp delSp modSp add mod">
        <pc:chgData name="Marcos Maillot" userId="fa14b39d-e966-4ebb-a436-4f96f84b9577" providerId="ADAL" clId="{6875A249-7888-4363-9F92-056EB10F7CD5}" dt="2024-11-29T21:37:21.674" v="39" actId="1076"/>
        <pc:sldMkLst>
          <pc:docMk/>
          <pc:sldMk cId="3179616302" sldId="293"/>
        </pc:sldMkLst>
      </pc:sldChg>
      <pc:sldChg chg="addSp delSp modSp add mod">
        <pc:chgData name="Marcos Maillot" userId="fa14b39d-e966-4ebb-a436-4f96f84b9577" providerId="ADAL" clId="{6875A249-7888-4363-9F92-056EB10F7CD5}" dt="2024-11-29T21:39:33.364" v="55" actId="1076"/>
        <pc:sldMkLst>
          <pc:docMk/>
          <pc:sldMk cId="1421602177" sldId="294"/>
        </pc:sldMkLst>
      </pc:sldChg>
    </pc:docChg>
  </pc:docChgLst>
  <pc:docChgLst>
    <pc:chgData name="Marcos Maillot" userId="fa14b39d-e966-4ebb-a436-4f96f84b9577" providerId="ADAL" clId="{99863556-EDB4-416E-A189-D7BEBC9D2890}"/>
    <pc:docChg chg="custSel addSld modSld sldOrd">
      <pc:chgData name="Marcos Maillot" userId="fa14b39d-e966-4ebb-a436-4f96f84b9577" providerId="ADAL" clId="{99863556-EDB4-416E-A189-D7BEBC9D2890}" dt="2025-04-08T20:00:51.115" v="134" actId="478"/>
      <pc:docMkLst>
        <pc:docMk/>
      </pc:docMkLst>
      <pc:sldChg chg="modSp mod">
        <pc:chgData name="Marcos Maillot" userId="fa14b39d-e966-4ebb-a436-4f96f84b9577" providerId="ADAL" clId="{99863556-EDB4-416E-A189-D7BEBC9D2890}" dt="2025-04-08T19:39:40.991" v="2" actId="20577"/>
        <pc:sldMkLst>
          <pc:docMk/>
          <pc:sldMk cId="0" sldId="256"/>
        </pc:sldMkLst>
      </pc:sldChg>
      <pc:sldChg chg="modSp mod">
        <pc:chgData name="Marcos Maillot" userId="fa14b39d-e966-4ebb-a436-4f96f84b9577" providerId="ADAL" clId="{99863556-EDB4-416E-A189-D7BEBC9D2890}" dt="2025-04-08T19:41:13.160" v="75" actId="20577"/>
        <pc:sldMkLst>
          <pc:docMk/>
          <pc:sldMk cId="0" sldId="257"/>
        </pc:sldMkLst>
      </pc:sldChg>
      <pc:sldChg chg="addSp delSp mod">
        <pc:chgData name="Marcos Maillot" userId="fa14b39d-e966-4ebb-a436-4f96f84b9577" providerId="ADAL" clId="{99863556-EDB4-416E-A189-D7BEBC9D2890}" dt="2025-04-08T19:48:44.570" v="80" actId="478"/>
        <pc:sldMkLst>
          <pc:docMk/>
          <pc:sldMk cId="0" sldId="272"/>
        </pc:sldMkLst>
      </pc:sldChg>
      <pc:sldChg chg="ord modNotes">
        <pc:chgData name="Marcos Maillot" userId="fa14b39d-e966-4ebb-a436-4f96f84b9577" providerId="ADAL" clId="{99863556-EDB4-416E-A189-D7BEBC9D2890}" dt="2025-04-08T19:42:14.891" v="77"/>
        <pc:sldMkLst>
          <pc:docMk/>
          <pc:sldMk cId="0" sldId="274"/>
        </pc:sldMkLst>
      </pc:sldChg>
      <pc:sldChg chg="addSp delSp modSp add mod">
        <pc:chgData name="Marcos Maillot" userId="fa14b39d-e966-4ebb-a436-4f96f84b9577" providerId="ADAL" clId="{99863556-EDB4-416E-A189-D7BEBC9D2890}" dt="2025-04-08T20:00:43.352" v="133" actId="14100"/>
        <pc:sldMkLst>
          <pc:docMk/>
          <pc:sldMk cId="3064181911" sldId="295"/>
        </pc:sldMkLst>
      </pc:sldChg>
      <pc:sldChg chg="addSp delSp modSp add mod">
        <pc:chgData name="Marcos Maillot" userId="fa14b39d-e966-4ebb-a436-4f96f84b9577" providerId="ADAL" clId="{99863556-EDB4-416E-A189-D7BEBC9D2890}" dt="2025-04-08T20:00:51.115" v="134" actId="478"/>
        <pc:sldMkLst>
          <pc:docMk/>
          <pc:sldMk cId="238751435" sldId="296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3:48.2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488 86 88 0 0,'-39'13'4533'0'0,"14"-4"-2586"0"0,0 0 1 0 0,-31 6-1 0 0,39-12-1625 0 0,1 1 1 0 0,-1 1-1 0 0,1 0 0 0 0,0 1 0 0 0,1 1 1 0 0,0 0-1 0 0,0 1 0 0 0,-16 12 0 0 0,15-6-316 0 0,0 2 0 0 0,0 0 0 0 0,2 1 0 0 0,0 0 0 0 0,1 1 0 0 0,0 1 0 0 0,2 0 0 0 0,0 1 0 0 0,1 0 0 0 0,2 0 0 0 0,0 1 0 0 0,0 0 0 0 0,2 1 0 0 0,1-1 0 0 0,-3 27 0 0 0,4-21 94 0 0,2 1 1 0 0,0 1-1 0 0,2-1 0 0 0,1 0 0 0 0,2 0 0 0 0,0 0 0 0 0,2-1 1 0 0,1 1-1 0 0,1-1 0 0 0,1 0 0 0 0,20 42 0 0 0,-15-42-120 0 0,2 0-1 0 0,1-1 0 0 0,1-1 1 0 0,1 0-1 0 0,1-1 1 0 0,37 34-1 0 0,-42-46-67 0 0,0 0-1 0 0,0-2 1 0 0,1 1 0 0 0,0-2 0 0 0,1 0-1 0 0,0-1 1 0 0,1-1 0 0 0,0 0-1 0 0,0-1 1 0 0,0-1 0 0 0,0-1 0 0 0,29 4-1 0 0,-14-6 154 0 0,0-1-1 0 0,-1-2 0 0 0,1-1 1 0 0,-1-1-1 0 0,1-2 1 0 0,-1-1-1 0 0,-1-2 0 0 0,1 0 1 0 0,46-22-1 0 0,-26 7 114 0 0,-2-3-1 0 0,-1-1 1 0 0,-1-3 0 0 0,71-59-1 0 0,-98 71-217 0 0,-1-1 0 0 0,-1-1 0 0 0,0 0-1 0 0,-2-2 1 0 0,26-41 0 0 0,-17 17-291 0 0,-2-1-1 0 0,17-52 1 0 0,-31 74 399 0 0,-2-1 0 0 0,-1 0 0 0 0,-1 0 0 0 0,-2 0-1 0 0,0-1 1 0 0,-2 1 0 0 0,-1-1 0 0 0,0 1 0 0 0,-3-1 0 0 0,0 1 0 0 0,-10-41 0 0 0,9 56-16 0 0,0 1 0 0 0,-1 0 0 0 0,0 0 0 0 0,0 1 0 0 0,-1 0 0 0 0,-1-1 0 0 0,1 2 0 0 0,-1-1 0 0 0,-1 1 0 0 0,1 0 0 0 0,-1 1 0 0 0,-1 0 0 0 0,-15-11 0 0 0,-9-3 46 0 0,0 1 1 0 0,-55-23-1 0 0,71 36-104 0 0,0 0 0 0 0,0 2 0 0 0,0 0 0 0 0,-1 1 0 0 0,0 0 0 0 0,0 2 0 0 0,0 0 0 0 0,0 1 0 0 0,0 1 0 0 0,-24 3 0 0 0,15 1-80 0 0,0 1 0 0 0,1 1-1 0 0,0 1 1 0 0,1 2-1 0 0,-1 1 1 0 0,-29 16-1 0 0,-39 18-605 0 0,-23 13-2748 0 0,44-14-3291 0 0,59-41 3128 0 0,13-2 3364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3:50.2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1 595 4 0 0,'20'-52'2869'0'0,"-10"30"-2477"0"0,0-3 16 0 0,1 0 0 0 0,1 0-1 0 0,1 1 1 0 0,2 1 0 0 0,0 1-1 0 0,27-31 1 0 0,-13 23-184 0 0,1 1 0 0 0,2 2 1 0 0,1 1-1 0 0,1 2 0 0 0,1 1 0 0 0,1 1 0 0 0,40-16 0 0 0,-25 16 37 0 0,0 2 0 0 0,2 2 0 0 0,0 3-1 0 0,94-14 1 0 0,-129 28-147 0 0,0 1-1 0 0,-1 1 1 0 0,1 0-1 0 0,0 1 1 0 0,-1 1-1 0 0,0 1 1 0 0,0 1-1 0 0,22 8 1 0 0,-25-8-38 0 0,-1 1 0 0 0,0 0 1 0 0,0 1-1 0 0,-1 1 0 0 0,0 0 1 0 0,0 0-1 0 0,-1 1 0 0 0,0 1 0 0 0,-1 0 1 0 0,15 18-1 0 0,-17-17-9 0 0,-1 1 0 0 0,0 1 0 0 0,-1-1 0 0 0,-1 1 0 0 0,0 0 0 0 0,-1 0 0 0 0,0 0 0 0 0,-1 0 0 0 0,2 19 0 0 0,0 15 314 0 0,-2 63 0 0 0,-3-107-375 0 0,-2 10-129 0 0,0 0 0 0 0,-1 0 0 0 0,-1 0 0 0 0,0 0 0 0 0,-1-1 0 0 0,0 1 0 0 0,-1-1 0 0 0,0 0 0 0 0,-1-1 0 0 0,-15 19 0 0 0,-4-5-48 0 0,-1-1 0 0 0,-2-1 0 0 0,0-2 0 0 0,-61 33 0 0 0,7-3 139 0 0,71-43-204 0 0,-1-1 1 0 0,0 0-1 0 0,0-1 0 0 0,0-1 1 0 0,-1 0-1 0 0,0-1 0 0 0,0 0 1 0 0,0-1-1 0 0,0 0 0 0 0,0-2 1 0 0,-1 1-1 0 0,-22-2 0 0 0,30-1 25 0 0,1 1 0 0 0,-1-1 0 0 0,1-1 0 0 0,-1 1 0 0 0,1-1-1 0 0,0 0 1 0 0,0 0 0 0 0,0-1 0 0 0,0 0 0 0 0,0 0 0 0 0,0 0-1 0 0,1-1 1 0 0,-1 0 0 0 0,1 0 0 0 0,0 0 0 0 0,0-1 0 0 0,1 0 0 0 0,0 0-1 0 0,-1 0 1 0 0,1 0 0 0 0,1-1 0 0 0,-1 1 0 0 0,1-1 0 0 0,0 0 0 0 0,0 0-1 0 0,1 0 1 0 0,0 0 0 0 0,0-1 0 0 0,-1-7 0 0 0,-3-25-320 0 0,4 18 317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3:51.4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2 295 96 0 0,'-1'3'4937'0'0,"8"-19"-2991"0"0,35-69-1176 0 0,-37 74-699 0 0,1 0 0 0 0,0 0 0 0 0,0 1-1 0 0,1 0 1 0 0,0 1 0 0 0,1-1 0 0 0,0 1-1 0 0,0 1 1 0 0,1-1 0 0 0,1 2 0 0 0,-1-1-1 0 0,1 1 1 0 0,0 0 0 0 0,17-7 0 0 0,-6 4 100 0 0,1 1 1 0 0,1 2 0 0 0,-1 0-1 0 0,1 1 1 0 0,0 1 0 0 0,38-2-1 0 0,-26 4 52 0 0,1 1 0 0 0,0 3 0 0 0,41 5 0 0 0,-61-4-180 0 0,0 1 0 0 0,0 0 0 0 0,0 2 0 0 0,0 0 0 0 0,0 0 0 0 0,-1 2 0 0 0,0 0 0 0 0,-1 0 0 0 0,15 11 0 0 0,-16-9 35 0 0,-1 0 1 0 0,-1 1 0 0 0,1 0-1 0 0,-2 1 1 0 0,0 0 0 0 0,0 1-1 0 0,-1 0 1 0 0,0 1 0 0 0,8 15-1 0 0,-13-20-7 0 0,-1 0-1 0 0,0 0 1 0 0,0 1-1 0 0,-1 0 0 0 0,0-1 1 0 0,0 1-1 0 0,-1 0 0 0 0,0 0 1 0 0,-1 0-1 0 0,1 0 0 0 0,-2 0 1 0 0,0 0-1 0 0,0 0 0 0 0,0 0 1 0 0,-1 0-1 0 0,-5 13 1 0 0,4-12-107 0 0,-2 0 0 0 0,1-1 0 0 0,-1 1 0 0 0,0-1 1 0 0,-1 0-1 0 0,0-1 0 0 0,-1 1 0 0 0,1-1 1 0 0,-2-1-1 0 0,1 1 0 0 0,-1-1 0 0 0,0 0 0 0 0,0-1 1 0 0,-11 6-1 0 0,-7 3-1538 0 0,-1-2 0 0 0,-1-1 0 0 0,-47 15 0 0 0,66-24 793 0 0,1 1-1 0 0,-1 0 1 0 0,1 1-1 0 0,1 0 1 0 0,-1 0 0 0 0,-13 13-1 0 0,5-5 145 0 0,7-7 420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3:53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802 206 12 0 0,'0'0'176'0'0,"-2"-5"3254"0"0,-9-11-2528 0 0,-8 9-786 0 0,0 1 1 0 0,-1 0 0 0 0,0 1-1 0 0,0 1 1 0 0,0 2 0 0 0,0-1-1 0 0,-1 2 1 0 0,1 1-1 0 0,-1 1 1 0 0,1 0 0 0 0,0 2-1 0 0,-1 0 1 0 0,1 1 0 0 0,-20 7-1 0 0,8-1-68 0 0,2 1-1 0 0,-1 2 1 0 0,2 1-1 0 0,0 1 1 0 0,0 2 0 0 0,2 0-1 0 0,0 2 1 0 0,-26 24-1 0 0,37-27 68 0 0,1 1 0 0 0,1 0 0 0 0,0 1 0 0 0,2 0-1 0 0,0 1 1 0 0,1 0 0 0 0,1 1 0 0 0,0 1 0 0 0,-9 32 0 0 0,7-14 135 0 0,2 0 0 0 0,2 0 1 0 0,1 1-1 0 0,-2 57 0 0 0,8-66-178 0 0,1 0-1 0 0,1 1 1 0 0,2-1-1 0 0,1 0 0 0 0,2-1 1 0 0,1 1-1 0 0,1-1 0 0 0,2 0 1 0 0,1-1-1 0 0,1 0 0 0 0,1-1 1 0 0,1 0-1 0 0,2-2 0 0 0,1 1 1 0 0,1-2-1 0 0,36 40 0 0 0,-25-33 1 0 0,1-2 0 0 0,2 0 0 0 0,1-2 0 0 0,1-2-1 0 0,2-1 1 0 0,0-1 0 0 0,1-3 0 0 0,2-1 0 0 0,0-1 0 0 0,1-2-1 0 0,0-2 1 0 0,2-2 0 0 0,-1-2 0 0 0,56 8 0 0 0,-40-12 296 0 0,1-2 0 0 0,0-3 0 0 0,-1-3 0 0 0,1-2 0 0 0,0-2 1 0 0,-1-3-1 0 0,0-3 0 0 0,102-32 0 0 0,-123 30-407 0 0,0-2 0 0 0,-1-1-1 0 0,-1-1 1 0 0,-1-2 0 0 0,0-2-1 0 0,-2-1 1 0 0,0-1 0 0 0,-2-1 0 0 0,0-2-1 0 0,-2-1 1 0 0,-1-1 0 0 0,-1-1 0 0 0,-2-2-1 0 0,26-41 1 0 0,-31 38 113 0 0,-2-1 0 0 0,-1-1 0 0 0,-2 0 0 0 0,-2 0 0 0 0,-1-1 1 0 0,-2-1-1 0 0,-1 1 0 0 0,-2-2 0 0 0,-2 1 0 0 0,-1 0 0 0 0,-2 0 0 0 0,-2-1 0 0 0,-2 1 0 0 0,-1 0 0 0 0,-1 1 0 0 0,-3-1 1 0 0,-15-44-1 0 0,12 49-27 0 0,-1 0 1 0 0,-2 1 0 0 0,-1 1 0 0 0,-2 0 0 0 0,-1 1-1 0 0,-1 1 1 0 0,-1 1 0 0 0,-33-33 0 0 0,33 40 164 0 0,-1 2 0 0 0,-1 0 0 0 0,0 1 0 0 0,-2 2 0 0 0,0 0 0 0 0,0 2 0 0 0,-1 1 0 0 0,-1 1 0 0 0,0 1 0 0 0,-48-12 0 0 0,38 15-384 0 0,-2 1-1 0 0,1 2 0 0 0,-1 2 0 0 0,0 2 1 0 0,-75 7-1 0 0,37 4-4889 0 0,-147 41 0 0 0,213-48 3825 0 0,-1-1 0 0 0,1 0 1 0 0,0 0-1 0 0,-19-1 0 0 0,30-1 906 0 0,-1-1 59 0 0,-2-2 43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3:54.0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1 685 16 0 0,'8'-40'2842'0'0,"0"10"-2568"0"0,1 0 1 0 0,2 1 0 0 0,1-1 0 0 0,1 2 0 0 0,2 0 0 0 0,1 1 0 0 0,0 0 0 0 0,3 1-1 0 0,0 1 1 0 0,1 1 0 0 0,1 1 0 0 0,1 1 0 0 0,1 1 0 0 0,1 0 0 0 0,1 2-1 0 0,1 1 1 0 0,1 1 0 0 0,42-20 0 0 0,8 5-227 0 0,1 3 0 0 0,1 3 0 0 0,1 4 0 0 0,120-17 0 0 0,-126 31-9 0 0,0 3 0 0 0,0 3 0 0 0,0 4 1 0 0,0 2-1 0 0,78 16 0 0 0,-122-14 1 0 0,0 0 0 0 0,0 2 0 0 0,-1 2 0 0 0,0 0 0 0 0,-1 2 0 0 0,-1 1 0 0 0,0 1 0 0 0,0 2 1 0 0,-1 0-1 0 0,-1 2 0 0 0,-1 1 0 0 0,-1 0 0 0 0,-1 2 0 0 0,0 1 0 0 0,-1 0 0 0 0,-2 2 0 0 0,0 0 0 0 0,-2 1 0 0 0,-1 1 1 0 0,0 1-1 0 0,-2 0 0 0 0,-2 1 0 0 0,14 38 0 0 0,-19-41-70 0 0,-1 0 0 0 0,-1 0 0 0 0,-1 0-1 0 0,-1 0 1 0 0,-2 1 0 0 0,0 0 0 0 0,-5 43 0 0 0,1-52 53 0 0,0 1-1 0 0,-2-1 1 0 0,0 0-1 0 0,-1-1 1 0 0,0 1-1 0 0,-1-1 1 0 0,-1-1 0 0 0,-1 1-1 0 0,0-1 1 0 0,-1-1-1 0 0,0 1 1 0 0,-14 12 0 0 0,1-4 28 0 0,0-1 0 0 0,-2-1 0 0 0,-1-1 0 0 0,0-1 0 0 0,-1-2 0 0 0,-1 0 0 0 0,-37 14 0 0 0,29-15-672 0 0,-1-2 0 0 0,-1-2 1 0 0,-1-1-1 0 0,1-2 0 0 0,-61 6 0 0 0,85-14 275 0 0,0 0 0 0 0,0-1 0 0 0,0 0 0 0 0,0-2-1 0 0,1 1 1 0 0,-1-1 0 0 0,0-1 0 0 0,0-1 0 0 0,1 0 0 0 0,0 0 0 0 0,0-2-1 0 0,0 1 1 0 0,1-2 0 0 0,-1 1 0 0 0,2-2 0 0 0,-21-15 0 0 0,16 7 105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3:54.9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10 450 4 0 0,'-1'-2'126'0'0,"-1"0"0"0"0,1 0 0 0 0,0 0-1 0 0,0-1 1 0 0,0 1 0 0 0,1-1 0 0 0,-1 1 0 0 0,0 0 0 0 0,1-1 0 0 0,0 1-1 0 0,0-1 1 0 0,-1 1 0 0 0,1-1 0 0 0,1 1 0 0 0,-1-1 0 0 0,0 1-1 0 0,1-1 1 0 0,-1 1 0 0 0,2-4 0 0 0,14-48 324 0 0,-9 39-279 0 0,0 1-1 0 0,1 0 1 0 0,0 1 0 0 0,1 0-1 0 0,1 0 1 0 0,0 1-1 0 0,0 0 1 0 0,1 1 0 0 0,1 0-1 0 0,25-18 1 0 0,3 1 210 0 0,0 3 0 0 0,58-27 0 0 0,-65 37-343 0 0,0 1 0 0 0,0 3 0 0 0,1 0 0 0 0,1 2 0 0 0,-1 2 1 0 0,72-7-1 0 0,-83 13-22 0 0,-1 0 0 0 0,1 2 1 0 0,0 0-1 0 0,-1 2 0 0 0,1 0 1 0 0,-1 2-1 0 0,0 0 0 0 0,0 2 1 0 0,0 0-1 0 0,-1 2 0 0 0,0 0 1 0 0,20 12-1 0 0,-32-15 55 0 0,0-1 0 0 0,0 1 0 0 0,0 1 0 0 0,-1-1 1 0 0,0 1-1 0 0,-1 1 0 0 0,1 0 0 0 0,-1 0 0 0 0,-1 0 0 0 0,1 1 0 0 0,-2 0 0 0 0,1 0 1 0 0,-1 0-1 0 0,0 1 0 0 0,-1 0 0 0 0,0 0 0 0 0,-1 0 0 0 0,0 0 0 0 0,-1 0 0 0 0,0 1 1 0 0,0-1-1 0 0,-1 1 0 0 0,0 0 0 0 0,-1-1 0 0 0,-1 1 0 0 0,1 0 0 0 0,-5 20 0 0 0,0-10-155 0 0,0 0-1 0 0,-2 0 0 0 0,0-1 0 0 0,-1 1 0 0 0,-1-2 0 0 0,-1 1 1 0 0,-13 19-1 0 0,11-22-485 0 0,0 0-1 0 0,-2-1 1 0 0,0 0 0 0 0,0-1 0 0 0,-1-1-1 0 0,-1 0 1 0 0,-1-1 0 0 0,0-1 0 0 0,0 0 0 0 0,-1-2-1 0 0,-1 0 1 0 0,-23 9 0 0 0,28-13 356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3:59.637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270 145 84 0 0,'-41'-19'4604'0'0,"41"19"-4496"0"0,8-24 712 0 0,-6 23-800 0 0,-1 1 0 0 0,0-1 0 0 0,0 1 1 0 0,0 0-1 0 0,1-1 0 0 0,-1 1 0 0 0,0 0 0 0 0,1 0 0 0 0,-1 0 1 0 0,0-1-1 0 0,1 2 0 0 0,-1-1 0 0 0,0 0 0 0 0,1 0 0 0 0,-1 0 1 0 0,0 0-1 0 0,0 1 0 0 0,1-1 0 0 0,-1 1 0 0 0,0-1 1 0 0,0 1-1 0 0,0-1 0 0 0,1 1 0 0 0,-1 0 0 0 0,0 0 0 0 0,0-1 1 0 0,0 1-1 0 0,0 0 0 0 0,0 0 0 0 0,0 0 0 0 0,-1 0 0 0 0,1 0 1 0 0,0 0-1 0 0,0 0 0 0 0,-1 1 0 0 0,1-1 0 0 0,-1 0 0 0 0,1 0 1 0 0,-1 0-1 0 0,1 1 0 0 0,-1-1 0 0 0,0 0 0 0 0,1 2 1 0 0,0 0 104 0 0,-1 0 1 0 0,1 0 0 0 0,0 0 0 0 0,-1 0 0 0 0,0 0 0 0 0,0 0 0 0 0,0 0 0 0 0,0 0 0 0 0,0 1 0 0 0,-1-1 0 0 0,1 0 0 0 0,-1 0-1 0 0,0 0 1 0 0,0 0 0 0 0,0-1 0 0 0,-2 6 0 0 0,0-6-48 0 0,0 1 0 0 0,0-1 0 0 0,0 0 0 0 0,0 0 0 0 0,0 0 0 0 0,-1 0 0 0 0,1-1 0 0 0,0 1-1 0 0,-1-1 1 0 0,0 0 0 0 0,1 0 0 0 0,-1 0 0 0 0,1 0 0 0 0,-1-1 0 0 0,0 1 0 0 0,0-1 0 0 0,1 0 0 0 0,-1 0 0 0 0,0-1 0 0 0,0 1 0 0 0,1-1-1 0 0,-1 0 1 0 0,0 0 0 0 0,1 0 0 0 0,-1 0 0 0 0,1-1 0 0 0,0 1 0 0 0,-6-4 0 0 0,-1 0-106 0 0,-1 0 0 0 0,1-1 0 0 0,0 0 0 0 0,1-1 0 0 0,0 0 0 0 0,0-1 0 0 0,0 0 0 0 0,-8-10 0 0 0,16 17 14 0 0,-1-1-1 0 0,0 0 1 0 0,1 0 0 0 0,0 0-1 0 0,-1-1 1 0 0,1 1-1 0 0,0 0 1 0 0,0 0 0 0 0,0-1-1 0 0,1 1 1 0 0,-1 0-1 0 0,1-1 1 0 0,-1 1-1 0 0,1-1 1 0 0,0 1 0 0 0,0-1-1 0 0,0 1 1 0 0,0-1-1 0 0,0 1 1 0 0,0-1 0 0 0,1 1-1 0 0,-1-1 1 0 0,1 1-1 0 0,0 0 1 0 0,-1-1-1 0 0,1 1 1 0 0,0 0 0 0 0,1 0-1 0 0,-1-1 1 0 0,0 1-1 0 0,1 0 1 0 0,-1 0-1 0 0,1 0 1 0 0,1-1 0 0 0,0 0 9 0 0,1 0 0 0 0,-1 0 0 0 0,1 0 1 0 0,0 1-1 0 0,0-1 0 0 0,0 1 0 0 0,0 0 1 0 0,0 0-1 0 0,0 1 0 0 0,0-1 1 0 0,0 1-1 0 0,1 0 0 0 0,-1 0 0 0 0,1 0 1 0 0,-1 1-1 0 0,1 0 0 0 0,-1 0 0 0 0,5 0 1 0 0,-1 1 22 0 0,-1 1 1 0 0,0 0 0 0 0,0 1 0 0 0,0-1 0 0 0,0 1-1 0 0,0 1 1 0 0,0-1 0 0 0,10 8 0 0 0,-16-10-10 0 0,1 0 1 0 0,-1 0-1 0 0,1 0 1 0 0,-1 0-1 0 0,0 0 0 0 0,0 0 1 0 0,1 0-1 0 0,-1 0 1 0 0,0 0-1 0 0,0 0 1 0 0,0 1-1 0 0,0-1 1 0 0,0 0-1 0 0,-1 1 1 0 0,1-1-1 0 0,0 1 0 0 0,0-1 1 0 0,-1 1-1 0 0,1-1 1 0 0,-1 1-1 0 0,0 0 1 0 0,1-1-1 0 0,-1 1 1 0 0,0 0-1 0 0,0-1 1 0 0,0 1-1 0 0,0-1 0 0 0,0 1 1 0 0,-1 0-1 0 0,1-1 1 0 0,0 1-1 0 0,-1 0 1 0 0,1-1-1 0 0,-1 1 1 0 0,1-1-1 0 0,-1 1 1 0 0,0-1-1 0 0,0 0 0 0 0,0 1 1 0 0,0-1-1 0 0,0 0 1 0 0,0 1-1 0 0,0-1 1 0 0,0 0-1 0 0,-3 2 1 0 0,2-1-212 0 0,-1 0 0 0 0,0 0 1 0 0,0-1-1 0 0,0 1 1 0 0,0-1-1 0 0,0 0 0 0 0,0 1 1 0 0,-1-2-1 0 0,1 1 0 0 0,0 0 1 0 0,-1 0-1 0 0,1-1 1 0 0,0 0-1 0 0,-1 0 0 0 0,1 0 1 0 0,0 0-1 0 0,-1 0 1 0 0,1-1-1 0 0,0 1 0 0 0,-1-1 1 0 0,1 0-1 0 0,0 0 0 0 0,0 0 1 0 0,0-1-1 0 0,-6-2 1 0 0,-8-5-877 0 0,0-1 0 0 0,1-1 1 0 0,-20-16-1 0 0,19 14 844 0 0,-16-15-349 0 0,17 14 359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01.03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48 1 116 0 0,'-47'9'3341'0'0,"47"-9"-3102"0"0,90 0 2130 0 0,-49 1-2245 0 0,0 2 0 0 0,0 2 0 0 0,-1 2 0 0 0,0 1 0 0 0,0 2 0 0 0,-1 2 0 0 0,0 2 0 0 0,-1 1 0 0 0,0 2 0 0 0,-2 1 0 0 0,66 45 0 0 0,-82-47 155 0 0,0 1-1 0 0,-2 1 1 0 0,0 0-1 0 0,0 2 1 0 0,-2 0-1 0 0,-1 1 1 0 0,16 28-1 0 0,2 11 372 0 0,36 96-1 0 0,-45-106-555 0 0,1-2 0 0 0,3-1 0 0 0,63 82 0 0 0,-53-81-339 0 0,2-2 0 0 0,2-2 1 0 0,2-1-1 0 0,2-3 0 0 0,70 48 1 0 0,-98-77 184 0 0,1-2 0 0 0,1 0 0 0 0,-1-1 0 0 0,41 10 0 0 0,34 14-22 0 0,-58-16 573 0 0,2-1 1 0 0,0-2 0 0 0,57 12 0 0 0,-66-15-1414 0 0,-46-15-6333 0 0,-67-38 4477 0 0,51 25 2399 0 0,7 3 168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02.034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8 0 60 0 0,'-8'10'6064'0'0,"27"-11"-6253"0"0,40 1 436 0 0,1 3-1 0 0,-1 2 0 0 0,1 3 1 0 0,-2 2-1 0 0,1 3 1 0 0,68 24-1 0 0,-98-25-109 0 0,-1 0 0 0 0,-1 2-1 0 0,0 1 1 0 0,-1 1 0 0 0,0 2 0 0 0,-1 0 0 0 0,-1 1-1 0 0,-1 2 1 0 0,-1 0 0 0 0,-1 2 0 0 0,-1 0-1 0 0,28 43 1 0 0,-28-34-55 0 0,2-1 0 0 0,1 0 0 0 0,1-2 0 0 0,1 0-1 0 0,2-2 1 0 0,0-1 0 0 0,2-1 0 0 0,1-2 0 0 0,1-1 0 0 0,1-1-1 0 0,44 21 1 0 0,-6-7 63 0 0,148 62 646 0 0,-190-87-642 0 0,1-1 0 0 0,0-2 0 0 0,0-1-1 0 0,1-1 1 0 0,58 2 0 0 0,-57-8 153 0 0,56-8 0 0 0,-9-9 486 0 0,-78 18-911 0 0,-1 0 1 0 0,1 0 0 0 0,0 0 0 0 0,0 0 0 0 0,0 0-1 0 0,0 0 1 0 0,0 0 0 0 0,0 0 0 0 0,0 0 0 0 0,0 0-1 0 0,-1 0 1 0 0,1 0 0 0 0,0 0 0 0 0,0 0 0 0 0,-17-11-9134 0 0,-18 0 7884 0 0,-13-2 427 0 0,28 10 730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02.95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2 207 88 0 0,'-2'2'3688'0'0,"8"-12"-2829"0"0,15-17-681 0 0,-3 10-40 0 0,0 1 0 0 0,1 1 1 0 0,1 0-1 0 0,1 2 0 0 0,0 0 0 0 0,0 2 0 0 0,1 0 0 0 0,0 2 0 0 0,1 0 0 0 0,36-9 1 0 0,-2 8 182 0 0,0 3-1 0 0,0 2 1 0 0,1 2 0 0 0,82 8 0 0 0,229 42 415 0 0,-306-37-717 0 0,451 115 749 0 0,-372-85-100 0 0,171 74 0 0 0,-273-97-498 0 0,0-2 1 0 0,2-1-1 0 0,-1-3 0 0 0,2-1 1 0 0,74 7-1 0 0,-94-17 75 0 0,0 0-1 0 0,1-1 1 0 0,-1-2-1 0 0,0 0 0 0 0,-1-2 1 0 0,1 0-1 0 0,-1-1 1 0 0,0-2-1 0 0,0 0 1 0 0,-1-1-1 0 0,37-22 0 0 0,-56 29 54 0 0,13-7 458 0 0,-6-1-4189 0 0,-9 8 3037 0 0,-1 1-1 0 0,0 0 1 0 0,0-1 0 0 0,0 1 0 0 0,0 0 0 0 0,0 0 0 0 0,0-1-1 0 0,0 1 1 0 0,0 0 0 0 0,0 0 0 0 0,0 0 0 0 0,-1 1 0 0 0,1-1-1 0 0,-1 0 1 0 0,1 0 0 0 0,0 1 0 0 0,-1-1 0 0 0,1 0 0 0 0,-3 0-1 0 0,-94-46-3804 0 0,78 39 3970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03.83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122 209 156 0 0,'0'0'86'0'0,"-1"1"0"0"0,1-1 0 0 0,0 0 1 0 0,0 0-1 0 0,-1 1 0 0 0,1-1 0 0 0,0 0 0 0 0,-1 0 0 0 0,1 0 1 0 0,0 0-1 0 0,-1 0 0 0 0,1 1 0 0 0,0-1 0 0 0,-1 0 0 0 0,1 0 1 0 0,0 0-1 0 0,-1 0 0 0 0,1 0 0 0 0,0 0 0 0 0,-1 0 0 0 0,1 0 1 0 0,-1 0-1 0 0,1 0 0 0 0,0-1 0 0 0,-1 1 0 0 0,1 0 0 0 0,0 0 1 0 0,-1 0-1 0 0,1 0 0 0 0,0 0 0 0 0,-1-1 0 0 0,1 1 0 0 0,0 0 1 0 0,0 0-1 0 0,-1 0 0 0 0,1-1 0 0 0,0 1 0 0 0,0 0 0 0 0,-1-1 0 0 0,-9-19 1102 0 0,9 15-1060 0 0,-1 1-1 0 0,1-1 1 0 0,0 1 0 0 0,1-1 0 0 0,-1 0-1 0 0,1 1 1 0 0,0-9 0 0 0,1 10-118 0 0,0 1 0 0 0,0-1 1 0 0,0 1-1 0 0,0 0 0 0 0,1-1 1 0 0,-1 1-1 0 0,0 0 0 0 0,1 0 1 0 0,0 0-1 0 0,-1 0 0 0 0,1 0 1 0 0,0 1-1 0 0,0-1 0 0 0,0 0 1 0 0,0 1-1 0 0,0-1 0 0 0,1 1 1 0 0,-1 0-1 0 0,0 0 0 0 0,1 0 0 0 0,-1 0 1 0 0,1 0-1 0 0,-1 0 0 0 0,1 1 1 0 0,-1-1-1 0 0,1 1 0 0 0,-1 0 1 0 0,1 0-1 0 0,0 0 0 0 0,-1 0 1 0 0,1 0-1 0 0,-1 0 0 0 0,1 1 1 0 0,-1-1-1 0 0,1 1 0 0 0,-1 0 0 0 0,1 0 1 0 0,2 1-1 0 0,-2-1 18 0 0,1 0-1 0 0,-1 0 1 0 0,0 1-1 0 0,0-1 1 0 0,0 1 0 0 0,0 0-1 0 0,-1 0 1 0 0,1 0-1 0 0,0 0 1 0 0,-1 0 0 0 0,1 0-1 0 0,-1 1 1 0 0,0-1-1 0 0,0 1 1 0 0,0 0-1 0 0,0-1 1 0 0,0 1 0 0 0,-1 0-1 0 0,1 0 1 0 0,-1 0-1 0 0,0 1 1 0 0,0-1 0 0 0,0 0-1 0 0,0 0 1 0 0,0 1-1 0 0,-1-1 1 0 0,1 0 0 0 0,-1 1-1 0 0,0-1 1 0 0,-1 5-1 0 0,1-6 17 0 0,0 0-1 0 0,-1 0 1 0 0,0 1-1 0 0,1-1 1 0 0,-1 0-1 0 0,0 0 0 0 0,0 0 1 0 0,0 0-1 0 0,0 0 1 0 0,0 0-1 0 0,-1 0 1 0 0,1-1-1 0 0,-1 1 1 0 0,1 0-1 0 0,-1-1 0 0 0,1 1 1 0 0,-1-1-1 0 0,0 0 1 0 0,0 1-1 0 0,0-1 1 0 0,0 0-1 0 0,-2 1 1 0 0,0-1 5 0 0,0 0 0 0 0,1 0 1 0 0,-1 0-1 0 0,0-1 0 0 0,0 1 1 0 0,0-1-1 0 0,1 0 0 0 0,-1 0 1 0 0,0-1-1 0 0,0 1 0 0 0,1-1 1 0 0,-7-1-1 0 0,5 0-24 0 0,0 1 0 0 0,1-1-1 0 0,-1 1 1 0 0,1-1 0 0 0,-1 0 0 0 0,1-1 0 0 0,0 1 0 0 0,0-1-1 0 0,0 0 1 0 0,0 0 0 0 0,1 0 0 0 0,-1 0 0 0 0,1-1 0 0 0,-1 0-1 0 0,1 1 1 0 0,1-1 0 0 0,-1 0 0 0 0,0 0 0 0 0,1-1 0 0 0,0 1-1 0 0,-3-9 1 0 0,4 8-56 0 0,1 0-1 0 0,0 0 0 0 0,0 0 1 0 0,0 0-1 0 0,1 0 0 0 0,0 0 1 0 0,0 0-1 0 0,0 0 1 0 0,1 1-1 0 0,-1-1 0 0 0,1 0 1 0 0,0 1-1 0 0,0-1 0 0 0,1 1 1 0 0,-1 0-1 0 0,1 0 1 0 0,0 0-1 0 0,0 0 0 0 0,1 0 1 0 0,-1 1-1 0 0,1-1 0 0 0,0 1 1 0 0,0 0-1 0 0,0 0 1 0 0,0 0-1 0 0,0 1 0 0 0,0-1 1 0 0,1 1-1 0 0,0 0 0 0 0,5-1 1 0 0,-5 1 15 0 0,0 0 0 0 0,1 0 0 0 0,-1 1 0 0 0,1-1 0 0 0,-1 1 0 0 0,1 1 0 0 0,-1-1-1 0 0,1 1 1 0 0,0 0 0 0 0,-1 0 0 0 0,1 1 0 0 0,0-1 0 0 0,-1 1 0 0 0,1 1 0 0 0,-1-1 0 0 0,0 1 0 0 0,1 0 0 0 0,-1 0 0 0 0,0 0 0 0 0,0 1 0 0 0,0 0 0 0 0,0 0 0 0 0,-1 0 0 0 0,1 0 0 0 0,-1 1 0 0 0,7 7 0 0 0,-8-8 81 0 0,-1 0 1 0 0,0 0-1 0 0,-1 0 1 0 0,1 1-1 0 0,0-1 1 0 0,-1 0-1 0 0,0 1 1 0 0,0-1-1 0 0,0 1 1 0 0,0-1-1 0 0,0 1 1 0 0,-1 0-1 0 0,0-1 1 0 0,1 1-1 0 0,-2 0 1 0 0,1-1-1 0 0,0 1 1 0 0,-1 0-1 0 0,1-1 1 0 0,-1 1-1 0 0,0-1 1 0 0,0 1-1 0 0,0-1 0 0 0,-1 1 1 0 0,1-1-1 0 0,-1 0 1 0 0,0 0-1 0 0,0 0 1 0 0,0 0-1 0 0,0 0 1 0 0,-1 0-1 0 0,1 0 1 0 0,-1-1-1 0 0,1 1 1 0 0,-5 2-1 0 0,1 0-42 0 0,1 0-1 0 0,-1-1 1 0 0,0 1-1 0 0,-1-1 0 0 0,1-1 1 0 0,-1 1-1 0 0,0-1 0 0 0,1 0 1 0 0,-2-1-1 0 0,1 1 1 0 0,0-1-1 0 0,0-1 0 0 0,-1 1 1 0 0,1-1-1 0 0,0-1 1 0 0,-14 0-1 0 0,14-1-326 0 0,0 0 1 0 0,0-1-1 0 0,0 0 0 0 0,1-1 1 0 0,-1 1-1 0 0,1-1 1 0 0,0 0-1 0 0,-1-1 0 0 0,2 0 1 0 0,-1 0-1 0 0,0 0 0 0 0,1 0 1 0 0,0-1-1 0 0,0 0 0 0 0,0 0 1 0 0,0-1-1 0 0,1 1 1 0 0,-6-10-1 0 0,5 6-72 0 0,0 0 0 0 0,1-1 0 0 0,0 1 0 0 0,1-1 0 0 0,0 0 0 0 0,0 0 0 0 0,1 0 0 0 0,1-1-1 0 0,-1 1 1 0 0,2-1 0 0 0,0-19 0 0 0,2 14 161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04.49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233 175 20 0 0,'-14'11'1279'0'0,"-3"3"1400"0"0,16-14-2638 0 0,0 0 1 0 0,1 0-1 0 0,-1 0 1 0 0,0 0 0 0 0,1 0-1 0 0,-1 0 1 0 0,1 0-1 0 0,-1 0 1 0 0,0 0-1 0 0,1-1 1 0 0,-1 1 0 0 0,1 0-1 0 0,-1-1 1 0 0,0 1-1 0 0,1 0 1 0 0,-1-1 0 0 0,1 1-1 0 0,-1 0 1 0 0,1-1-1 0 0,-1 1 1 0 0,1-1-1 0 0,0 1 1 0 0,-1-1 0 0 0,1 1-1 0 0,0-1 1 0 0,-1 0-1 0 0,1 1 1 0 0,0-1-1 0 0,-1 1 1 0 0,1-1 0 0 0,0 0-1 0 0,0 1 1 0 0,0-1-1 0 0,0 1 1 0 0,0-2 0 0 0,-6-18 830 0 0,10 13-443 0 0,-1 7-419 0 0,0 1 0 0 0,0 0-1 0 0,0-1 1 0 0,-1 1-1 0 0,1 0 1 0 0,0 1 0 0 0,-1-1-1 0 0,1 0 1 0 0,-1 1-1 0 0,4 2 1 0 0,-2-2 72 0 0,0 1 0 0 0,0 0 0 0 0,-1 0 0 0 0,1 0 0 0 0,-1 0 0 0 0,1 1 0 0 0,-1-1 0 0 0,0 1 0 0 0,-1 0 0 0 0,1 0 0 0 0,-1 0 0 0 0,1 0 0 0 0,-1 1 0 0 0,0-1 0 0 0,-1 1 0 0 0,1-1-1 0 0,-1 1 1 0 0,0-1 0 0 0,0 1 0 0 0,0 0 0 0 0,-1 0 0 0 0,0-1 0 0 0,0 1 0 0 0,0 8 0 0 0,-1-10-8 0 0,0 1 0 0 0,1-1 0 0 0,-1 1 0 0 0,-1-1 0 0 0,1 0 0 0 0,0 1 0 0 0,-1-1 0 0 0,0 0 0 0 0,1 0 0 0 0,-1 0 0 0 0,-1 0 0 0 0,1 0 0 0 0,0 0 0 0 0,-1-1 0 0 0,1 1 0 0 0,-1-1 0 0 0,0 0 0 0 0,0 0 0 0 0,0 0 0 0 0,0 0 0 0 0,0 0 0 0 0,0 0 0 0 0,0-1 0 0 0,-1 0 0 0 0,1 1 0 0 0,0-1 0 0 0,-1-1 0 0 0,1 1-1 0 0,-1 0 1 0 0,1-1 0 0 0,-1 0 0 0 0,-7 0 0 0 0,1 0 17 0 0,-1 0 0 0 0,0-1 0 0 0,1-1 0 0 0,-1 0-1 0 0,1 0 1 0 0,-1-1 0 0 0,1 0 0 0 0,0-1 0 0 0,0 0 0 0 0,-14-8-1 0 0,20 9-244 0 0,0 1 1 0 0,1-1-1 0 0,-1 0 0 0 0,1 0 0 0 0,0 0 0 0 0,-1 0 0 0 0,1 0 0 0 0,1-1 0 0 0,-1 1 0 0 0,0-1 0 0 0,1 0 0 0 0,0 0 0 0 0,0 0 0 0 0,0 0 0 0 0,0 0 0 0 0,1-1 0 0 0,-1 1 0 0 0,1 0 0 0 0,0-1 0 0 0,1 1 0 0 0,-1-1 0 0 0,1 1 1 0 0,0-1-1 0 0,0 1 0 0 0,0-1 0 0 0,2-7 0 0 0,2-4-622 0 0,2 0 1 0 0,0 0 0 0 0,0 1-1 0 0,2 0 1 0 0,0 0 0 0 0,0 1-1 0 0,1 0 1 0 0,1 0 0 0 0,21-22-1 0 0,-14 16 581 0 0,-5 4-7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05.07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235 101 132 0 0,'-10'4'792'0'0,"-1"0"0"0"0,0 0 1 0 0,0-1-1 0 0,0 0 0 0 0,-16 2 0 0 0,24-5-650 0 0,0 1 0 0 0,0-1-1 0 0,0 0 1 0 0,0 0 0 0 0,0 0 0 0 0,0 0-1 0 0,0-1 1 0 0,0 1 0 0 0,0-1-1 0 0,0 0 1 0 0,0 1 0 0 0,0-2-1 0 0,0 1 1 0 0,0 0 0 0 0,1 0-1 0 0,-1-1 1 0 0,0 1 0 0 0,1-1 0 0 0,-1 0-1 0 0,1 0 1 0 0,0 0 0 0 0,0 0-1 0 0,0 0 1 0 0,0-1 0 0 0,-3-3-1 0 0,4 4-149 0 0,0 0 0 0 0,0-1 0 0 0,1 1 0 0 0,-1 0 0 0 0,1-1 0 0 0,-1 1 0 0 0,1 0-1 0 0,0-1 1 0 0,0 1 0 0 0,0-1 0 0 0,0 1 0 0 0,0-1 0 0 0,0 1 0 0 0,1 0-1 0 0,-1-1 1 0 0,1 1 0 0 0,0-1 0 0 0,-1 1 0 0 0,1 0 0 0 0,0 0 0 0 0,0 0 0 0 0,1-1-1 0 0,-1 1 1 0 0,0 0 0 0 0,1 0 0 0 0,-1 1 0 0 0,1-1 0 0 0,0 0 0 0 0,0 0-1 0 0,0 1 1 0 0,-1-1 0 0 0,1 1 0 0 0,1 0 0 0 0,2-2 0 0 0,-2 1 2 0 0,0-1-1 0 0,1 1 1 0 0,-1 1 0 0 0,1-1 0 0 0,0 0 0 0 0,0 1-1 0 0,-1 0 1 0 0,1 0 0 0 0,0 0 0 0 0,0 0 0 0 0,0 1-1 0 0,0-1 1 0 0,0 1 0 0 0,0 0 0 0 0,0 0 0 0 0,0 1 0 0 0,0-1-1 0 0,0 1 1 0 0,0 0 0 0 0,6 2 0 0 0,-7-1 88 0 0,0 0-1 0 0,0 1 1 0 0,-1-1 0 0 0,1 1 0 0 0,-1 0 0 0 0,1 0-1 0 0,-1-1 1 0 0,0 2 0 0 0,0-1 0 0 0,0 0 0 0 0,-1 0-1 0 0,1 1 1 0 0,-1-1 0 0 0,1 0 0 0 0,-1 1 0 0 0,0 0-1 0 0,-1-1 1 0 0,1 1 0 0 0,-1-1 0 0 0,1 1 0 0 0,-1 0-1 0 0,0-1 1 0 0,-1 1 0 0 0,1 0 0 0 0,0-1 0 0 0,-1 1-1 0 0,0 0 1 0 0,0-1 0 0 0,-2 4 0 0 0,2 1 182 0 0,-2 0 0 0 0,1 0 0 0 0,-1-1 0 0 0,0 0 0 0 0,-1 1 0 0 0,0-1 0 0 0,0-1 0 0 0,-1 1 1 0 0,1 0-1 0 0,-1-1 0 0 0,-1 0 0 0 0,-8 8 0 0 0,11-12-222 0 0,-1-1-1 0 0,1 0 1 0 0,0 0 0 0 0,0 0-1 0 0,-1 0 1 0 0,1 0 0 0 0,-1-1-1 0 0,1 1 1 0 0,-1-1 0 0 0,1 0-1 0 0,-1 0 1 0 0,1-1-1 0 0,-1 1 1 0 0,1-1 0 0 0,-1 1-1 0 0,1-1 1 0 0,0 0 0 0 0,-1 0-1 0 0,1-1 1 0 0,0 1 0 0 0,0-1-1 0 0,0 1 1 0 0,0-1 0 0 0,0 0-1 0 0,0 0 1 0 0,0-1 0 0 0,-3-3-1 0 0,-1 1-131 0 0,0-1 0 0 0,0 0 0 0 0,1-1 0 0 0,0 1-1 0 0,1-1 1 0 0,-1 0 0 0 0,1-1 0 0 0,0 1 0 0 0,-7-17 0 0 0,11 21 67 0 0,0 0 1 0 0,1 0 0 0 0,-1 0-1 0 0,1-1 1 0 0,-1 1 0 0 0,1 0-1 0 0,0 0 1 0 0,0 0 0 0 0,0-1 0 0 0,1 1-1 0 0,-1 0 1 0 0,1 0 0 0 0,-1 0-1 0 0,1 0 1 0 0,0-1 0 0 0,1 1-1 0 0,1-3 1 0 0,-2 5-93 0 0,0-1 0 0 0,0 1 0 0 0,0 0-1 0 0,0-1 1 0 0,0 1 0 0 0,0 0 0 0 0,1 0 0 0 0,-1 0 0 0 0,0 0-1 0 0,1 0 1 0 0,-1 1 0 0 0,1-1 0 0 0,-1 0 0 0 0,1 1 0 0 0,-1-1-1 0 0,1 1 1 0 0,0-1 0 0 0,-1 1 0 0 0,1 0 0 0 0,0 0 0 0 0,-1-1-1 0 0,1 1 1 0 0,0 0 0 0 0,-1 1 0 0 0,1-1 0 0 0,0 0 0 0 0,-1 0-1 0 0,1 1 1 0 0,-1-1 0 0 0,1 1 0 0 0,-1-1 0 0 0,1 1 0 0 0,0 0-1 0 0,1 1 1 0 0,15 12-4997 0 0,-17-14 5020 0 0,-1 0-1 0 0,0 1 1 0 0,0-1-1 0 0,1 0 1 0 0,-1 1 0 0 0,0-1-1 0 0,0 0 1 0 0,1 1 0 0 0,-1-1-1 0 0,0 0 1 0 0,0 1 0 0 0,0-1-1 0 0,0 0 1 0 0,0 1-1 0 0,1-1 1 0 0,-1 1 0 0 0,0-1-1 0 0,0 0 1 0 0,0 1 0 0 0,0-1-1 0 0,0 1 1 0 0,0-1 0 0 0,0 1-1 0 0,0-1 1 0 0,-1 0-1 0 0,1 1 1 0 0,0-1 0 0 0,0 0-1 0 0,0 1 1 0 0,0-1 0 0 0,0 1-1 0 0,-1-1 1 0 0,1 0 0 0 0,0 1-1 0 0,0-1 1 0 0,-1 0-1 0 0,1 1 1 0 0,0-1 0 0 0,0 0-1 0 0,-1 0 1 0 0,1 1 0 0 0,0-1-1 0 0,-1 0 1 0 0,1 0-1 0 0,0 0 1 0 0,-1 1 0 0 0,1-1-1 0 0,-1 0 1 0 0,0 0-120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11.48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34 54 152 0 0,'-1'0'119'0'0,"0"1"0"0"0,0-1 0 0 0,1 1 0 0 0,-1-1 0 0 0,0 0 0 0 0,0 0 0 0 0,0 1 0 0 0,1-1 0 0 0,-1 0 0 0 0,0 0 0 0 0,0 0 0 0 0,0 0 0 0 0,0 0 0 0 0,0 0 0 0 0,1 0 0 0 0,-1 0 0 0 0,0 0 0 0 0,0 0 0 0 0,0-1 0 0 0,0 1 0 0 0,1 0 0 0 0,-1-1 0 0 0,0 1 0 0 0,0 0 0 0 0,1-1 0 0 0,-1 1 0 0 0,0-1 0 0 0,1 1 0 0 0,-1-1 0 0 0,0 1 0 0 0,1-1 0 0 0,-1 0 0 0 0,1 1 0 0 0,-1-1 0 0 0,1 0 0 0 0,-1 1 0 0 0,0-2 0 0 0,-3-3 411 0 0,4 5-406 0 0,10-15 580 0 0,5 15-733 0 0,26 4 19 0 0,-35-4 326 0 0,-10-2 542 0 0,0-1 33 0 0,5 6-480 0 0,0-3-419 0 0,-1 0-4 0 0,0 2 8 0 0,0-2 195 0 0,-1-8-109 0 0,3 0-196 0 0,10 7-43 0 0,-6 1 157 0 0,-5 0-32 0 0,-44-7-7512 0 0,26 4 6999 0 0,5 0 331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13.23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0 974 100 0 0,'2'-1'223'0'0,"0"1"1"0"0,0 0-1 0 0,0-1 0 0 0,0 0 1 0 0,0 1-1 0 0,0-1 0 0 0,-1 0 1 0 0,1 0-1 0 0,0 0 0 0 0,0 0 1 0 0,-1 0-1 0 0,1 0 0 0 0,-1-1 1 0 0,1 1-1 0 0,-1 0 1 0 0,0-1-1 0 0,3-3 0 0 0,24-38 3 0 0,-3 5 142 0 0,-12 24-331 0 0,1 1 0 0 0,1 0 0 0 0,0 1-1 0 0,0 1 1 0 0,22-12 0 0 0,91-43 52 0 0,-101 53 25 0 0,1 1 41 0 0,1 1-1 0 0,0 1 0 0 0,1 1 0 0 0,53-7 0 0 0,125-3 208 0 0,33-6-324 0 0,36-14-194 0 0,-147 23 118 0 0,-29-3 640 0 0,138-43 1 0 0,18-5-130 0 0,-219 59-452 0 0,14-1-61 0 0,-1-2 1 0 0,0-3-1 0 0,63-26 1 0 0,-81 27-45 0 0,1 1 0 0 0,0 1 0 0 0,55-9 0 0 0,108-6 272 0 0,-49 9 204 0 0,-63 2-224 0 0,-58 8-147 0 0,1 2 1 0 0,1 1 0 0 0,-1 1 0 0 0,1 1 0 0 0,-1 2-1 0 0,53 6 1 0 0,-54-3-38 0 0,0-2 0 0 0,0-1 0 0 0,0-1 0 0 0,-1-1 0 0 0,1-1-1 0 0,41-11 1 0 0,-23 6 32 0 0,-21 1 448 0 0,1 0 0 0 0,-1-1 1 0 0,46-23-1 0 0,-36 15-148 0 0,-24 15-180 0 0,4-2 61 0 0,-3-4-103 0 0,-10 6-336 0 0,0 0 0 0 0,0-1 0 0 0,0 1 0 0 0,0 0 0 0 0,0-1 1 0 0,-1 1-1 0 0,1-1 0 0 0,-1 1 0 0 0,1-1 0 0 0,-1 1 0 0 0,1-1 0 0 0,-1 1 0 0 0,0-1 0 0 0,0 1 0 0 0,0-1 0 0 0,0 0 0 0 0,0 1 1 0 0,0-1-1 0 0,0 1 0 0 0,0-1 0 0 0,-1 1 0 0 0,1-1 0 0 0,0 1 0 0 0,-1-1 0 0 0,0 1 0 0 0,1-1 0 0 0,-1 1 0 0 0,0-1 1 0 0,0 0-1 0 0,-2-2-117 0 0,1 0 0 0 0,0 0 0 0 0,-1 0 0 0 0,0 1 0 0 0,0-1 0 0 0,0 1 0 0 0,0 0 0 0 0,-7-6 0 0 0,2 5 156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14.54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0 168 88 0 0,'14'-1'7330'0'0,"8"-2"-7607"0"0,-10 0 882 0 0,29-7 6 0 0,0-1 0 0 0,72-33 0 0 0,-66 25-119 0 0,74-21 0 0 0,-82 30-439 0 0,-1 1 0 0 0,1 2 0 0 0,0 2 0 0 0,1 2 0 0 0,-1 1-1 0 0,1 2 1 0 0,77 10 0 0 0,174 63-602 0 0,-48-9 1123 0 0,-179-54-453 0 0,0-3 1 0 0,1-3-1 0 0,0-3 0 0 0,125-13 1 0 0,123 8-880 0 0,-161 7 380 0 0,-5 1 702 0 0,-79-1 67 0 0,0-2 1 0 0,0-3-1 0 0,130-22 0 0 0,-170 17-212 0 0,0 1-1 0 0,1 1 1 0 0,0 1-1 0 0,0 2 1 0 0,0 1-1 0 0,43 4 1 0 0,-29 4 679 0 0,52 17 1 0 0,-93-24-850 0 0,-44-3-8852 0 0,-3-5 4703 0 0,6-2 3134 0 0,-57-23 1 0 0,62 20 1396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15.61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16 24 0 0,'0'6'142'0'0,"0"6"368"0"0,0 0 0 0 0,1 0 0 0 0,0 0 0 0 0,5 19 0 0 0,-6-29-419 0 0,1 1-1 0 0,0-1 0 0 0,0 1 1 0 0,0-1-1 0 0,0 0 1 0 0,0 1-1 0 0,1-1 0 0 0,-1 0 1 0 0,1 0-1 0 0,-1 0 0 0 0,1 0 1 0 0,0 0-1 0 0,0 0 0 0 0,0 0 1 0 0,0 0-1 0 0,0-1 0 0 0,0 1 1 0 0,1-1-1 0 0,-1 0 0 0 0,0 0 1 0 0,1 0-1 0 0,-1 0 0 0 0,1 0 1 0 0,-1 0-1 0 0,1 0 0 0 0,3 0 1 0 0,18-1 279 0 0,0 0 1 0 0,0-1-1 0 0,0-1 0 0 0,0-2 1 0 0,0 0-1 0 0,22-8 1 0 0,34-5 332 0 0,98-17 330 0 0,59-9 40 0 0,-122 28-351 0 0,1 4 0 0 0,144 7 0 0 0,-157 9-757 0 0,0 5 0 0 0,-1 5 0 0 0,0 4 0 0 0,169 55 0 0 0,-226-57 167 0 0,50 26 0 0 0,-40-13-206 0 0,84 61-1 0 0,-101-60 234 0 0,61 65-1 0 0,-68-64-16 0 0,0-1 1 0 0,63 45-1 0 0,121 62-494 0 0,-181-118 346 0 0,-16-11 457 0 0,-1 2 0 0 0,0 0 0 0 0,17 14-1 0 0,-75-47-11539 0 0,-86-59 7690 0 0,103 63 3154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16.37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131 200 52 0 0,'0'0'187'0'0,"-5"-1"3485"0"0,-11-5-2427 0 0,15 5-1212 0 0,0 0 0 0 0,0 0 0 0 0,-1-1 0 0 0,1 1 0 0 0,1 0 0 0 0,-1 0 0 0 0,0-1 0 0 0,0 1 0 0 0,0 0 0 0 0,1-1 0 0 0,-1 1 0 0 0,1-1 0 0 0,-1 1 0 0 0,1-1 0 0 0,-1 1 0 0 0,1-1 0 0 0,0 0 0 0 0,0 1 0 0 0,0-1 0 0 0,0 1 0 0 0,0-1 0 0 0,0 1 0 0 0,0-1 0 0 0,0 0 0 0 0,1 1 0 0 0,-1-1 0 0 0,1 1 0 0 0,-1-1 0 0 0,1 1 0 0 0,0 0 0 0 0,-1-1 0 0 0,1 1 0 0 0,0 0 0 0 0,0-1 0 0 0,0 1 0 0 0,0 0 0 0 0,0 0 0 0 0,0 0 0 0 0,0-1 0 0 0,0 1 0 0 0,1 1 0 0 0,-1-1 0 0 0,0 0 0 0 0,1 0 0 0 0,-1 0 0 0 0,1 1 0 0 0,-1-1 0 0 0,0 1 0 0 0,1-1 0 0 0,0 1 1 0 0,-1-1-1 0 0,1 1 0 0 0,-1 0 0 0 0,1 0 0 0 0,-1 0 0 0 0,1 0 0 0 0,-1 0 0 0 0,1 0 0 0 0,0 0 0 0 0,-1 0 0 0 0,1 1 0 0 0,-1-1 0 0 0,3 2 0 0 0,2 0 39 0 0,0 1 0 0 0,0 0 0 0 0,0 0 0 0 0,-1 1 0 0 0,1-1-1 0 0,-1 1 1 0 0,7 8 0 0 0,-11-12-32 0 0,0 1 0 0 0,0 0 0 0 0,0-1-1 0 0,0 1 1 0 0,-1 0 0 0 0,1 0 0 0 0,0 0-1 0 0,-1 0 1 0 0,1 0 0 0 0,-1 0-1 0 0,1 0 1 0 0,-1 0 0 0 0,1 0 0 0 0,-1 0-1 0 0,0 0 1 0 0,0 0 0 0 0,1 0 0 0 0,-1 0-1 0 0,0 0 1 0 0,0 0 0 0 0,0 1 0 0 0,0-1-1 0 0,0 0 1 0 0,0 0 0 0 0,0 0-1 0 0,-1 0 1 0 0,1 0 0 0 0,0 0 0 0 0,-1 0-1 0 0,1 0 1 0 0,-1 0 0 0 0,1 0 0 0 0,-1 0-1 0 0,1 0 1 0 0,-1 0 0 0 0,0 0 0 0 0,1 0-1 0 0,-1 0 1 0 0,0-1 0 0 0,0 1-1 0 0,1 0 1 0 0,-1 0 0 0 0,0-1 0 0 0,0 1-1 0 0,0-1 1 0 0,0 1 0 0 0,0-1 0 0 0,0 1-1 0 0,0-1 1 0 0,0 1 0 0 0,0-1 0 0 0,-2 0-1 0 0,-1 2 1 0 0,-1-1-1 0 0,0-1 1 0 0,1 1-1 0 0,-1 0 1 0 0,0-1 0 0 0,1 0-1 0 0,-1 0 1 0 0,0-1-1 0 0,1 1 1 0 0,-1-1-1 0 0,1 0 1 0 0,-1 0-1 0 0,1-1 1 0 0,-1 1-1 0 0,1-1 1 0 0,0 0 0 0 0,-1 0-1 0 0,-6-5 1 0 0,2 2-67 0 0,1-1 0 0 0,0 0 0 0 0,0 0 0 0 0,1 0 1 0 0,0-1-1 0 0,0 0 0 0 0,0 0 0 0 0,-5-9 0 0 0,10 13 24 0 0,0 0 0 0 0,1 0 1 0 0,0 0-1 0 0,0 0 0 0 0,0 0 0 0 0,0 0 0 0 0,0 0 0 0 0,0 0 0 0 0,1 0 0 0 0,0-1 0 0 0,-1 1 0 0 0,1 0 1 0 0,0 0-1 0 0,1 0 0 0 0,-1-1 0 0 0,1 1 0 0 0,-1 0 0 0 0,1 0 0 0 0,0 0 0 0 0,0 0 0 0 0,0 0 0 0 0,0 0 1 0 0,1 0-1 0 0,-1 0 0 0 0,1 1 0 0 0,0-1 0 0 0,0 0 0 0 0,0 1 0 0 0,0-1 0 0 0,0 1 0 0 0,1 0 0 0 0,3-3 0 0 0,-2 1 12 0 0,0 1-1 0 0,0 0 1 0 0,0 1-1 0 0,0-1 0 0 0,0 1 1 0 0,1-1-1 0 0,-1 1 0 0 0,1 1 1 0 0,0-1-1 0 0,-1 1 0 0 0,1-1 1 0 0,0 1-1 0 0,0 1 0 0 0,0-1 1 0 0,0 1-1 0 0,0 0 0 0 0,0 0 1 0 0,-1 0-1 0 0,1 0 0 0 0,8 3 1 0 0,-7-1 23 0 0,0 0 1 0 0,0 0 0 0 0,0 1 0 0 0,0 0 0 0 0,0 0-1 0 0,-1 1 1 0 0,0 0 0 0 0,1 0 0 0 0,-1 0 0 0 0,-1 0-1 0 0,1 1 1 0 0,-1 0 0 0 0,1 0 0 0 0,-1 0 0 0 0,-1 0-1 0 0,7 11 1 0 0,-9-12 35 0 0,0-1 0 0 0,0 1-1 0 0,0 0 1 0 0,0 0 0 0 0,-1 0-1 0 0,1 0 1 0 0,-1 0 0 0 0,0 0 0 0 0,0 0-1 0 0,0 0 1 0 0,-1 0 0 0 0,0 0-1 0 0,1-1 1 0 0,-1 1 0 0 0,-1 0-1 0 0,1 0 1 0 0,0-1 0 0 0,-1 1 0 0 0,0 0-1 0 0,0-1 1 0 0,0 0 0 0 0,0 1-1 0 0,-1-1 1 0 0,1 0 0 0 0,-1 0-1 0 0,1 0 1 0 0,-1-1 0 0 0,-5 4 0 0 0,6-4-115 0 0,-1 0 1 0 0,0 0-1 0 0,0 0 1 0 0,0-1 0 0 0,0 1-1 0 0,0-1 1 0 0,0 0-1 0 0,0 0 1 0 0,-1 0 0 0 0,1 0-1 0 0,0 0 1 0 0,-1-1 0 0 0,1 0-1 0 0,0 1 1 0 0,-1-1-1 0 0,1 0 1 0 0,-1-1 0 0 0,1 1-1 0 0,0-1 1 0 0,-1 1-1 0 0,-3-3 1 0 0,-8-1-1128 0 0,-1-2 0 0 0,1 0 1 0 0,-17-11-1 0 0,5 4-2099 0 0,27 13 3185 0 0,-1 0-1 0 0,0 0 0 0 0,0 0 0 0 0,1 0 1 0 0,-1 1-1 0 0,0-1 0 0 0,0 0 0 0 0,1 0 1 0 0,-1 1-1 0 0,0-1 0 0 0,0 0 0 0 0,1 1 1 0 0,-1-1-1 0 0,0 0 0 0 0,1 1 0 0 0,-1-1 1 0 0,1 1-1 0 0,-1-1 0 0 0,1 1 0 0 0,-1 0 0 0 0,1-1 1 0 0,-1 1-1 0 0,1-1 0 0 0,-1 1 0 0 0,1 0 1 0 0,0-1-1 0 0,-1 1 0 0 0,1 0 0 0 0,0 0 1 0 0,-1-1-1 0 0,1 1 0 0 0,0 0 0 0 0,0 0 1 0 0,0 1-1 0 0,-7 26-562 0 0,7-15 440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17.21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176 51 152 0 0,'-2'0'315'0'0,"0"0"0"0"0,0 0 0 0 0,0 0 0 0 0,0 0 0 0 0,0 0 0 0 0,0 0 0 0 0,0 0 0 0 0,0 1 0 0 0,0-1 0 0 0,0 1 1 0 0,0 0-1 0 0,0-1 0 0 0,0 1 0 0 0,0 0 0 0 0,1 0 0 0 0,-1 0 0 0 0,-2 2 0 0 0,3-1-251 0 0,0 0 1 0 0,0 0 0 0 0,0 1-1 0 0,0-1 1 0 0,1 1-1 0 0,-1-1 1 0 0,1 1 0 0 0,-1-1-1 0 0,1 1 1 0 0,0-1-1 0 0,0 1 1 0 0,0-1 0 0 0,0 3-1 0 0,0-4-43 0 0,1-1 1 0 0,-1 1-1 0 0,0-1 0 0 0,0 1 0 0 0,0-1 0 0 0,0 1 0 0 0,0-1 0 0 0,0 0 0 0 0,0 1 0 0 0,0-1 1 0 0,0 1-1 0 0,0-1 0 0 0,0 1 0 0 0,0-1 0 0 0,0 1 0 0 0,0-1 0 0 0,-1 1 0 0 0,1-1 0 0 0,0 0 1 0 0,0 1-1 0 0,0-1 0 0 0,-1 1 0 0 0,1-1 0 0 0,0 0 0 0 0,-1 1 0 0 0,1-1 0 0 0,0 0 1 0 0,-1 1-1 0 0,1-1 0 0 0,0 0 0 0 0,-1 1 0 0 0,1-1 0 0 0,-1 0 0 0 0,1 0 0 0 0,0 0 0 0 0,-1 1 1 0 0,1-1-1 0 0,-1 0 0 0 0,1 0 0 0 0,-1 0 0 0 0,1 0 0 0 0,-1 0 0 0 0,1 0 0 0 0,-1 0 0 0 0,0 0 1 0 0,-23-17 674 0 0,21 14-655 0 0,-1-1 1 0 0,1-1-1 0 0,-1 1 0 0 0,1 0 1 0 0,1-1-1 0 0,-1 1 1 0 0,0-1-1 0 0,1 0 1 0 0,0 0-1 0 0,0 0 1 0 0,1 0-1 0 0,-2-5 0 0 0,3 9-49 0 0,0-1 0 0 0,0 1 0 0 0,0 0 0 0 0,0 0-1 0 0,0 0 1 0 0,1-1 0 0 0,-1 1 0 0 0,0 0-1 0 0,0 0 1 0 0,1 0 0 0 0,-1 0 0 0 0,1 0-1 0 0,-1 0 1 0 0,1 0 0 0 0,-1 0 0 0 0,1 0-1 0 0,0 0 1 0 0,0 0 0 0 0,-1 0 0 0 0,1 0-1 0 0,0 0 1 0 0,0 0 0 0 0,0 1 0 0 0,0-1-1 0 0,0 0 1 0 0,1 0 0 0 0,0 0-14 0 0,1 1 1 0 0,-1-1 0 0 0,0 1-1 0 0,0 0 1 0 0,1-1-1 0 0,-1 1 1 0 0,0 0-1 0 0,1 0 1 0 0,-1 1-1 0 0,0-1 1 0 0,1 0-1 0 0,-1 1 1 0 0,2 0-1 0 0,1 1-11 0 0,0-1 0 0 0,-1 1 0 0 0,1 0 0 0 0,0 0-1 0 0,-1 0 1 0 0,0 1 0 0 0,0 0 0 0 0,0-1 0 0 0,0 1 0 0 0,0 1 0 0 0,0-1-1 0 0,-1 1 1 0 0,4 4 0 0 0,-5-6 112 0 0,-1 1 0 0 0,0-1 0 0 0,1 1 0 0 0,-1-1-1 0 0,0 1 1 0 0,-1 0 0 0 0,1-1 0 0 0,0 1 0 0 0,-1 0 0 0 0,1 0 0 0 0,-1-1 0 0 0,0 1 0 0 0,0 0-1 0 0,0 0 1 0 0,0 0 0 0 0,-1-1 0 0 0,1 1 0 0 0,-1 0 0 0 0,0-1 0 0 0,1 1 0 0 0,-1 0 0 0 0,0-1-1 0 0,-1 1 1 0 0,1-1 0 0 0,0 1 0 0 0,-1-1 0 0 0,1 0 0 0 0,-1 1 0 0 0,0-1 0 0 0,0 0-1 0 0,0 0 1 0 0,0 0 0 0 0,0 0 0 0 0,0-1 0 0 0,0 1 0 0 0,-1-1 0 0 0,1 1 0 0 0,-1-1 0 0 0,1 0-1 0 0,-1 0 1 0 0,1 0 0 0 0,-1 0 0 0 0,0 0 0 0 0,1-1 0 0 0,-1 1 0 0 0,0-1 0 0 0,0 1 0 0 0,0-1-1 0 0,1 0 1 0 0,-1 0 0 0 0,0-1 0 0 0,0 1 0 0 0,1 0 0 0 0,-1-1 0 0 0,0 0 0 0 0,-4-1-1 0 0,-2-2-35 0 0,0 0-1 0 0,1 0 1 0 0,-1-1-1 0 0,1 0 1 0 0,-11-9-1 0 0,16 12-308 0 0,0 0-1 0 0,1-1 1 0 0,-1 1-1 0 0,1-1 1 0 0,0 1-1 0 0,0-1 1 0 0,0 0-1 0 0,0 0 1 0 0,0 0-1 0 0,1 0 1 0 0,-1 0-1 0 0,1-1 1 0 0,0 1-1 0 0,0 0 0 0 0,0-1 1 0 0,0 1-1 0 0,0-1 1 0 0,1-3-1 0 0,0 6 154 0 0,0 1 1 0 0,0 0-1 0 0,-1 0 0 0 0,1-1 0 0 0,0 1 0 0 0,0 0 0 0 0,1 0 0 0 0,-1-1 0 0 0,0 1 0 0 0,0 0 0 0 0,0-1 1 0 0,0 1-1 0 0,0 0 0 0 0,0 0 0 0 0,0-1 0 0 0,0 1 0 0 0,0 0 0 0 0,1 0 0 0 0,-1-1 0 0 0,0 1 0 0 0,0 0 1 0 0,0 0-1 0 0,0 0 0 0 0,1-1 0 0 0,-1 1 0 0 0,0 0 0 0 0,0 0 0 0 0,1 0 0 0 0,-1 0 0 0 0,0-1 1 0 0,0 1-1 0 0,1 0 0 0 0,-1 0 0 0 0,0 0 0 0 0,0 0 0 0 0,1 0 0 0 0,-1 0 0 0 0,0 0 0 0 0,0 0 0 0 0,1 0 1 0 0,-1 0-1 0 0,16 6-1488 0 0,9 14 748 0 0,-19-13 629 0 0,2 2 30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17.82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107 114 52 0 0,'-8'4'614'0'0,"6"-3"-464"0"0,1 0 0 0 0,-1-1 0 0 0,1 1 0 0 0,-1 0 0 0 0,1-1-1 0 0,-1 1 1 0 0,1-1 0 0 0,-1 1 0 0 0,1-1 0 0 0,-1 0 0 0 0,0 0 0 0 0,1 0 0 0 0,-1 0 0 0 0,1 0 0 0 0,-1 0 0 0 0,0 0-1 0 0,1 0 1 0 0,-1 0 0 0 0,0-1 0 0 0,1 1 0 0 0,-1-1 0 0 0,1 1 0 0 0,-1-1 0 0 0,-1-1 0 0 0,-1 0 64 0 0,-1-1 1 0 0,1 0 0 0 0,0 0 0 0 0,0-1-1 0 0,0 1 1 0 0,0-1 0 0 0,1 1-1 0 0,0-1 1 0 0,-1 0 0 0 0,1-1-1 0 0,1 1 1 0 0,-4-5 0 0 0,5 7-203 0 0,0 0 1 0 0,0 1-1 0 0,1-1 0 0 0,-1 0 1 0 0,0 1-1 0 0,0-1 1 0 0,1 0-1 0 0,-1 0 0 0 0,1 0 1 0 0,0 0-1 0 0,0 0 1 0 0,-1 0-1 0 0,1 1 0 0 0,0-1 1 0 0,1 0-1 0 0,-1 0 1 0 0,0 0-1 0 0,0 0 0 0 0,1 0 1 0 0,-1 0-1 0 0,1 1 1 0 0,0-1-1 0 0,-1 0 0 0 0,1 0 1 0 0,0 1-1 0 0,0-1 1 0 0,0 0-1 0 0,0 1 1 0 0,1-1-1 0 0,-1 1 0 0 0,0 0 1 0 0,0-1-1 0 0,1 1 1 0 0,-1 0-1 0 0,3-2 0 0 0,-2 2-17 0 0,0 1 0 0 0,0-1-1 0 0,1 1 1 0 0,-1-1-1 0 0,0 1 1 0 0,0 0 0 0 0,0 0-1 0 0,0 0 1 0 0,0 0-1 0 0,0 0 1 0 0,0 1 0 0 0,0-1-1 0 0,0 1 1 0 0,0-1-1 0 0,0 1 1 0 0,0 0 0 0 0,0-1-1 0 0,0 1 1 0 0,0 0-1 0 0,0 0 1 0 0,0 1-1 0 0,-1-1 1 0 0,1 0 0 0 0,2 3-1 0 0,42 41 81 0 0,-39-38 2 0 0,-4-3 21 0 0,-1 0 0 0 0,1 1-1 0 0,-1-1 1 0 0,0 0 0 0 0,0 1 0 0 0,0-1 0 0 0,-1 1-1 0 0,1 0 1 0 0,-1 0 0 0 0,0-1 0 0 0,0 6 0 0 0,-1-8-19 0 0,1-1 1 0 0,-1 0-1 0 0,0 1 1 0 0,0-1-1 0 0,1 0 1 0 0,-1 1-1 0 0,0-1 1 0 0,0 1 0 0 0,-1-1-1 0 0,1 0 1 0 0,0 1-1 0 0,0-1 1 0 0,-1 1-1 0 0,1-1 1 0 0,-1 0-1 0 0,1 1 1 0 0,-1-1-1 0 0,1 0 1 0 0,-1 0 0 0 0,0 1-1 0 0,1-1 1 0 0,-1 0-1 0 0,0 0 1 0 0,0 0-1 0 0,0 0 1 0 0,0 0-1 0 0,0 0 1 0 0,0 0 0 0 0,-1-1-1 0 0,1 1 1 0 0,0 0-1 0 0,0 0 1 0 0,0-1-1 0 0,-1 1 1 0 0,1-1-1 0 0,0 1 1 0 0,-1-1-1 0 0,1 0 1 0 0,0 1 0 0 0,-3-1-1 0 0,-1-1-25 0 0,-1 0 1 0 0,0-1-1 0 0,0 0 1 0 0,1 0-1 0 0,-1 0 0 0 0,0 0 1 0 0,1-1-1 0 0,0 0 1 0 0,0 0-1 0 0,0-1 0 0 0,0 1 1 0 0,0-1-1 0 0,1 0 0 0 0,0 0 1 0 0,0-1-1 0 0,-5-5 1 0 0,7 8-70 0 0,1-1 1 0 0,-1 1 0 0 0,0-1 0 0 0,1 0 0 0 0,-1 1 0 0 0,1-1-1 0 0,0 0 1 0 0,0 0 0 0 0,0 0 0 0 0,0 0 0 0 0,1 0 0 0 0,-1 0 0 0 0,1 0-1 0 0,-1-4 1 0 0,2 5 3 0 0,-1 0 0 0 0,0 0 0 0 0,1 0 0 0 0,0 0 0 0 0,-1 1 0 0 0,1-1 0 0 0,0 0 0 0 0,0 0 0 0 0,0 0 0 0 0,0 1 1 0 0,1-1-1 0 0,-1 1 0 0 0,0-1 0 0 0,1 1 0 0 0,-1-1 0 0 0,1 1 0 0 0,-1 0 0 0 0,1-1 0 0 0,0 1 0 0 0,-1 0 0 0 0,1 0 0 0 0,0 0 0 0 0,3-1 0 0 0,-2 1-12 0 0,-1-1 0 0 0,1 1 0 0 0,-1 0 1 0 0,1 0-1 0 0,0 0 0 0 0,0 0 0 0 0,0 0 1 0 0,0 1-1 0 0,0-1 0 0 0,-1 1 0 0 0,1-1 0 0 0,0 1 1 0 0,0 0-1 0 0,0 1 0 0 0,0-1 0 0 0,0 0 0 0 0,0 1 1 0 0,0-1-1 0 0,0 1 0 0 0,0 0 0 0 0,-1 0 1 0 0,6 3-1 0 0,-7-4 301 0 0,-22-3-8459 0 0,-12-10 5324 0 0,9 3 1990 0 0,17 7 646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21.58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87 0 184 0 0,'-14'24'4844'0'0,"13"-25"-5024"0"0,0 1 0 0 0,1-1 0 0 0,-1 0 0 0 0,0 1 0 0 0,1-1 0 0 0,-1 0 0 0 0,0 1-1 0 0,0-1 1 0 0,0 1 0 0 0,0-1 0 0 0,1 1 0 0 0,-1 0 0 0 0,0-1 0 0 0,0 1 0 0 0,0 0-1 0 0,0-1 1 0 0,0 1 0 0 0,-2 0 0 0 0,-35 0-890 0 0,35 0 904 0 0,-10 2-48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22.85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 1291 160 0 0,'-2'4'-55'0'0,"1"-2"306"0"0,-1 1 0 0 0,1 0 0 0 0,0 0-1 0 0,0 0 1 0 0,0-1 0 0 0,0 1-1 0 0,0 0 1 0 0,1 1 0 0 0,-1-1-1 0 0,1 4 1 0 0,0-6-149 0 0,1 1-1 0 0,0-1 1 0 0,0 0-1 0 0,0 0 1 0 0,0 0-1 0 0,0 0 1 0 0,0 0 0 0 0,0 0-1 0 0,0 0 1 0 0,0 0-1 0 0,1 0 1 0 0,-1 0-1 0 0,0-1 1 0 0,1 1-1 0 0,-1-1 1 0 0,0 1 0 0 0,1-1-1 0 0,-1 1 1 0 0,1-1-1 0 0,-1 0 1 0 0,1 1-1 0 0,-1-1 1 0 0,2 0-1 0 0,39 5 117 0 0,-1-1-1 0 0,1-2 0 0 0,0-2 0 0 0,0-2 0 0 0,50-9 0 0 0,-31 5-15 0 0,9-3 74 0 0,0-3 0 0 0,-1-3 0 0 0,0-3 0 0 0,-2-3 1 0 0,105-48-1 0 0,303-188 1570 0 0,-469 253-1820 0 0,267-164 1024 0 0,135-76-301 0 0,-315 194-1152 0 0,3 5 0 0 0,151-49 0 0 0,263-28 471 0 0,-399 99 40 0 0,157-50-37 0 0,-169 43-79 0 0,143-26-1 0 0,-182 46 309 0 0,-17 2-72 0 0,0 2-1 0 0,0 2 1 0 0,0 1 0 0 0,84 6-1 0 0,-20 14-141 0 0,-36-5 131 0 0,131 6 0 0 0,-64-24 203 0 0,-73 2-549 0 0,69 4 0 0 0,-46 10-126 0 0,-87-10 117 0 0,-25-13-6745 0 0,-39-1 3068 0 0,-34 0 2269 0 0,82 12 1348 0 0,-21-3-69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23.99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1 554 68 0 0,'0'0'420'0'0,"41"9"3042"0"0,3-1-3008 0 0,1-1 0 0 0,0-3 0 0 0,0-1 0 0 0,0-3 0 0 0,0-1 0 0 0,63-11 0 0 0,261-71 174 0 0,-331 73-601 0 0,152-38 533 0 0,-56 16 3 0 0,-2-5 1 0 0,154-65-1 0 0,-3-19-837 0 0,-206 93 330 0 0,139-33 0 0 0,-107 42 385 0 0,0 5 1 0 0,194-1 0 0 0,-169 13-178 0 0,176 8-292 0 0,-101-3 1650 0 0,-35-4-360 0 0,-146 3-986 0 0,-1 1-1 0 0,1 1 0 0 0,-1 1 0 0 0,31 11 1 0 0,-37-7-255 0 0,0 0-1 0 0,-1 1 1 0 0,0 1 0 0 0,-1 1 0 0 0,0 1 0 0 0,-1 1 0 0 0,22 20-1 0 0,-53-36-6777 0 0,-17-3 3483 0 0,-25-5 575 0 0,-149-30-213 0 0,160 31 2699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24.92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1 386 104 0 0,'2'4'200'0'0,"1"-1"0"0"0,0 1-1 0 0,0-1 1 0 0,0 0 0 0 0,1-1 0 0 0,-1 1 0 0 0,1 0-1 0 0,-1-1 1 0 0,1 0 0 0 0,0 0 0 0 0,0 0-1 0 0,0 0 1 0 0,0-1 0 0 0,0 1 0 0 0,0-1 0 0 0,0 0-1 0 0,1 0 1 0 0,-1-1 0 0 0,0 1 0 0 0,1-1 0 0 0,-1 0-1 0 0,0 0 1 0 0,1-1 0 0 0,5 0 0 0 0,13-2 25 0 0,0-1 1 0 0,0-1-1 0 0,24-8 1 0 0,218-77 1373 0 0,-138 44-552 0 0,190-44 1 0 0,425-33-1107 0 0,-607 104 265 0 0,169-12 164 0 0,-266 30-346 0 0,1 1 1 0 0,-1 3 0 0 0,0 1 0 0 0,1 2 0 0 0,71 20 0 0 0,59 27-64 0 0,227 85 1967 0 0,-322-102-1249 0 0,-2 3-1 0 0,-2 3 1 0 0,114 89 0 0 0,-160-111-650 0 0,0 1 1 0 0,-1 1-1 0 0,-1 1 1 0 0,-2 0-1 0 0,0 2 1 0 0,32 52-1 0 0,-78-95-8447 0 0,-45-15 5053 0 0,46 21 2204 0 0,-117-47-716 0 0,107 46 1663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25.79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122 331 64 0 0,'-4'-1'185'0'0,"1"1"1"0"0,-1-1-1 0 0,1-1 0 0 0,0 1 0 0 0,-1 0 1 0 0,1-1-1 0 0,0 1 0 0 0,0-1 0 0 0,0 0 1 0 0,0 0-1 0 0,0 0 0 0 0,1-1 0 0 0,-1 1 1 0 0,1 0-1 0 0,-1-1 0 0 0,1 0 1 0 0,0 0-1 0 0,0 0 0 0 0,0 0 0 0 0,0 0 1 0 0,1 0-1 0 0,-1 0 0 0 0,1 0 0 0 0,0-1 1 0 0,0 1-1 0 0,0 0 0 0 0,-1-6 1 0 0,1 5-138 0 0,0 1 1 0 0,0-1-1 0 0,1 1 1 0 0,-1-1-1 0 0,1 1 1 0 0,0-1 0 0 0,0 0-1 0 0,0 1 1 0 0,0-1-1 0 0,0 1 1 0 0,1-1 0 0 0,0 0-1 0 0,-1 1 1 0 0,1-1-1 0 0,1 1 1 0 0,-1 0-1 0 0,0-1 1 0 0,1 1 0 0 0,0 0-1 0 0,0 0 1 0 0,0 0-1 0 0,0 0 1 0 0,0 0 0 0 0,1 0-1 0 0,-1 1 1 0 0,1-1-1 0 0,5-3 1 0 0,-4 4 0 0 0,1 0 0 0 0,0 1 0 0 0,0-1 0 0 0,0 1 0 0 0,-1 0 0 0 0,1 1 0 0 0,0-1 0 0 0,0 1 1 0 0,0 0-1 0 0,0 0 0 0 0,0 0 0 0 0,0 1 0 0 0,0 0 0 0 0,0 0 0 0 0,0 0 0 0 0,-1 1 0 0 0,1-1 0 0 0,0 1 0 0 0,-1 0 0 0 0,1 1 0 0 0,-1-1 0 0 0,0 1 1 0 0,0-1-1 0 0,0 1 0 0 0,0 1 0 0 0,0-1 0 0 0,-1 0 0 0 0,1 1 0 0 0,-1 0 0 0 0,0 0 0 0 0,0 0 0 0 0,0 0 0 0 0,-1 0 0 0 0,0 1 0 0 0,0-1 0 0 0,0 1 0 0 0,0 0 1 0 0,0-1-1 0 0,-1 1 0 0 0,0 0 0 0 0,1 8 0 0 0,-2-12 0 0 0,0 1 1 0 0,0-1-1 0 0,0 0 0 0 0,0 1 1 0 0,0-1-1 0 0,-1 0 0 0 0,1 0 1 0 0,-1 1-1 0 0,1-1 0 0 0,0 0 1 0 0,-1 0-1 0 0,0 1 1 0 0,1-1-1 0 0,-1 0 0 0 0,0 0 1 0 0,0 0-1 0 0,1 0 0 0 0,-1 0 1 0 0,0 0-1 0 0,0 0 0 0 0,0 0 1 0 0,0-1-1 0 0,0 1 1 0 0,-3 1-1 0 0,1-1 21 0 0,0 0 1 0 0,0 0-1 0 0,0 0 1 0 0,0 0-1 0 0,-1 0 1 0 0,1-1-1 0 0,0 0 1 0 0,-1 0-1 0 0,-5 0 1 0 0,-1-1 13 0 0,1 0 1 0 0,0-1 0 0 0,0 0-1 0 0,0-1 1 0 0,0 0 0 0 0,-13-5-1 0 0,12 2-80 0 0,0-1-1 0 0,0 0 1 0 0,0 0 0 0 0,1-1-1 0 0,0 0 1 0 0,1 0-1 0 0,-1-1 1 0 0,-12-18-1 0 0,19 25-22 0 0,0-1 0 0 0,1 0 0 0 0,-1 1 0 0 0,1-1 0 0 0,-1 0 0 0 0,1 0 0 0 0,0 0 0 0 0,0 0 0 0 0,0 0 0 0 0,0 0 0 0 0,1-1 0 0 0,-1 1 0 0 0,1 0 0 0 0,0 0 0 0 0,0 0 0 0 0,0 0 0 0 0,0-1 0 0 0,1 1 0 0 0,-1 0 0 0 0,1 0 0 0 0,0 0 0 0 0,-1 0-1 0 0,2 0 1 0 0,-1 0 0 0 0,0 0 0 0 0,1 0 0 0 0,-1 0 0 0 0,1 0 0 0 0,0 1 0 0 0,0-1 0 0 0,0 1 0 0 0,0-1 0 0 0,0 1 0 0 0,0 0 0 0 0,1 0 0 0 0,-1 0 0 0 0,6-3 0 0 0,0 0-17 0 0,0 1 0 0 0,0 0 0 0 0,1 0-1 0 0,0 0 1 0 0,0 1 0 0 0,0 1 0 0 0,0-1 0 0 0,0 2 0 0 0,1-1-1 0 0,-1 1 1 0 0,0 0 0 0 0,17 2 0 0 0,-21-1 36 0 0,0 0-1 0 0,1 1 1 0 0,-1 0 0 0 0,0 0-1 0 0,0 0 1 0 0,0 0 0 0 0,0 1-1 0 0,-1 0 1 0 0,1 0 0 0 0,0 0-1 0 0,-1 0 1 0 0,1 1 0 0 0,-1 0-1 0 0,0 0 1 0 0,0 0 0 0 0,0 0-1 0 0,0 1 1 0 0,0 0 0 0 0,-1-1-1 0 0,0 1 1 0 0,0 1 0 0 0,0-1-1 0 0,0 0 1 0 0,-1 1 0 0 0,3 4-1 0 0,-4-7 36 0 0,0-1 0 0 0,-1 1 0 0 0,1-1 0 0 0,0 1 0 0 0,-1 0 0 0 0,1-1 0 0 0,-1 1 0 0 0,0 0 1 0 0,1-1-1 0 0,-1 1 0 0 0,0 0 0 0 0,0-1 0 0 0,0 1 0 0 0,0 0 0 0 0,0-1 0 0 0,-1 1 0 0 0,1 0 0 0 0,0-1 0 0 0,-1 1 0 0 0,1 0 0 0 0,-1-1 0 0 0,0 1 0 0 0,0-1 0 0 0,1 1 0 0 0,-1-1 0 0 0,0 1 0 0 0,0-1 0 0 0,0 0 0 0 0,0 1 0 0 0,-1-1 0 0 0,1 0 0 0 0,0 0 0 0 0,0 0 0 0 0,-1 0 0 0 0,1 0 0 0 0,-1 0 0 0 0,1 0 0 0 0,-1 0 0 0 0,1-1 0 0 0,-1 1 0 0 0,0-1 1 0 0,1 1-1 0 0,-1-1 0 0 0,0 1 0 0 0,1-1 0 0 0,-1 0 0 0 0,0 0 0 0 0,1 0 0 0 0,-3 0 0 0 0,-5 0 86 0 0,0 0 1 0 0,0 0-1 0 0,0-1 1 0 0,0 0-1 0 0,0 0 1 0 0,0-1-1 0 0,-16-6 1 0 0,15 3-125 0 0,0 0 0 0 0,0 0 0 0 0,1-1 0 0 0,-1 0 0 0 0,1-1 0 0 0,-11-10 0 0 0,18 15-23 0 0,-1 0 0 0 0,1-1-1 0 0,0 1 1 0 0,0 0 0 0 0,0-1-1 0 0,0 1 1 0 0,0-1 0 0 0,0 0-1 0 0,1 1 1 0 0,-1-1 0 0 0,1 0-1 0 0,0 0 1 0 0,0 0 0 0 0,0 0-1 0 0,0 0 1 0 0,0 0 0 0 0,1 0-1 0 0,-1-1 1 0 0,1 1 0 0 0,0 0-1 0 0,0 0 1 0 0,0 0 0 0 0,1 0-1 0 0,-1-1 1 0 0,1 1 0 0 0,1-4-1 0 0,-2 5-10 0 0,1 0-1 0 0,0 0 1 0 0,0 0-1 0 0,1 1 1 0 0,-1-1-1 0 0,0 0 0 0 0,1 1 1 0 0,-1-1-1 0 0,1 1 1 0 0,-1-1-1 0 0,1 1 1 0 0,-1 0-1 0 0,1-1 0 0 0,0 1 1 0 0,0 0-1 0 0,0 0 1 0 0,0 0-1 0 0,0 1 1 0 0,0-1-1 0 0,0 0 0 0 0,0 1 1 0 0,0-1-1 0 0,0 1 1 0 0,0 0-1 0 0,0 0 1 0 0,0 0-1 0 0,0 0 0 0 0,0 0 1 0 0,1 0-1 0 0,-1 0 1 0 0,0 1-1 0 0,0-1 1 0 0,0 1-1 0 0,0-1 0 0 0,0 1 1 0 0,2 1-1 0 0,1 0-368 0 0,0 0-1 0 0,0 1 1 0 0,0-1 0 0 0,0 1-1 0 0,0 1 1 0 0,-1-1-1 0 0,1 0 1 0 0,-1 1-1 0 0,0 0 1 0 0,0 0-1 0 0,0 1 1 0 0,4 5-1 0 0,-3 2-92 0 0,1 0-1 0 0,-1 0 0 0 0,-1 1 0 0 0,0 0 1 0 0,-1 0-1 0 0,-1 0 0 0 0,0 0 0 0 0,0 0 0 0 0,-1 17 1 0 0,-1-11 284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26.37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263 93 40 0 0,'1'1'101'0'0,"-1"0"-1"0"0,0 0 1 0 0,0 0-1 0 0,0 0 1 0 0,0 0-1 0 0,0 0 1 0 0,0 0-1 0 0,0 0 1 0 0,0 0-1 0 0,0 0 1 0 0,-1 0-1 0 0,1 0 1 0 0,0 0-1 0 0,-1 0 1 0 0,1 0-1 0 0,-1 0 1 0 0,1 0-1 0 0,-1 0 1 0 0,1 0-1 0 0,-1 0 1 0 0,0 0-1 0 0,1-1 1 0 0,-2 2-1 0 0,1-2-33 0 0,0 0 0 0 0,0 0 0 0 0,0 0-1 0 0,0 0 1 0 0,1 0 0 0 0,-1-1-1 0 0,0 1 1 0 0,0 0 0 0 0,0 0-1 0 0,1-1 1 0 0,-1 1 0 0 0,0-1 0 0 0,0 1-1 0 0,1-1 1 0 0,-1 1 0 0 0,0-1-1 0 0,1 1 1 0 0,-1-1 0 0 0,1 0-1 0 0,-1 1 1 0 0,0-2 0 0 0,-2-2 29 0 0,0 1 0 0 0,0-1 1 0 0,1 0-1 0 0,0 0 0 0 0,0 0 0 0 0,0 0 1 0 0,0 0-1 0 0,0-1 0 0 0,1 1 1 0 0,0-1-1 0 0,-1-4 0 0 0,2-44 856 0 0,0 52-864 0 0,33 25-82 0 0,-29-18 8 0 0,0 0-1 0 0,0 0 1 0 0,-1 0-1 0 0,0 0 1 0 0,0 0 0 0 0,-1 1-1 0 0,1-1 1 0 0,-2 1-1 0 0,1 0 1 0 0,-1-1-1 0 0,2 13 1 0 0,-3-15 49 0 0,1 0 0 0 0,-1 0-1 0 0,0 0 1 0 0,0 0 0 0 0,0 0 0 0 0,0 0-1 0 0,-1 0 1 0 0,0 0 0 0 0,0 0 0 0 0,0 0-1 0 0,0 0 1 0 0,0 0 0 0 0,-1-1 0 0 0,1 1-1 0 0,-1-1 1 0 0,0 1 0 0 0,-1-1 0 0 0,1 1-1 0 0,0-1 1 0 0,-1 0 0 0 0,-4 4 0 0 0,3-5 17 0 0,0-1 0 0 0,0 0 0 0 0,0 0 1 0 0,0 0-1 0 0,0 0 0 0 0,0-1 0 0 0,0 1 0 0 0,0-1 1 0 0,0 0-1 0 0,-1 0 0 0 0,1-1 0 0 0,0 1 0 0 0,0-1 1 0 0,0 0-1 0 0,0 0 0 0 0,0 0 0 0 0,0-1 0 0 0,0 1 1 0 0,1-1-1 0 0,-7-3 0 0 0,-5-3 140 0 0,-1-1 1 0 0,1-1-1 0 0,-19-15 1 0 0,22 15-108 0 0,0 0 1 0 0,1-1 0 0 0,-12-16-1 0 0,20 25-219 0 0,1-1 0 0 0,0 0-1 0 0,0 0 1 0 0,0 1 0 0 0,0-1 0 0 0,1-1-1 0 0,-1 1 1 0 0,1 0 0 0 0,0 0 0 0 0,0 0-1 0 0,0-1 1 0 0,0 1 0 0 0,0-1 0 0 0,1 1 0 0 0,0-1-1 0 0,-1 1 1 0 0,1-1 0 0 0,1 1 0 0 0,-1-1-1 0 0,1-5 1 0 0,-1 9 6 0 0,0-1-1 0 0,0 1 1 0 0,0 0-1 0 0,1-1 1 0 0,-1 1-1 0 0,0 0 1 0 0,0 0 0 0 0,0-1-1 0 0,0 1 1 0 0,0 0-1 0 0,0 0 1 0 0,0-1-1 0 0,0 1 1 0 0,1 0-1 0 0,-1 0 1 0 0,0-1 0 0 0,0 1-1 0 0,0 0 1 0 0,1 0-1 0 0,-1-1 1 0 0,0 1-1 0 0,0 0 1 0 0,0 0-1 0 0,1 0 1 0 0,-1 0-1 0 0,0-1 1 0 0,0 1 0 0 0,1 0-1 0 0,-1 0 1 0 0,0 0-1 0 0,1 0 1 0 0,-1 0-1 0 0,0 0 1 0 0,0 0-1 0 0,1 0 1 0 0,-1 0 0 0 0,0 0-1 0 0,1 0 1 0 0,-1 0-1 0 0,0 0 1 0 0,0 0-1 0 0,1 0 1 0 0,-1 0-1 0 0,0 0 1 0 0,1 0 0 0 0,9 15-2030 0 0,3 22 850 0 0,-13-23 1175 0 0,0-1 534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5T22:34:27.50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64 171 172 0 0,'-1'0'141'0'0,"-1"0"0"0"0,1 0 0 0 0,-1 0 1 0 0,1-1-1 0 0,-1 1 0 0 0,1 0 0 0 0,0-1 0 0 0,-1 1 0 0 0,1-1 0 0 0,0 1 0 0 0,-1-1 0 0 0,1 1 1 0 0,0-1-1 0 0,0 0 0 0 0,-1 0 0 0 0,1 0 0 0 0,0 0 0 0 0,0 0 0 0 0,0 0 0 0 0,0 0 1 0 0,0 0-1 0 0,0 0 0 0 0,0 0 0 0 0,1-1 0 0 0,-1 1 0 0 0,0 0 0 0 0,0-2 0 0 0,0 0-56 0 0,0 0-1 0 0,1 1 0 0 0,-1-1 0 0 0,1 0 0 0 0,0 0 1 0 0,-1 0-1 0 0,1 0 0 0 0,1 0 0 0 0,-1 1 0 0 0,0-1 1 0 0,1 0-1 0 0,-1 0 0 0 0,2-4 0 0 0,-2 6-73 0 0,1-1-1 0 0,-1 0 0 0 0,1 1 1 0 0,-1-1-1 0 0,1 0 1 0 0,0 1-1 0 0,0-1 1 0 0,0 1-1 0 0,0-1 1 0 0,0 1-1 0 0,0-1 0 0 0,0 1 1 0 0,0 0-1 0 0,0-1 1 0 0,1 1-1 0 0,-1 0 1 0 0,0 0-1 0 0,1 0 1 0 0,-1 0-1 0 0,1 0 0 0 0,-1 0 1 0 0,1 1-1 0 0,0-1 1 0 0,-1 0-1 0 0,1 1 1 0 0,0-1-1 0 0,-1 1 1 0 0,1 0-1 0 0,0 0 0 0 0,0-1 1 0 0,-1 1-1 0 0,1 0 1 0 0,0 0-1 0 0,0 1 1 0 0,-1-1-1 0 0,1 0 1 0 0,0 1-1 0 0,-1-1 0 0 0,1 1 1 0 0,0-1-1 0 0,-1 1 1 0 0,1 0-1 0 0,-1-1 1 0 0,1 1-1 0 0,-1 0 1 0 0,1 0-1 0 0,-1 0 0 0 0,1 1 1 0 0,-1-1-1 0 0,0 0 1 0 0,2 3-1 0 0,1-1 96 0 0,0 1 0 0 0,-1 0 1 0 0,1 0-1 0 0,-1 0 0 0 0,0 1 0 0 0,-1-1 0 0 0,1 1 0 0 0,2 7 0 0 0,-4-11-45 0 0,0 1-1 0 0,0 0 0 0 0,-1 0 1 0 0,1-1-1 0 0,-1 1 0 0 0,0 0 1 0 0,1 0-1 0 0,-1 0 1 0 0,0 0-1 0 0,0-1 0 0 0,0 1 1 0 0,0 0-1 0 0,-1 0 0 0 0,1 0 1 0 0,0-1-1 0 0,-1 1 0 0 0,1 0 1 0 0,-1 0-1 0 0,0-1 1 0 0,1 1-1 0 0,-1 0 0 0 0,0-1 1 0 0,0 1-1 0 0,0-1 0 0 0,0 1 1 0 0,-3 2-1 0 0,4-4 14 0 0,-6-1-50 0 0,1 0 1 0 0,0 0-1 0 0,-1 0 0 0 0,1-1 0 0 0,0 1 1 0 0,0-1-1 0 0,0-1 0 0 0,0 1 0 0 0,0-1 1 0 0,1 0-1 0 0,-1 0 0 0 0,1 0 0 0 0,0-1 1 0 0,0 1-1 0 0,0-1 0 0 0,-4-5 0 0 0,6 7-39 0 0,1 1 0 0 0,0 0 1 0 0,-1-1-1 0 0,1 0 0 0 0,0 1 0 0 0,0-1 0 0 0,0 0 0 0 0,1 1 0 0 0,-1-1 0 0 0,0 0 0 0 0,1 0 1 0 0,-1 0-1 0 0,1 0 0 0 0,-1 1 0 0 0,1-1 0 0 0,0 0 0 0 0,0 0 0 0 0,0 0 0 0 0,0 0 0 0 0,0 0 1 0 0,0 0-1 0 0,1 0 0 0 0,-1 0 0 0 0,1 0 0 0 0,-1 1 0 0 0,1-1 0 0 0,-1 0 0 0 0,1 0 0 0 0,0 0 0 0 0,0 1 1 0 0,0-1-1 0 0,0 1 0 0 0,0-1 0 0 0,1 0 0 0 0,-1 1 0 0 0,0 0 0 0 0,1-1 0 0 0,-1 1 0 0 0,1 0 1 0 0,-1 0-1 0 0,1 0 0 0 0,0 0 0 0 0,-1 0 0 0 0,1 0 0 0 0,0 0 0 0 0,0 1 0 0 0,3-2 0 0 0,-1 1 26 0 0,-1 0-1 0 0,1 1 1 0 0,-1-1-1 0 0,1 1 1 0 0,0-1-1 0 0,-1 1 0 0 0,1 0 1 0 0,-1 1-1 0 0,1-1 1 0 0,0 1-1 0 0,-1-1 1 0 0,1 1-1 0 0,-1 0 1 0 0,1 0-1 0 0,-1 1 0 0 0,0-1 1 0 0,1 1-1 0 0,-1-1 1 0 0,0 1-1 0 0,0 0 1 0 0,0 0-1 0 0,0 1 0 0 0,0-1 1 0 0,2 4-1 0 0,-2-4 12 0 0,-1-1-1 0 0,0 1 0 0 0,0 0 1 0 0,-1 0-1 0 0,1 0 0 0 0,0 1 1 0 0,-1-1-1 0 0,1 0 0 0 0,-1 0 1 0 0,0 1-1 0 0,0-1 1 0 0,0 1-1 0 0,0 0 0 0 0,0-1 1 0 0,0 1-1 0 0,-1-1 0 0 0,1 1 1 0 0,-1 0-1 0 0,0 0 0 0 0,0-1 1 0 0,0 1-1 0 0,0 0 0 0 0,0-1 1 0 0,0 1-1 0 0,-1 0 0 0 0,0-1 1 0 0,1 1-1 0 0,-1 0 0 0 0,0-1 1 0 0,0 1-1 0 0,-3 4 1 0 0,2-6-5 0 0,1 0 1 0 0,-1 0 0 0 0,1-1 0 0 0,-1 1 0 0 0,0 0 0 0 0,1-1 0 0 0,-1 1 0 0 0,0-1 0 0 0,1 1 0 0 0,-1-1 0 0 0,0 0 0 0 0,0 0 0 0 0,1 0 0 0 0,-1 0 0 0 0,0 0 0 0 0,0 0-1 0 0,0 0 1 0 0,1-1 0 0 0,-1 1 0 0 0,0-1 0 0 0,1 1 0 0 0,-1-1 0 0 0,0 0 0 0 0,1 1 0 0 0,-1-1 0 0 0,1 0 0 0 0,-3-2 0 0 0,-44-28-221 0 0,44 27 153 0 0,0 0 1 0 0,1 1-1 0 0,-1-2 1 0 0,1 1-1 0 0,0 0 1 0 0,0-1-1 0 0,0 1 1 0 0,0-1-1 0 0,1 0 1 0 0,0 0-1 0 0,0 0 1 0 0,0 0-1 0 0,-2-11 1 0 0,4 14 36 0 0,0 0 0 0 0,0-1 0 0 0,0 1 0 0 0,1 0 0 0 0,-1-1 0 0 0,0 1 0 0 0,1 0 0 0 0,-1-1 0 0 0,1 1 0 0 0,0 0 0 0 0,0 0 0 0 0,0 0 0 0 0,0 0 0 0 0,0 0 0 0 0,0 0 0 0 0,1 0 1 0 0,-1 0-1 0 0,1 0 0 0 0,-1 0 0 0 0,1 1 0 0 0,0-1 0 0 0,-1 1 0 0 0,1-1 0 0 0,0 1 0 0 0,0 0 0 0 0,0 0 0 0 0,0-1 0 0 0,0 1 0 0 0,1 1 0 0 0,-1-1 0 0 0,0 0 0 0 0,0 0 0 0 0,1 1 0 0 0,2-1 0 0 0,-1 1 26 0 0,0 0-1 0 0,1 0 1 0 0,-1 0-1 0 0,0 0 1 0 0,1 1 0 0 0,-1-1-1 0 0,0 1 1 0 0,0 0-1 0 0,0 0 1 0 0,0 1 0 0 0,0-1-1 0 0,0 1 1 0 0,0 0-1 0 0,0 0 1 0 0,0 1 0 0 0,-1-1-1 0 0,1 1 1 0 0,-1-1-1 0 0,0 1 1 0 0,0 0 0 0 0,0 0-1 0 0,5 7 1 0 0,-6-8 20 0 0,1 1 0 0 0,-1 0 1 0 0,0 0-1 0 0,0 0 0 0 0,0 0 1 0 0,0 0-1 0 0,-1 0 1 0 0,1 1-1 0 0,-1-1 0 0 0,0 1 1 0 0,1-1-1 0 0,-2 1 0 0 0,1-1 1 0 0,0 1-1 0 0,-1 0 0 0 0,0-1 1 0 0,1 1-1 0 0,-2-1 0 0 0,1 1 1 0 0,0 0-1 0 0,-1-1 0 0 0,1 1 1 0 0,-1 0-1 0 0,0-1 0 0 0,0 1 1 0 0,-1-1-1 0 0,-1 4 1 0 0,2-6-2 0 0,0 1 1 0 0,0-1 0 0 0,0 1 0 0 0,0-1 0 0 0,-1 0 0 0 0,1 1 0 0 0,-1-1 0 0 0,1 0-1 0 0,0 0 1 0 0,-1 0 0 0 0,0 0 0 0 0,1-1 0 0 0,-1 1 0 0 0,0 0 0 0 0,1-1 0 0 0,-1 1-1 0 0,0-1 1 0 0,1 1 0 0 0,-1-1 0 0 0,0 0 0 0 0,-3 0 0 0 0,1 0-18 0 0,-1 0 0 0 0,1-1 0 0 0,-1 0 0 0 0,1 0 1 0 0,0 0-1 0 0,0-1 0 0 0,-1 0 0 0 0,-6-3 0 0 0,1-1-107 0 0,0-1 0 0 0,0 1 0 0 0,0-2 0 0 0,1 1 0 0 0,-16-18 0 0 0,4-6-314 0 0,21 30 393 0 0,-1 1 0 0 0,1-1 0 0 0,-1 0 0 0 0,1 0 0 0 0,-1 1 1 0 0,1-1-1 0 0,-1 0 0 0 0,1 0 0 0 0,0 0 0 0 0,0 1 0 0 0,-1-1 0 0 0,1 0 0 0 0,0 0 0 0 0,0 0 1 0 0,0 0-1 0 0,0 0 0 0 0,0 1 0 0 0,0-1 0 0 0,0 0 0 0 0,0 0 0 0 0,0 0 0 0 0,1 0 1 0 0,-1 1-1 0 0,0-1 0 0 0,0 0 0 0 0,1 0 0 0 0,-1 0 0 0 0,1 1 0 0 0,-1-1 0 0 0,1 0 1 0 0,-1 0-1 0 0,1 1 0 0 0,-1-1 0 0 0,1 0 0 0 0,-1 1 0 0 0,1-1 0 0 0,1 0 0 0 0,-1 1-7 0 0,0-1 610 0 0,0 1-883 0 0,0 0 0 0 0,1 0 1 0 0,-1-1-1 0 0,0 1 1 0 0,0 0-1 0 0,0 0 0 0 0,0 0 1 0 0,0 0-1 0 0,0 0 1 0 0,0 0-1 0 0,0 1 0 0 0,0-1 1 0 0,0 0-1 0 0,0 0 1 0 0,0 1-1 0 0,0-1 1 0 0,0 1-1 0 0,0-1 0 0 0,0 1 1 0 0,0-1-1 0 0,0 1 1 0 0,0 0-1 0 0,0-1 0 0 0,-1 1 1 0 0,1 0-1 0 0,0 0 1 0 0,0-1-1 0 0,-1 1 0 0 0,2 1 1 0 0,-3 10-179 0 0,-3-5 285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06T01:03:01.7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1 466 180 0 0,'0'0'2960'0'0,"10"-32"-1482"0"0,131-265-3599 0 0,-80 177 1 0 0,-52 103 1911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06T01:04:58.8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1 142 104 0 0,'30'-15'3579'0'0,"32"3"-231"0"0,-31 7-2982 0 0,-2-1-284 0 0,70-16-3706 0 0,154-55 0 0 0,-241 72 3409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8:07.55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998 68 20 0 0,'7'-11'920'0'0,"-4"2"4802"0"0,-19 2 4178 0 0,-5 2-11355 0 0,-19-5 1849 0 0,-1 1 0 0 0,0 2 0 0 0,-1 2 0 0 0,-56 0-1 0 0,24 6-617 0 0,-118 18 0 0 0,160-14 60 0 0,-1 1 1 0 0,1 1-1 0 0,1 2 0 0 0,-53 22 0 0 0,69-24 99 0 0,2 1-1 0 0,-1 0 1 0 0,1 1-1 0 0,0 0 1 0 0,1 1-1 0 0,0 0 1 0 0,0 1-1 0 0,1 0 0 0 0,1 1 1 0 0,0 0-1 0 0,-16 26 1 0 0,14-15 120 0 0,2 0 1 0 0,0 0-1 0 0,2 1 1 0 0,0 0-1 0 0,2 0 1 0 0,1 1-1 0 0,0-1 1 0 0,2 1-1 0 0,1 1 1 0 0,1-1-1 0 0,1 0 1 0 0,2 0-1 0 0,0 0 1 0 0,1 0-1 0 0,2 0 1 0 0,1-1-1 0 0,0 1 1 0 0,2-1-1 0 0,19 40 1 0 0,-15-42-178 0 0,1 0 0 0 0,1-1 1 0 0,1-1-1 0 0,1-1 0 0 0,0 0 0 0 0,1-1 1 0 0,2 0-1 0 0,0-2 0 0 0,0 0 0 0 0,1-1 1 0 0,1-1-1 0 0,1-1 0 0 0,0-1 0 0 0,39 15 1 0 0,-21-12 397 0 0,0-2 0 0 0,0-2 0 0 0,1-1 0 0 0,1-3 0 0 0,0-1 0 0 0,-1-2 0 0 0,2-2 0 0 0,-1-1 0 0 0,0-3 1 0 0,82-13-1 0 0,-95 9-74 0 0,-1-1 0 0 0,0-2 1 0 0,-1 0-1 0 0,38-20 1 0 0,-52 22-6 0 0,0 0 1 0 0,0-1 0 0 0,-1-1 0 0 0,0 0-1 0 0,0-1 1 0 0,-1 0 0 0 0,-1 0-1 0 0,0-1 1 0 0,0 0 0 0 0,12-20 0 0 0,-8 7 118 0 0,-1 0 0 0 0,-1 0 0 0 0,-2-1 0 0 0,0-1 0 0 0,-2 0 0 0 0,0 0 0 0 0,-2-1 0 0 0,4-37 0 0 0,-9 44-162 0 0,0 1 1 0 0,-2-1-1 0 0,0 0 0 0 0,-1 0 0 0 0,-1 0 1 0 0,-7-25-1 0 0,4 27-39 0 0,0-1-1 0 0,-2 1 1 0 0,-18-33 0 0 0,23 45-117 0 0,-30-48 639 0 0,-40-53-1 0 0,62 93-290 0 0,-1-1 0 0 0,-1 2 0 0 0,0 0 1 0 0,-1 0-1 0 0,0 1 0 0 0,-1 1 0 0 0,-1 0 0 0 0,-19-10 0 0 0,15 11-202 0 0,-1 1 0 0 0,0 1 0 0 0,0 1 1 0 0,0 0-1 0 0,-1 2 0 0 0,0 0 0 0 0,0 2 0 0 0,-1 0 0 0 0,1 2 0 0 0,0 0 1 0 0,-1 2-1 0 0,1 0 0 0 0,-1 2 0 0 0,-37 8 0 0 0,32-5-970 0 0,-54 5 0 0 0,28-5-4888 0 0,1 5-7592 0 0,50-10 12654 0 0,1-1 0 0 0,0 1 0 0 0,-1 0 0 0 0,1 0 0 0 0,0 1 0 0 0,-1-1 0 0 0,1 1 0 0 0,0-1 0 0 0,0 1 0 0 0,-3 3 0 0 0,2-2 361 0 0,1 0 0 0 0,-1 0 1 0 0,1 1-1 0 0,0-1 1 0 0,0 1-1 0 0,1 0 1 0 0,-1-1-1 0 0,1 1 1 0 0,-1 0-1 0 0,0 5 0 0 0,0 3 6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8:16.06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230 7 68 0 0,'5'-6'3249'0'0,"-14"9"373"0"0,-3 0-3936 0 0,-2 1 653 0 0,1 1 1 0 0,-1 1 0 0 0,1-1-1 0 0,0 2 1 0 0,0 0-1 0 0,1 1 1 0 0,0 0 0 0 0,0 0-1 0 0,1 2 1 0 0,0-1 0 0 0,0 1-1 0 0,-10 14 1 0 0,16-17-337 0 0,0 1 1 0 0,0-1 0 0 0,1 1-1 0 0,-1 0 1 0 0,2 1-1 0 0,-1-1 1 0 0,1 1-1 0 0,1 0 1 0 0,0 0-1 0 0,0 0 1 0 0,0 0-1 0 0,1 0 1 0 0,1 0-1 0 0,-1 0 1 0 0,2 0-1 0 0,-1 0 1 0 0,1 0-1 0 0,0 0 1 0 0,1 0-1 0 0,4 14 1 0 0,-3-16-15 0 0,-1 0 1 0 0,1 0-1 0 0,0 0 0 0 0,1-1 1 0 0,-1 1-1 0 0,1-1 1 0 0,1 0-1 0 0,-1 0 0 0 0,1-1 1 0 0,0 1-1 0 0,0-1 1 0 0,1 0-1 0 0,0 0 0 0 0,-1-1 1 0 0,11 6-1 0 0,-6-5 63 0 0,0 0 1 0 0,0-1-1 0 0,0 0 0 0 0,0-1 0 0 0,1 0 0 0 0,-1 0 0 0 0,1-1 1 0 0,0-1-1 0 0,0 0 0 0 0,11 0 0 0 0,-10-1 123 0 0,0 0-1 0 0,-1-1 0 0 0,1-1 1 0 0,-1 1-1 0 0,1-2 1 0 0,-1 0-1 0 0,0 0 0 0 0,0-1 1 0 0,0 0-1 0 0,0-1 1 0 0,-1 0-1 0 0,1-1 0 0 0,-1 0 1 0 0,-1 0-1 0 0,1-1 1 0 0,-1-1-1 0 0,-1 0 0 0 0,1 0 1 0 0,-1 0-1 0 0,11-16 1 0 0,-15 18 18 0 0,-1 0 0 0 0,1 0 1 0 0,-1-1-1 0 0,-1 1 1 0 0,1-1-1 0 0,-1 1 0 0 0,0-1 1 0 0,-1 0-1 0 0,1 0 0 0 0,-1 0 1 0 0,-1 0-1 0 0,1 0 0 0 0,-1 1 1 0 0,-1-1-1 0 0,-1-14 1 0 0,0 16-67 0 0,0-1 1 0 0,0 1-1 0 0,-1 0 1 0 0,1 0 0 0 0,-1 0-1 0 0,0 0 1 0 0,0 0-1 0 0,-1 0 1 0 0,0 1 0 0 0,1 0-1 0 0,-2 0 1 0 0,1 0-1 0 0,0 0 1 0 0,-1 1 0 0 0,1-1-1 0 0,-1 1 1 0 0,0 1-1 0 0,0-1 1 0 0,-11-4 0 0 0,5 3 295 0 0,1 1 1 0 0,-1-1-1 0 0,-21-2 1 0 0,22 5-1270 0 0,-1 0 0 0 0,0 0 0 0 0,1 2 0 0 0,-1-1 0 0 0,1 1 0 0 0,-1 1 1 0 0,-13 3-1 0 0,17-3 162 0 0,0 0 0 0 0,0 0-1 0 0,0 1 1 0 0,1 0 0 0 0,-1 1 0 0 0,1-1 0 0 0,0 1 0 0 0,0 1 0 0 0,0-1 0 0 0,0 1 0 0 0,1 0-1 0 0,0 0 1 0 0,0 0 0 0 0,0 1 0 0 0,1 0 0 0 0,-1 0 0 0 0,2 0 0 0 0,-1 0 0 0 0,0 1 0 0 0,-2 8-1 0 0,-9 30-188 0 0,9-18 563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28.70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240 28 100 0 0,'1'-1'177'0'0,"0"-1"0"0"0,-1 0 0 0 0,1 0 0 0 0,-1 1 0 0 0,1-1-1 0 0,-1 0 1 0 0,0 0 0 0 0,0 0 0 0 0,0 0 0 0 0,0 0 0 0 0,0 1 0 0 0,0-1 0 0 0,-1-3 0 0 0,-4 6 2869 0 0,-2 16-1601 0 0,-15 81-510 0 0,-14 144-1 0 0,13-71-252 0 0,-116 907 3500 0 0,135-1040-4146 0 0,1-22-199 0 0,1 0 1 0 0,1 1 0 0 0,1-1-1 0 0,0 0 1 0 0,4 22 0 0 0,-5-38 81 0 0,1 1 0 0 0,0-1 0 0 0,0 1 0 0 0,1-1 0 0 0,-1 1 0 0 0,0-1 0 0 0,0 1 0 0 0,0-1 0 0 0,0 1 0 0 0,0-1 0 0 0,0 1 0 0 0,1-1 0 0 0,-1 1 0 0 0,0-1 0 0 0,0 1 0 0 0,1-1 0 0 0,-1 0 0 0 0,0 1 0 0 0,1-1 0 0 0,-1 0 0 0 0,0 1 0 0 0,1-1 0 0 0,-1 0 1 0 0,1 1-1 0 0,-1-1 0 0 0,1 0 0 0 0,-1 1 0 0 0,0-1 0 0 0,1 0 0 0 0,-1 0 0 0 0,1 0 0 0 0,-1 0 0 0 0,1 1 0 0 0,0-1 0 0 0,15-12-2314 0 0,7-26-620 0 0,-15 15 2491 0 0,-1 1 1 0 0,-1-1-1 0 0,-1 0 0 0 0,0-1 0 0 0,-2 1 1 0 0,-1-1-1 0 0,-1-24 0 0 0,-1 44 486 0 0,2-36-209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28.96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20 282 100 0 0,'-10'-62'598'0'0,"0"-12"4353"0"0,161 75-1750 0 0,384-18 1418 0 0,-145-51-3753 0 0,-102 14-814 0 0,-267 51-536 0 0,-1 0 0 0 0,0 2 0 0 0,1 0 0 0 0,-1 1 0 0 0,1 1 1 0 0,29 6-1 0 0,-45-7 230 0 0,-1 1 0 0 0,1 1 0 0 0,-1-1 0 0 0,1 1 0 0 0,-1-1 0 0 0,0 1 0 0 0,0 0 0 0 0,1 1-1 0 0,-2-1 1 0 0,1 1 0 0 0,0 0 0 0 0,0 0 0 0 0,-1 0 0 0 0,0 0 0 0 0,1 1 0 0 0,-1-1 0 0 0,0 1 0 0 0,-1 0 0 0 0,1 0 0 0 0,-1 0 0 0 0,0 0 0 0 0,0 0 0 0 0,0 0 0 0 0,0 1 0 0 0,-1-1 0 0 0,0 1 0 0 0,0-1 0 0 0,0 1 0 0 0,0-1 0 0 0,-1 1 0 0 0,1 0 0 0 0,-1-1 0 0 0,-1 1 0 0 0,0 6 0 0 0,-1 8-210 0 0,-1 1 0 0 0,-1-1 0 0 0,-12 35 0 0 0,5-23 219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29.31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192 699 108 0 0,'-36'25'256'0'0,"7"-6"304"0"0,-37 33 0 0 0,60-46-373 0 0,0-1 0 0 0,0 1 0 0 0,1 0 0 0 0,0 0 1 0 0,0 1-1 0 0,0-1 0 0 0,1 1 0 0 0,0 0 0 0 0,0 0 0 0 0,1 1 1 0 0,-5 13-1 0 0,8-19-155 0 0,0 0 0 0 0,1 0 0 0 0,-1 0 0 0 0,0 0 0 0 0,1 0 0 0 0,-1 0 0 0 0,1 0 0 0 0,0 0 0 0 0,-1 0 0 0 0,1 0 0 0 0,0 0 0 0 0,0 0 0 0 0,0 0 0 0 0,1 0 0 0 0,-1-1 0 0 0,0 1 1 0 0,1 0-1 0 0,-1-1 0 0 0,1 1 0 0 0,-1-1 0 0 0,1 0 0 0 0,0 1 0 0 0,0-1 0 0 0,0 0 0 0 0,-1 0 0 0 0,4 1 0 0 0,57 26 363 0 0,-54-25-340 0 0,44 14 254 0 0,0-2-1 0 0,1-2 1 0 0,92 10 0 0 0,165-4 841 0 0,-307-19-1140 0 0,61 3 378 0 0,1-3-1 0 0,0-2 1 0 0,-1-4-1 0 0,0-2 1 0 0,86-23 0 0 0,-124 23-92 0 0,0-1 0 0 0,-1-2 1 0 0,0 0-1 0 0,0-2 0 0 0,-2 0 1 0 0,34-25-1 0 0,-41 25-98 0 0,0-1 1 0 0,-1-1-1 0 0,-1 0 1 0 0,0-1-1 0 0,-1-1 1 0 0,0 0-1 0 0,-2 0 1 0 0,0-2-1 0 0,12-26 1 0 0,-13 20-85 0 0,0-1 0 0 0,-2-1 1 0 0,-1 1-1 0 0,-1-1 0 0 0,-1 0 0 0 0,-1-1 1 0 0,0-37-1 0 0,-6 2-1375 0 0,-3 1-1 0 0,-13-70 0 0 0,13 108-249 0 0,2 0-1 0 0,0 0 0 0 0,1 0 0 0 0,2 0 1 0 0,0 0-1 0 0,5-28 0 0 0,-3 39 1228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29.99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1 136 0 0,'3'0'168'0'0,"-1"0"4"0"0,2 0 4 0 0,-3 1 4 0 0,3 1 0 0 0,-1-2-4 0 0,1 3-8 0 0,1-1-48 0 0,1-1-84 0 0,-1 1-100 0 0,0 1-108 0 0,2-1-44 0 0,-1 1-8 0 0,-1-1 12 0 0,0-1 20 0 0,1 1 24 0 0,-1-1 20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30.17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4 92 0 0,'5'-1'49'0'0,"1"0"1"0"0,-1 0-1 0 0,1 0 1 0 0,0 1-1 0 0,0 0 0 0 0,-1 0 1 0 0,1 1-1 0 0,0-1 0 0 0,-1 1 1 0 0,1 1-1 0 0,-1-1 1 0 0,1 1-1 0 0,-1 0 0 0 0,1 0 1 0 0,-1 0-1 0 0,0 1 0 0 0,0 0 1 0 0,7 5-1 0 0,14 6-908 0 0,-16-10 712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30.32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51 740 0 0,'31'-8'200'0'0,"21"-7"955"0"0,61-8 0 0 0,-94 21-1412 0 0,-1 0 0 0 0,1 2 0 0 0,-1 0 0 0 0,1 1 0 0 0,-1 0-1 0 0,1 2 1 0 0,21 5 0 0 0,36 13-691 0 0,-57-16 779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30.46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37 68 0 0,'65'-13'1504'0'0,"1"2"0"0"0,76-1 0 0 0,-112 11-1596 0 0,1 2 1 0 0,-1 1 0 0 0,1 2-1 0 0,-1 1 1 0 0,0 1 0 0 0,57 20-1 0 0,-76-22-60 0 0,128 43-1489 0 0,-119-42 1408 0 0,0-2-1 0 0,0 0 0 0 0,0 0 0 0 0,0-2 1 0 0,25-1-1 0 0,2-6-321 0 0,-36 3 441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31.52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189 279 24 0 0,'0'-28'994'0'0,"2"1"1"0"0,6-28-1 0 0,-2 28 2186 0 0,16-52-1 0 0,-30 115 4629 0 0,-2 36-6248 0 0,0 7-1362 0 0,-180 1028 5381 0 0,186-1077-5080 0 0,-1 58 0 0 0,5-88-516 0 0,39 25-311 0 0,85 39 1140 0 0,-120-63-809 0 0,0-1-1 0 0,-1 1 1 0 0,1-1-1 0 0,0 1 1 0 0,-1-1 0 0 0,1 0-1 0 0,0-1 1 0 0,0 1-1 0 0,-1-1 1 0 0,1 1-1 0 0,0-1 1 0 0,-1 0-1 0 0,1 0 1 0 0,-1-1-1 0 0,7-2 1 0 0,58-30 145 0 0,-60 29-138 0 0,73-34 74 0 0,-50 25-173 0 0,51-31-1 0 0,-80 43 58 0 0,0 0 0 0 0,1-1 0 0 0,-2 1 0 0 0,1-1 0 0 0,0 1 0 0 0,0-1 0 0 0,-1 0 0 0 0,1 1 0 0 0,-1-1-1 0 0,0 0 1 0 0,0 0 0 0 0,0 0 0 0 0,-1 0 0 0 0,1 0 0 0 0,0 0 0 0 0,-1-6 0 0 0,1-60-420 0 0,-2 46 311 0 0,2-105-193 0 0,6-1-1 0 0,5 1 0 0 0,44-195 0 0 0,-30 223-779 0 0,-6 29 316 0 0,18-134 0 0 0,-38 197 921 0 0,-1 1 0 0 0,1 0 0 0 0,-2 0 0 0 0,1-1 1 0 0,-1 1-1 0 0,0 0 0 0 0,0 0 0 0 0,-1 0 0 0 0,0 1 1 0 0,0-1-1 0 0,0 1 0 0 0,-1-1 0 0 0,0 1 1 0 0,-1 0-1 0 0,1 0 0 0 0,-1 1 0 0 0,0 0 0 0 0,0 0 1 0 0,-7-5-1 0 0,5 4-63 0 0,0 0 0 0 0,0 0 0 0 0,0 1 1 0 0,-1 1-1 0 0,0-1 0 0 0,0 1 0 0 0,0 0 1 0 0,0 1-1 0 0,-1 0 0 0 0,1 0 0 0 0,-1 1 0 0 0,0 0 1 0 0,0 1-1 0 0,0 0 0 0 0,-12 0 0 0 0,16 2-746 0 0,-1 0 0 0 0,1 0 1 0 0,0 1-1 0 0,-1 0 0 0 0,1 0 0 0 0,0 0 0 0 0,0 1 0 0 0,0-1 0 0 0,1 1 0 0 0,-1 1 0 0 0,1-1 0 0 0,-1 1 1 0 0,1-1-1 0 0,0 1 0 0 0,0 0 0 0 0,1 1 0 0 0,-1-1 0 0 0,1 1 0 0 0,0-1 0 0 0,0 1 0 0 0,1 0 0 0 0,-1 0 1 0 0,1 0-1 0 0,-2 9 0 0 0,-5 13-779 0 0,1 0-1 0 0,1 1 1 0 0,-3 41 0 0 0,8-57 1394 0 0,-9 88-914 0 0,7-66 769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32.46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134 1163 52 0 0,'-4'4'218'0'0,"1"-1"-1"0"0,0 1 1 0 0,-1-1-1 0 0,0 1 1 0 0,0-1 0 0 0,0 0-1 0 0,0-1 1 0 0,-1 1 0 0 0,1-1-1 0 0,-1 0 1 0 0,1 0-1 0 0,-1 0 1 0 0,0 0 0 0 0,0-1-1 0 0,1 0 1 0 0,-1 0-1 0 0,0 0 1 0 0,0-1 0 0 0,0 0-1 0 0,0 1 1 0 0,-1-2 0 0 0,1 1-1 0 0,0-1 1 0 0,1 0-1 0 0,-1 0 1 0 0,0 0 0 0 0,-6-3-1 0 0,53 8 3603 0 0,37-12-3554 0 0,-25 1 71 0 0,-50 7-323 0 0,0 0 0 0 0,-1 0-1 0 0,1-1 1 0 0,-1 1-1 0 0,1-1 1 0 0,0 0 0 0 0,-1 0-1 0 0,0 0 1 0 0,1-1-1 0 0,-1 1 1 0 0,0-1 0 0 0,0 0-1 0 0,1 1 1 0 0,2-4-1 0 0,-5 4-12 0 0,-1 0-1 0 0,1 1 0 0 0,-1-1 1 0 0,1 0-1 0 0,-1 0 0 0 0,0 0 1 0 0,1 1-1 0 0,-1-1 0 0 0,0 0 1 0 0,1 0-1 0 0,-1 0 0 0 0,0 0 0 0 0,0 0 1 0 0,0 0-1 0 0,0 0 0 0 0,0 1 1 0 0,0-1-1 0 0,0 0 0 0 0,0 0 1 0 0,0 0-1 0 0,-1-1 0 0 0,0-1-12 0 0,0 0 0 0 0,-1 0-1 0 0,1 0 1 0 0,-1 0 0 0 0,0 1-1 0 0,0-1 1 0 0,0 1 0 0 0,0 0 0 0 0,-3-3-1 0 0,-79-72-1004 0 0,46 44-193 0 0,-35-38-1 0 0,90 70 1320 0 0,26 8 168 0 0,-12-2-61 0 0,-29-5-195 0 0,24 4 241 0 0,0-1 1 0 0,0-2-1 0 0,-1 0 1 0 0,41-5 0 0 0,-65 4-254 0 0,-1-1 1 0 0,0 1 0 0 0,1 0-1 0 0,-1 0 1 0 0,0 0 0 0 0,0 0-1 0 0,1 0 1 0 0,-1 0 0 0 0,0 0-1 0 0,1-1 1 0 0,-1 1 0 0 0,0 0-1 0 0,0 0 1 0 0,1 0 0 0 0,-1-1 0 0 0,0 1-1 0 0,0 0 1 0 0,1 0 0 0 0,-1-1-1 0 0,0 1 1 0 0,0 0 0 0 0,0-1-1 0 0,0 1 1 0 0,1 0 0 0 0,-1-1-1 0 0,0 1 1 0 0,0 0 0 0 0,0 0-1 0 0,0-1 1 0 0,0 1 0 0 0,0 0 0 0 0,0-1-1 0 0,0 1 1 0 0,0 0 0 0 0,0-1-1 0 0,0 1 1 0 0,0 0 0 0 0,0-1-1 0 0,0 1 1 0 0,0 0 0 0 0,-1-1-1 0 0,-9-20 220 0 0,-25-22-12 0 0,31 38-167 0 0,-19-22 34 0 0,-4-6-96 0 0,-35-32 0 0 0,62 65-27 0 0,75 4-293 0 0,31 0 411 0 0,-95-5-65 0 0,-1 0 0 0 0,1 0 1 0 0,-1-1-1 0 0,0 0 0 0 0,1-1 1 0 0,-1 0-1 0 0,16-8 0 0 0,-25 11-4 0 0,1-1 0 0 0,-1 1 0 0 0,0-1 0 0 0,0 0 0 0 0,0 1 0 0 0,0-1 0 0 0,0 0 0 0 0,-1 0 0 0 0,1 0 0 0 0,0 0 0 0 0,0 0 0 0 0,0 0 0 0 0,-1 0 0 0 0,1 0 0 0 0,0 0 0 0 0,-1 0 0 0 0,1 0 0 0 0,-1 0 0 0 0,0 0 0 0 0,1 0 0 0 0,-1 0 0 0 0,0-1 0 0 0,1 1 0 0 0,-1 0 0 0 0,0 0 0 0 0,0 0 0 0 0,0-2 0 0 0,-1-1 15 0 0,0 1 0 0 0,0-1 0 0 0,0 1 0 0 0,0 0 0 0 0,0 0 1 0 0,-1-1-1 0 0,1 1 0 0 0,-1 0 0 0 0,-4-5 0 0 0,-6-6 67 0 0,0 0 0 0 0,-26-23 0 0 0,34 34-89 0 0,-32-28-1 0 0,-45-45-248 0 0,83 70-62 0 0,10 3 150 0 0,25 1 80 0 0,-21 1 37 0 0,-5 0 80 0 0,1-1 0 0 0,-1 0 0 0 0,1-1 0 0 0,-1 0 0 0 0,0-1 0 0 0,0-1-1 0 0,-1 1 1 0 0,1-2 0 0 0,15-10 0 0 0,-20 12 23 0 0,-1-1-1 0 0,0 0 0 0 0,0 0 1 0 0,-1 0-1 0 0,1-1 1 0 0,-1 1-1 0 0,0-1 0 0 0,-1 0 1 0 0,1 0-1 0 0,-1-1 0 0 0,-1 1 1 0 0,1 0-1 0 0,-1-1 1 0 0,0 0-1 0 0,0 0 0 0 0,-1 0 1 0 0,1-10-1 0 0,-1 3-29 0 0,-1 1 1 0 0,-1 0-1 0 0,0 0 0 0 0,0 0 0 0 0,-1 0 1 0 0,-1 0-1 0 0,0 0 0 0 0,-1 1 0 0 0,0-1 1 0 0,-1 1-1 0 0,-1 0 0 0 0,-8-15 0 0 0,5 13-89 0 0,0 0-1 0 0,-1 1 1 0 0,0 0-1 0 0,-1 0 1 0 0,-1 1-1 0 0,0 1 1 0 0,0 0-1 0 0,-1 1 1 0 0,-20-13-1 0 0,33 23-1 0 0,0 0 0 0 0,0 0 1 0 0,0 0-1 0 0,0-1 0 0 0,-1 1 0 0 0,1 0 0 0 0,0 0 0 0 0,0 0 1 0 0,0 0-1 0 0,0-1 0 0 0,-1 1 0 0 0,1 0 0 0 0,0 0 0 0 0,0 0 1 0 0,-1 0-1 0 0,1 0 0 0 0,0 0 0 0 0,0 0 0 0 0,0 0 0 0 0,-1 0 1 0 0,1 0-1 0 0,0 0 0 0 0,0-1 0 0 0,-1 1 0 0 0,1 0 0 0 0,0 0 1 0 0,0 1-1 0 0,-1-1 0 0 0,1 0 0 0 0,0 0 0 0 0,0 0 0 0 0,-1 0 1 0 0,1 0-1 0 0,0 0 0 0 0,0 0 0 0 0,0 0 0 0 0,-1 0 0 0 0,1 0 1 0 0,0 1-1 0 0,0-1 0 0 0,0 0 0 0 0,-1 0 0 0 0,1 0 0 0 0,0 0 1 0 0,0 1-1 0 0,0-1 0 0 0,0 0 0 0 0,0 0 0 0 0,-1 0 0 0 0,1 1 1 0 0,3 16-1824 0 0,13 18-375 0 0,55 112-1542 0 0,-60-126 3588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4.06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227 86 92 0 0,'5'-13'234'0'0,"0"3"923"0"0,-2 0 1 0 0,1 0 0 0 0,-2 0 0 0 0,4-20 1538 0 0,-23 28 1055 0 0,-18 8-2633 0 0,24-2-1149 0 0,0 0 0 0 0,1 0-1 0 0,-1 1 1 0 0,1 1-1 0 0,0 0 1 0 0,0 0-1 0 0,1 1 1 0 0,-1 0-1 0 0,2 1 1 0 0,-1 0-1 0 0,1 0 1 0 0,0 1-1 0 0,1 0 1 0 0,-8 11-1 0 0,8-10-3 0 0,1 0 1 0 0,0 0-1 0 0,0 1 0 0 0,1 0 0 0 0,1 0 1 0 0,0 0-1 0 0,0 0 0 0 0,1 1 0 0 0,0-1 1 0 0,1 1-1 0 0,1 0 0 0 0,0 0 0 0 0,0 21 1 0 0,2-28 33 0 0,-1 0 1 0 0,1 0-1 0 0,0 0 0 0 0,1 0 1 0 0,-1-1-1 0 0,1 1 1 0 0,0 0-1 0 0,0-1 0 0 0,0 1 1 0 0,1-1-1 0 0,0 0 1 0 0,-1 0-1 0 0,2 0 1 0 0,-1 0-1 0 0,0 0 0 0 0,1-1 1 0 0,5 6-1 0 0,-2-5 61 0 0,-1 0 0 0 0,1-1 1 0 0,0 1-1 0 0,0-1 0 0 0,0 0 0 0 0,1-1 0 0 0,-1 0 0 0 0,1 0 0 0 0,-1 0 0 0 0,12 0 0 0 0,-1-1 199 0 0,-1-1-1 0 0,1-1 1 0 0,0 0-1 0 0,-1-1 0 0 0,1-1 1 0 0,-1-1-1 0 0,0 0 1 0 0,0-1-1 0 0,19-9 1 0 0,-15 4 289 0 0,-1-1-1 0 0,0-1 1 0 0,34-27 0 0 0,-46 33-411 0 0,-1 0 0 0 0,-1 0 0 0 0,1-1 1 0 0,-1 0-1 0 0,0 0 0 0 0,-1-1 0 0 0,1 1 0 0 0,-2-1 0 0 0,1 0 0 0 0,-1-1 0 0 0,0 1 0 0 0,3-14 0 0 0,-6 19-138 0 0,0 0 0 0 0,0 0 0 0 0,-1 0 1 0 0,0 0-1 0 0,0-1 0 0 0,0 1 0 0 0,0 0 0 0 0,0 0 0 0 0,-1 0 0 0 0,1-1 0 0 0,-1 1 0 0 0,0 0 0 0 0,-2-5 0 0 0,2 6-221 0 0,-1-1 1 0 0,0 0 0 0 0,1 1-1 0 0,-1-1 1 0 0,-1 1-1 0 0,1 0 1 0 0,0 0-1 0 0,-1 0 1 0 0,1 0 0 0 0,-1 0-1 0 0,1 0 1 0 0,-1 1-1 0 0,0-1 1 0 0,0 1 0 0 0,1 0-1 0 0,-1 0 1 0 0,0 0-1 0 0,-5-1 1 0 0,0 1-365 0 0,1-1 0 0 0,0 2-1 0 0,-1-1 1 0 0,1 1 0 0 0,-1 0 0 0 0,1 1 0 0 0,0 0 0 0 0,-1 0 0 0 0,1 0-1 0 0,0 1 1 0 0,0 0 0 0 0,0 0 0 0 0,-13 7 0 0 0,4 2-11 0 0,1 0 0 0 0,0 1-1 0 0,0 1 1 0 0,2 0 0 0 0,-1 1 0 0 0,2 1 0 0 0,0 0-1 0 0,1 1 1 0 0,-13 22 0 0 0,11-15 371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4.52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338 1 116 0 0,'42'9'2186'0'0,"-43"-9"-2136"0"0,1 0-1 0 0,0 0 1 0 0,0 0-1 0 0,0 0 1 0 0,0 0-1 0 0,0 0 1 0 0,0 0-1 0 0,0 0 1 0 0,0 1-1 0 0,0-1 0 0 0,0 0 1 0 0,0 0-1 0 0,0 0 1 0 0,0 0-1 0 0,-1 0 1 0 0,1 0-1 0 0,0 0 1 0 0,0 0-1 0 0,0 0 1 0 0,0 0-1 0 0,0 0 1 0 0,0 0-1 0 0,0 1 0 0 0,0-1 1 0 0,0 0-1 0 0,0 0 1 0 0,0 0-1 0 0,0 0 1 0 0,0 0-1 0 0,0 0 1 0 0,0 0-1 0 0,0 0 1 0 0,0 0-1 0 0,0 1 0 0 0,0-1 1 0 0,0 0-1 0 0,0 0 1 0 0,0 0-1 0 0,0 0 1 0 0,0 0-1 0 0,1 0 1 0 0,-1 0-1 0 0,0 0 1 0 0,0 0-1 0 0,0 0 0 0 0,0 0 1 0 0,0 0-1 0 0,0 0 1 0 0,0 1-1 0 0,0-1 1 0 0,0 0-1 0 0,0 0 1 0 0,0 0-1 0 0,-26 1 1793 0 0,9-1-995 0 0,-32 0 971 0 0,-50 7-1 0 0,85-6-1741 0 0,1 1 0 0 0,0 1 1 0 0,0 0-1 0 0,0 1 0 0 0,0 1 0 0 0,1 0 1 0 0,0 0-1 0 0,-21 13 0 0 0,28-14-47 0 0,1 0-1 0 0,0 0 1 0 0,0 0 0 0 0,0 1-1 0 0,0-1 1 0 0,1 1 0 0 0,-1 0-1 0 0,1 0 1 0 0,1 0 0 0 0,-1 1-1 0 0,1-1 1 0 0,0 1 0 0 0,0-1-1 0 0,0 1 1 0 0,1 0 0 0 0,0-1 0 0 0,0 1-1 0 0,0 0 1 0 0,1 0 0 0 0,0 0-1 0 0,0 0 1 0 0,1 0 0 0 0,-1-1-1 0 0,1 1 1 0 0,3 8 0 0 0,-3-7 3 0 0,1 0 1 0 0,0 0-1 0 0,0 0 1 0 0,1 0 0 0 0,0-1-1 0 0,0 1 1 0 0,0-1 0 0 0,1 0-1 0 0,0 0 1 0 0,0 0 0 0 0,1-1-1 0 0,0 1 1 0 0,0-1-1 0 0,0 0 1 0 0,0 0 0 0 0,1-1-1 0 0,0 0 1 0 0,0 0 0 0 0,0 0-1 0 0,9 4 1 0 0,-5-5 86 0 0,0-1 1 0 0,0-1-1 0 0,1 1 1 0 0,-1-2-1 0 0,0 1 1 0 0,0-1-1 0 0,1-1 1 0 0,-1 0-1 0 0,0 0 1 0 0,0-1-1 0 0,0 0 1 0 0,0-1-1 0 0,0 0 1 0 0,0-1-1 0 0,-1 0 1 0 0,0 0-1 0 0,0-1 1 0 0,13-9-1 0 0,-2 1 186 0 0,-1-1-1 0 0,0-1 0 0 0,-1-1 0 0 0,0-1 0 0 0,-2 0 0 0 0,27-35 1 0 0,-41 50-350 0 0,0-1 1 0 0,0 0 0 0 0,-1 0 0 0 0,1-1 0 0 0,-1 1 0 0 0,1 0-1 0 0,-1 0 1 0 0,0-1 0 0 0,0 1 0 0 0,-1-1 0 0 0,1 1-1 0 0,-1-1 1 0 0,0 1 0 0 0,1-1 0 0 0,-2 1 0 0 0,1-1-1 0 0,0 1 1 0 0,-1-1 0 0 0,-1-5 0 0 0,1 7-150 0 0,0 0 1 0 0,0 1-1 0 0,0-1 0 0 0,0 1 1 0 0,0-1-1 0 0,0 1 0 0 0,-1-1 1 0 0,1 1-1 0 0,0 0 0 0 0,-1 0 1 0 0,1 0-1 0 0,-1 0 0 0 0,0 0 1 0 0,1 0-1 0 0,-1 0 0 0 0,0 0 1 0 0,1 0-1 0 0,-1 1 0 0 0,0-1 1 0 0,0 1-1 0 0,0-1 0 0 0,1 1 1 0 0,-1 0-1 0 0,0 0 0 0 0,0 0 1 0 0,0 0-1 0 0,0 0 0 0 0,0 0 1 0 0,1 1-1 0 0,-1-1 0 0 0,0 0 1 0 0,0 1-1 0 0,0-1 0 0 0,1 1 1 0 0,-1 0-1 0 0,0 0 0 0 0,1 0 1 0 0,-3 1-1 0 0,-4 2-309 0 0,1 0 0 0 0,0 1 0 0 0,0 0 0 0 0,0 0 0 0 0,1 0 0 0 0,0 1 0 0 0,0 0 0 0 0,0 1 0 0 0,1-1 0 0 0,0 1 0 0 0,0 0 0 0 0,0 0 0 0 0,-5 13 0 0 0,0 1-6 0 0,0 1 1 0 0,2 0 0 0 0,-9 38-1 0 0,13-38 304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5.05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267 19 124 0 0,'35'9'1311'0'0,"-10"-9"2638"0"0,-68-17-96 0 0,26 14-3605 0 0,0 0 0 0 0,-1 1 0 0 0,1 0 0 0 0,0 2 0 0 0,-1 0 1 0 0,1 1-1 0 0,-28 5 0 0 0,37-5-312 0 0,0 1-1 0 0,1 1 1 0 0,-1-1 0 0 0,1 1-1 0 0,0 1 1 0 0,-1-1 0 0 0,2 1-1 0 0,-11 7 1 0 0,13-8 38 0 0,1 0 0 0 0,-1 0 0 0 0,1 1-1 0 0,0-1 1 0 0,0 1 0 0 0,1 0 0 0 0,-1 0 0 0 0,1 0 0 0 0,0 0-1 0 0,0 0 1 0 0,0 0 0 0 0,0 0 0 0 0,1 1 0 0 0,0-1-1 0 0,-2 8 1 0 0,2-7 0 0 0,1 0 0 0 0,-1 0 0 0 0,1-1 0 0 0,0 1 0 0 0,1 0 0 0 0,-1 0 0 0 0,1-1 1 0 0,-1 1-1 0 0,2 0 0 0 0,-1-1 0 0 0,0 1 0 0 0,1 0 0 0 0,0-1 0 0 0,0 0 0 0 0,0 1 0 0 0,0-1 0 0 0,1 0 0 0 0,3 4 0 0 0,-1-3 7 0 0,1 0 0 0 0,-1 0 0 0 0,1 0 0 0 0,0 0 0 0 0,1-1 0 0 0,-1 0 0 0 0,1 0 0 0 0,0-1 0 0 0,0 0 0 0 0,11 3 0 0 0,1 0 65 0 0,0-2 0 0 0,1 0 0 0 0,0-2 1 0 0,-1 0-1 0 0,1-1 0 0 0,0-1 0 0 0,39-4 0 0 0,-42 1-219 0 0,0-1 0 0 0,0 0 0 0 0,0-1 1 0 0,0-1-1 0 0,-1 0 0 0 0,0-1 0 0 0,0-1 0 0 0,17-11 0 0 0,-23 8-3365 0 0,-19 10 1986 0 0,-33 13 1476 0 0,28-8 29 0 0,-7-1 477 0 0,-1 1 1 0 0,1 1-1 0 0,0 1 0 0 0,1 0 0 0 0,0 2 0 0 0,-21 11 1 0 0,35-16-331 0 0,0 0 0 0 0,0 1 0 0 0,0 0 0 0 0,1 0 1 0 0,-1 0-1 0 0,1 1 0 0 0,0 0 0 0 0,1 0 0 0 0,-1 0 1 0 0,1 0-1 0 0,0 1 0 0 0,0 0 0 0 0,1-1 0 0 0,0 1 0 0 0,0 1 1 0 0,0-1-1 0 0,1 0 0 0 0,0 1 0 0 0,0 0 0 0 0,0-1 1 0 0,1 1-1 0 0,0 0 0 0 0,0 12 0 0 0,1-13-9 0 0,0 1 0 0 0,0-1 0 0 0,1 0 0 0 0,0 1 0 0 0,0-1 0 0 0,1 0 0 0 0,0 0 0 0 0,0 1 0 0 0,0-1 0 0 0,1-1 0 0 0,0 1 0 0 0,0 0 0 0 0,0-1 0 0 0,1 1 0 0 0,-1-1 0 0 0,2 0 0 0 0,-1 0 0 0 0,0-1 0 0 0,7 6 0 0 0,-6-7-60 0 0,-1 0 1 0 0,1 0 0 0 0,0-1-1 0 0,0 1 1 0 0,0-1-1 0 0,0 0 1 0 0,1-1 0 0 0,-1 0-1 0 0,0 1 1 0 0,1-1-1 0 0,-1-1 1 0 0,1 1-1 0 0,-1-1 1 0 0,1 0 0 0 0,-1-1-1 0 0,1 1 1 0 0,-1-1-1 0 0,1 0 1 0 0,-1 0 0 0 0,0-1-1 0 0,1 1 1 0 0,7-5-1 0 0,-4 2-6 0 0,-1 0 0 0 0,1 0 0 0 0,-1-1 0 0 0,0-1 0 0 0,11-9 0 0 0,-17 14-171 0 0,0-1 0 0 0,0-1 0 0 0,1 1 0 0 0,-1 0-1 0 0,0 0 1 0 0,-1-1 0 0 0,1 1 0 0 0,0-1 0 0 0,-1 0-1 0 0,1 1 1 0 0,-1-1 0 0 0,0 0 0 0 0,0 0 0 0 0,0 0-1 0 0,0 0 1 0 0,-1 0 0 0 0,1 0 0 0 0,-1 0-1 0 0,0 0 1 0 0,0-6 0 0 0,0 8 36 0 0,0 0 0 0 0,0 1 1 0 0,0-1-1 0 0,0 0 0 0 0,-1 0 0 0 0,1 1 0 0 0,0-1 0 0 0,-1 0 1 0 0,1 0-1 0 0,0 1 0 0 0,-1-1 0 0 0,1 0 0 0 0,-1 1 1 0 0,1-1-1 0 0,-1 1 0 0 0,1-1 0 0 0,-1 1 0 0 0,0-1 0 0 0,1 1 1 0 0,-1-1-1 0 0,1 1 0 0 0,-1-1 0 0 0,0 1 0 0 0,0 0 0 0 0,1-1 1 0 0,-1 1-1 0 0,0 0 0 0 0,1 0 0 0 0,-1-1 0 0 0,0 1 0 0 0,0 0 1 0 0,0 0-1 0 0,1 0 0 0 0,-1 0 0 0 0,0 0 0 0 0,0 0 1 0 0,1 0-1 0 0,-1 0 0 0 0,0 1 0 0 0,0-1 0 0 0,0 0 0 0 0,1 0 1 0 0,-1 1-1 0 0,0-1 0 0 0,1 0 0 0 0,-1 1 0 0 0,0-1 0 0 0,1 1 1 0 0,-1-1-1 0 0,0 1 0 0 0,1-1 0 0 0,-1 1 0 0 0,0 0 0 0 0,-3 2-176 0 0,-1 0-1 0 0,1 0 0 0 0,0 1 0 0 0,0-1 0 0 0,0 1 0 0 0,-4 6 0 0 0,4-3 94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5.34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363 0 112 0 0,'0'1'183'0'0,"0"1"0"0"0,0-1-1 0 0,0 0 1 0 0,0 0 0 0 0,0 1 0 0 0,-1-1 0 0 0,1 0-1 0 0,0 0 1 0 0,-1 0 0 0 0,1 1 0 0 0,-1-1 0 0 0,1 0-1 0 0,-1 0 1 0 0,0 0 0 0 0,1 0 0 0 0,-1 0 0 0 0,0 0-1 0 0,0 0 1 0 0,0 0 0 0 0,0 0 0 0 0,1 0 0 0 0,-1-1-1 0 0,-3 2 1 0 0,-33 28 18 0 0,23-19 277 0 0,-90 65 896 0 0,67-51-323 0 0,-66 57-1 0 0,98-76-1035 0 0,0-1 0 0 0,0 1 0 0 0,1 0 0 0 0,-1 1 0 0 0,1-1 0 0 0,0 0 0 0 0,1 1 0 0 0,0 0-1 0 0,0 0 1 0 0,0 0 0 0 0,1 0 0 0 0,0 1 0 0 0,1-1 0 0 0,-1 1 0 0 0,1-1 0 0 0,1 1-1 0 0,-1-1 1 0 0,1 1 0 0 0,1-1 0 0 0,-1 1 0 0 0,1-1 0 0 0,1 1 0 0 0,-1-1 0 0 0,1 1-1 0 0,1-1 1 0 0,-1 0 0 0 0,1 0 0 0 0,1 0 0 0 0,-1-1 0 0 0,1 1 0 0 0,0-1 0 0 0,0 0 0 0 0,1 0-1 0 0,0 0 1 0 0,0 0 0 0 0,0-1 0 0 0,1 0 0 0 0,0 0 0 0 0,0 0 0 0 0,0-1 0 0 0,0 0-1 0 0,1 0 1 0 0,0-1 0 0 0,0 0 0 0 0,0 0 0 0 0,0 0 0 0 0,0-1 0 0 0,0 0 0 0 0,1 0 0 0 0,-1-1-1 0 0,1 0 1 0 0,14 0 0 0 0,-9-2-249 0 0,0 0 1 0 0,0 0-1 0 0,0-1 0 0 0,25-8 0 0 0,-34 9-79 0 0,1 0 0 0 0,-1-1 0 0 0,0 1 0 0 0,0-1 0 0 0,0 0 0 0 0,-1 0 0 0 0,1 0 0 0 0,0-1 0 0 0,-1 1 0 0 0,0-1 0 0 0,1 0 0 0 0,-1 0 0 0 0,0 0 0 0 0,0 0 0 0 0,-1-1 0 0 0,1 1 0 0 0,-1-1 0 0 0,4-7 0 0 0,-5 10 223 0 0,-1 1 1 0 0,0-1 0 0 0,0 0-1 0 0,1 0 1 0 0,-1 0-1 0 0,0 0 1 0 0,0 0 0 0 0,0 1-1 0 0,0-1 1 0 0,0 0 0 0 0,0 0-1 0 0,0 0 1 0 0,0 0 0 0 0,0 0-1 0 0,-1 0 1 0 0,1 1 0 0 0,0-1-1 0 0,0 0 1 0 0,-1 0 0 0 0,1 0-1 0 0,-1 0 1 0 0,-1-4-131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5.67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192 1 84 0 0,'-1'1'273'0'0,"1"1"0"0"0,-1 0 1 0 0,0-1-1 0 0,0 1 0 0 0,1-1 0 0 0,-1 1 1 0 0,-1-1-1 0 0,1 1 0 0 0,0-1 0 0 0,0 0 1 0 0,0 0-1 0 0,-1 1 0 0 0,1-1 0 0 0,0 0 0 0 0,-1 0 1 0 0,1 0-1 0 0,-1-1 0 0 0,0 1 0 0 0,1 0 1 0 0,-1 0-1 0 0,1-1 0 0 0,-1 1 0 0 0,-3 0 0 0 0,-17 7-487 0 0,9-1 365 0 0,-1 0 0 0 0,1 1 1 0 0,1 0-1 0 0,-1 1 0 0 0,2 1 0 0 0,-19 17 0 0 0,27-23-63 0 0,0 0 0 0 0,0 0 0 0 0,0 0-1 0 0,0 0 1 0 0,1 1 0 0 0,0-1 0 0 0,0 1 0 0 0,0 0 0 0 0,0-1 0 0 0,1 1-1 0 0,-1 0 1 0 0,1 0 0 0 0,1 0 0 0 0,-1 0 0 0 0,1 0 0 0 0,0 0 0 0 0,0 0 0 0 0,0 0-1 0 0,1 0 1 0 0,-1 0 0 0 0,1 0 0 0 0,0 0 0 0 0,1 0 0 0 0,1 5 0 0 0,0-5-18 0 0,-1 0 1 0 0,1 0 0 0 0,0 0-1 0 0,0 0 1 0 0,1 0 0 0 0,-1 0-1 0 0,1-1 1 0 0,0 0 0 0 0,0 0-1 0 0,1 0 1 0 0,-1 0 0 0 0,1-1 0 0 0,0 0-1 0 0,0 0 1 0 0,0 0 0 0 0,0 0-1 0 0,0-1 1 0 0,1 0 0 0 0,-1 0-1 0 0,1 0 1 0 0,-1-1 0 0 0,1 0-1 0 0,0 0 1 0 0,0 0 0 0 0,-1-1-1 0 0,1 0 1 0 0,0 0 0 0 0,0 0 0 0 0,0-1-1 0 0,6-1 1 0 0,-3 1-84 0 0,-1 0 0 0 0,0-1 1 0 0,1 0-1 0 0,-1 0 0 0 0,0-1 0 0 0,0 0 1 0 0,-1-1-1 0 0,1 0 0 0 0,-1 0 0 0 0,1 0 1 0 0,-1-1-1 0 0,-1 0 0 0 0,1-1 0 0 0,-1 1 1 0 0,0-1-1 0 0,0 0 0 0 0,0-1 0 0 0,-1 1 1 0 0,0-1-1 0 0,5-9 0 0 0,-9 15-110 0 0,0 0-1 0 0,-1 0 1 0 0,1 0 0 0 0,-1 0-1 0 0,1 0 1 0 0,-1 0 0 0 0,1 0-1 0 0,-1 0 1 0 0,1 0 0 0 0,-1 0 0 0 0,0 0-1 0 0,0 0 1 0 0,0 0 0 0 0,1 0-1 0 0,-1 0 1 0 0,0 0 0 0 0,0-1-1 0 0,0 1 1 0 0,-1 0 0 0 0,1 0-1 0 0,0 0 1 0 0,0 0 0 0 0,-1 0-1 0 0,1 0 1 0 0,0 0 0 0 0,-1 0-1 0 0,1 0 1 0 0,-1 0 0 0 0,1 0-1 0 0,-1 0 1 0 0,0 0 0 0 0,1 1-1 0 0,-1-1 1 0 0,0 0 0 0 0,1 0-1 0 0,-1 0 1 0 0,0 1 0 0 0,0-1 0 0 0,0 0-1 0 0,0 1 1 0 0,0-1 0 0 0,0 1-1 0 0,0-1 1 0 0,0 1 0 0 0,0 0-1 0 0,0-1 1 0 0,0 1 0 0 0,0 0-1 0 0,0 0 1 0 0,0 0 0 0 0,0 0-1 0 0,-2 0 1 0 0,-2-1-251 0 0,0 2-1 0 0,1-1 1 0 0,-1 0-1 0 0,0 1 0 0 0,0 0 1 0 0,1 0-1 0 0,-1 0 1 0 0,0 1-1 0 0,1-1 1 0 0,-7 4-1 0 0,-10 11-214 0 0,10-6 369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5.92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8 0 0,'14'50'2138'0'0,"-10"-39"-1734"0"0,0 0 1 0 0,-1 1-1 0 0,-1-1 1 0 0,0 1-1 0 0,0-1 1 0 0,-1 1-1 0 0,-1 15 1 0 0,-2-6 11 0 0,1-11-136 0 0,0 0-1 0 0,0 0 1 0 0,1 0 0 0 0,1-1-1 0 0,1 15 1 0 0,-2-22-249 0 0,1 0 0 0 0,0 0 1 0 0,-1 0-1 0 0,1 0 0 0 0,0 0 0 0 0,0 0 0 0 0,0 0 0 0 0,0-1 1 0 0,0 1-1 0 0,0 0 0 0 0,1 0 0 0 0,-1-1 0 0 0,1 1 1 0 0,-1-1-1 0 0,1 1 0 0 0,0-1 0 0 0,-1 0 0 0 0,1 0 0 0 0,0 1 1 0 0,0-1-1 0 0,0-1 0 0 0,0 1 0 0 0,0 0 0 0 0,0 0 1 0 0,0-1-1 0 0,0 1 0 0 0,0-1 0 0 0,0 1 0 0 0,4-1 0 0 0,6 0 82 0 0,0 0 0 0 0,0 0-1 0 0,17-4 1 0 0,20-1-2589 0 0,-55 17-2254 0 0,-20 14 3847 0 0,13-14 435 0 0,1 0 251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9.01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224 32 52 0 0,'0'-1'153'0'0,"0"-1"0"0"0,0 1 1 0 0,0 0-1 0 0,0 0 0 0 0,-1 0 0 0 0,1 0 0 0 0,0 0 1 0 0,-1 0-1 0 0,1-1 0 0 0,0 1 0 0 0,-1 0 0 0 0,0 0 1 0 0,1 0-1 0 0,-1 0 0 0 0,1 1 0 0 0,-1-1 0 0 0,0 0 1 0 0,0 0-1 0 0,0 0 0 0 0,0 0 0 0 0,1 1 1 0 0,-1-1-1 0 0,0 0 0 0 0,0 1 0 0 0,0-1 0 0 0,0 1 1 0 0,-2-1-1 0 0,0 0 77 0 0,-1 0 0 0 0,0 0 1 0 0,0 0-1 0 0,0 0 0 0 0,-1 1 0 0 0,1 0 1 0 0,0 0-1 0 0,-5 0 0 0 0,-1 1 93 0 0,0 1-1 0 0,-1-1 0 0 0,1 2 1 0 0,0 0-1 0 0,1 0 0 0 0,-12 5 1 0 0,15-5-261 0 0,0 1 0 0 0,1-1-1 0 0,-1 1 1 0 0,1 0 0 0 0,0 1 0 0 0,0-1 0 0 0,1 1 0 0 0,-1 0 0 0 0,1 0 0 0 0,0 0 0 0 0,0 1-1 0 0,1-1 1 0 0,0 1 0 0 0,0 0 0 0 0,0 0 0 0 0,0 0 0 0 0,1 1 0 0 0,0-1 0 0 0,1 0-1 0 0,-1 1 1 0 0,1-1 0 0 0,1 1 0 0 0,-1 0 0 0 0,1-1 0 0 0,0 1 0 0 0,0 0 0 0 0,1-1 0 0 0,0 1-1 0 0,0-1 1 0 0,1 1 0 0 0,0-1 0 0 0,0 0 0 0 0,0 0 0 0 0,1 1 0 0 0,0-1 0 0 0,0-1 0 0 0,0 1-1 0 0,1 0 1 0 0,0-1 0 0 0,0 0 0 0 0,0 0 0 0 0,1 0 0 0 0,9 7 0 0 0,-3-3 75 0 0,1 0 1 0 0,0-1-1 0 0,0-1 1 0 0,1 0 0 0 0,0 0-1 0 0,0-1 1 0 0,1-1-1 0 0,0-1 1 0 0,-1 0-1 0 0,2 0 1 0 0,20 2 0 0 0,-27-5 160 0 0,1 0 0 0 0,-1-1 0 0 0,0 1 0 0 0,0-1 0 0 0,1-1 0 0 0,-1 0 0 0 0,0 0 0 0 0,0 0 0 0 0,0-1 0 0 0,0-1 0 0 0,0 1 0 0 0,0-1 0 0 0,-1 0 0 0 0,1-1 0 0 0,-1 0 0 0 0,0 0-1 0 0,0-1 1 0 0,-1 1 0 0 0,1-1 0 0 0,-1-1 0 0 0,9-9 0 0 0,-12 12-204 0 0,-1 0 0 0 0,-1 0-1 0 0,1 0 1 0 0,0-1-1 0 0,-1 1 1 0 0,1 0-1 0 0,-1-1 1 0 0,0 1-1 0 0,0-1 1 0 0,0 1-1 0 0,-1-1 1 0 0,1 1-1 0 0,-1-1 1 0 0,0 0-1 0 0,0 1 1 0 0,0-1-1 0 0,-1 1 1 0 0,1-1 0 0 0,-1 0-1 0 0,0 1 1 0 0,0-1-1 0 0,0 1 1 0 0,0 0-1 0 0,0-1 1 0 0,-1 1-1 0 0,0 0 1 0 0,0 0-1 0 0,0 0 1 0 0,0 0-1 0 0,0 0 1 0 0,0 0-1 0 0,-1 0 1 0 0,1 1-1 0 0,-1 0 1 0 0,0-1-1 0 0,-3-1 1 0 0,-1-2-413 0 0,0 1 1 0 0,0 0-1 0 0,-1 0 0 0 0,0 1 1 0 0,1 0-1 0 0,-14-4 0 0 0,15 6-320 0 0,1 0 0 0 0,-1 0 0 0 0,0 1 0 0 0,0 0 0 0 0,0 1-1 0 0,0-1 1 0 0,0 1 0 0 0,0 0 0 0 0,-6 1 0 0 0,6 0 47 0 0,0 1 1 0 0,0 0 0 0 0,0 0-1 0 0,0 0 1 0 0,0 1-1 0 0,0 0 1 0 0,1 0 0 0 0,0 1-1 0 0,-1-1 1 0 0,1 1-1 0 0,0 0 1 0 0,1 1 0 0 0,-1-1-1 0 0,1 1 1 0 0,0 0 0 0 0,0 0-1 0 0,-5 9 1 0 0,2-1 110 0 0,-1 1 1 0 0,2 0-1 0 0,0 1 0 0 0,1-1 1 0 0,0 1-1 0 0,-3 16 0 0 0,5-11 240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9.37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208 0 152 0 0,'39'16'958'0'0,"-16"-7"1018"0"0,-35-11 4780 0 0,0 0-6428 0 0,0 0-1 0 0,0 1 0 0 0,0 0 1 0 0,-1 1-1 0 0,1 0 1 0 0,0 1-1 0 0,0 1 0 0 0,0 0 1 0 0,0 0-1 0 0,0 1 1 0 0,1 1-1 0 0,-1 0 0 0 0,-15 8 1 0 0,23-10-281 0 0,-1 0 0 0 0,0 0-1 0 0,1 1 1 0 0,0-1 0 0 0,-1 1 0 0 0,1 1 0 0 0,0-1 0 0 0,0 0 0 0 0,1 1 0 0 0,-1 0 0 0 0,1 0 0 0 0,0 0 0 0 0,0 0 0 0 0,0 0-1 0 0,1 1 1 0 0,-1-1 0 0 0,1 1 0 0 0,0 0 0 0 0,0 0 0 0 0,1-1 0 0 0,-1 1 0 0 0,1 0 0 0 0,0 1 0 0 0,1-1 0 0 0,-1 0-1 0 0,1 0 1 0 0,0 0 0 0 0,0 0 0 0 0,1 0 0 0 0,-1 0 0 0 0,1 1 0 0 0,0-1 0 0 0,4 9 0 0 0,-3-9 19 0 0,-1 0 0 0 0,2-1 1 0 0,-1 1-1 0 0,1 0 0 0 0,-1-1 0 0 0,1 0 1 0 0,0 0-1 0 0,1 1 0 0 0,-1-2 0 0 0,1 1 1 0 0,0 0-1 0 0,0-1 0 0 0,0 0 0 0 0,0 0 1 0 0,0 0-1 0 0,10 4 0 0 0,-6-3 111 0 0,0-1 0 0 0,1-1-1 0 0,0 1 1 0 0,-1-2 0 0 0,1 1-1 0 0,0-1 1 0 0,0 0 0 0 0,0-1-1 0 0,12-1 1 0 0,-5 0 184 0 0,0-2 0 0 0,0 0-1 0 0,0 0 1 0 0,0-1 0 0 0,-1-1 0 0 0,0-1 0 0 0,0 0-1 0 0,0-1 1 0 0,-1-1 0 0 0,22-14 0 0 0,-30 18-238 0 0,-1-1 0 0 0,0 0 1 0 0,0 0-1 0 0,0 0 0 0 0,0-1 0 0 0,-1 1 1 0 0,0-1-1 0 0,0 0 0 0 0,0-1 0 0 0,-1 1 1 0 0,5-13-1 0 0,-7 16-189 0 0,-1 1-1 0 0,0-1 1 0 0,1 1 0 0 0,-1-1-1 0 0,0 1 1 0 0,0-1 0 0 0,0 0-1 0 0,-1 1 1 0 0,1-1 0 0 0,-1 1-1 0 0,1-1 1 0 0,-1 1 0 0 0,0 0-1 0 0,0-1 1 0 0,0 1 0 0 0,0 0-1 0 0,0-1 1 0 0,0 1 0 0 0,-1 0-1 0 0,1 0 1 0 0,-1 0-1 0 0,0 0 1 0 0,0 0 0 0 0,1 1-1 0 0,-1-1 1 0 0,0 1 0 0 0,0-1-1 0 0,0 1 1 0 0,-1-1 0 0 0,1 1-1 0 0,0 0 1 0 0,-1 0 0 0 0,1 0-1 0 0,0 0 1 0 0,-1 1 0 0 0,-3-2-1 0 0,1 1-615 0 0,0-1 0 0 0,0 1 0 0 0,1 0 0 0 0,-1 0 0 0 0,0 1-1 0 0,0 0 1 0 0,0-1 0 0 0,0 2 0 0 0,0-1 0 0 0,0 0 0 0 0,0 1 0 0 0,0 0-1 0 0,1 0 1 0 0,-10 4 0 0 0,7-2-51 0 0,0 1 1 0 0,0 0-1 0 0,1 0 0 0 0,-1 1 1 0 0,1-1-1 0 0,0 1 0 0 0,0 1 0 0 0,-8 9 1 0 0,2 0 143 0 0,1 0-1 0 0,1 1 1 0 0,0 0 0 0 0,2 1 0 0 0,-1 0 0 0 0,2 0 0 0 0,-6 21-1 0 0,7-17 367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9.80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139 18 36 0 0,'14'0'-817'0'0,"6"-2"10105"0"0,-38 2-5815 0 0,11 0-3266 0 0,-1 1 0 0 0,1 0-1 0 0,0 0 1 0 0,0 1-1 0 0,0-1 1 0 0,0 2 0 0 0,0-1-1 0 0,0 1 1 0 0,1 0-1 0 0,-1 0 1 0 0,1 1 0 0 0,0-1-1 0 0,0 1 1 0 0,0 1 0 0 0,0-1-1 0 0,1 1 1 0 0,-7 7-1 0 0,9-8-187 0 0,0 0-1 0 0,0 0 0 0 0,0 1 0 0 0,0-1 1 0 0,1 0-1 0 0,0 1 0 0 0,-1 0 1 0 0,2 0-1 0 0,-1-1 0 0 0,1 1 1 0 0,-1 0-1 0 0,1 0 0 0 0,1 0 0 0 0,-1 0 1 0 0,1 1-1 0 0,0-1 0 0 0,0 0 1 0 0,0 0-1 0 0,1 0 0 0 0,0 0 0 0 0,0 0 1 0 0,0 0-1 0 0,0 0 0 0 0,1 0 1 0 0,3 7-1 0 0,-2-7 141 0 0,1 0 0 0 0,-1 0-1 0 0,1 0 1 0 0,0 0 0 0 0,0 0 0 0 0,1-1 0 0 0,-1 0 0 0 0,1 0 0 0 0,0 0 0 0 0,0-1-1 0 0,0 0 1 0 0,0 0 0 0 0,1 0 0 0 0,-1 0 0 0 0,1-1 0 0 0,0 0 0 0 0,0 0 0 0 0,0 0-1 0 0,0-1 1 0 0,0 0 0 0 0,0 0 0 0 0,0-1 0 0 0,0 0 0 0 0,8 0 0 0 0,1 0 345 0 0,0-1 0 0 0,0-1 0 0 0,0 0 1 0 0,0-1-1 0 0,0-1 0 0 0,0 0 0 0 0,-1-1 1 0 0,24-11-1 0 0,-29 12-265 0 0,0-2 1 0 0,0 1-1 0 0,0-2 1 0 0,-1 1-1 0 0,1-1 0 0 0,-2 0 1 0 0,1-1-1 0 0,-1 1 1 0 0,0-2-1 0 0,11-16 0 0 0,-16 21-260 0 0,0 1 0 0 0,-1-1 0 0 0,1 1-1 0 0,-1-1 1 0 0,0 0 0 0 0,0 1 0 0 0,0-1-1 0 0,-1 0 1 0 0,1 0 0 0 0,-1 0 0 0 0,0 1-1 0 0,0-1 1 0 0,0 0 0 0 0,0 0 0 0 0,-1 0-1 0 0,0 0 1 0 0,1 1 0 0 0,-1-1 0 0 0,-1 0-1 0 0,1 1 1 0 0,-1-1 0 0 0,1 1 0 0 0,-1-1-1 0 0,0 1 1 0 0,0 0 0 0 0,0 0 0 0 0,-1 0-1 0 0,1 0 1 0 0,-1 0 0 0 0,0 0 0 0 0,1 1-1 0 0,-1-1 1 0 0,-4-1 0 0 0,3 0-496 0 0,0 1 0 0 0,0 0 0 0 0,0 1 0 0 0,0-1 0 0 0,0 1 0 0 0,-1 0 1 0 0,1 0-1 0 0,-1 0 0 0 0,0 1 0 0 0,1-1 0 0 0,-1 1 0 0 0,0 0 0 0 0,0 1 0 0 0,0-1 1 0 0,0 1-1 0 0,0 0 0 0 0,0 0 0 0 0,1 0 0 0 0,-1 1 0 0 0,0 0 0 0 0,0 0 0 0 0,0 0 1 0 0,1 1-1 0 0,-1-1 0 0 0,0 1 0 0 0,1 0 0 0 0,-1 0 0 0 0,1 1 0 0 0,0-1 0 0 0,0 1 0 0 0,0 0 1 0 0,0 0-1 0 0,-3 4 0 0 0,-4 3-889 0 0,0 0 0 0 0,1 1 0 0 0,1 0 0 0 0,-11 16 0 0 0,-22 47-249 0 0,35-60 1406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30.17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11 32 172 0 0,'4'-9'-823'0'0,"4"-12"6085"0"0,-12 20-3161 0 0,-10 11-4029 0 0,14-9 1811 0 0,-1 0-1 0 0,1 0 0 0 0,-1 0 1 0 0,1 0-1 0 0,-1 0 0 0 0,1 0 0 0 0,-1 0 1 0 0,1 0-1 0 0,0 0 0 0 0,0 0 1 0 0,-1 0-1 0 0,1 1 0 0 0,0-1 0 0 0,0 0 1 0 0,0 0-1 0 0,0 0 0 0 0,0 0 1 0 0,0 0-1 0 0,1 0 0 0 0,-1 0 0 0 0,0 0 1 0 0,1 0-1 0 0,-1 0 0 0 0,0 0 1 0 0,1 0-1 0 0,-1 0 0 0 0,1 0 0 0 0,0 0 1 0 0,-1 0-1 0 0,1 0 0 0 0,0 0 1 0 0,-1 0-1 0 0,1-1 0 0 0,0 1 0 0 0,1 1 1 0 0,34 32-18 0 0,-28-28 357 0 0,-5-4-9 0 0,-1 0-1 0 0,0 0 1 0 0,0 1 0 0 0,0-1-1 0 0,0 1 1 0 0,0-1 0 0 0,0 1-1 0 0,-1-1 1 0 0,1 1 0 0 0,-1 0-1 0 0,0 0 1 0 0,0 0 0 0 0,0 0-1 0 0,0 0 1 0 0,0 0 0 0 0,-1 0 0 0 0,1 0-1 0 0,-1 0 1 0 0,0 0 0 0 0,0 0-1 0 0,0 0 1 0 0,0 0 0 0 0,-2 5-1 0 0,-1 3-120 0 0,-1 0-1 0 0,0 0 1 0 0,0-1-1 0 0,-1 0 1 0 0,-8 12-1 0 0,7-13-1033 0 0,1 0 0 0 0,0 0-1 0 0,1 1 1 0 0,0-1-1 0 0,-5 17 1 0 0,8-15 684 0 0,-1 0 35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1.81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0 325 52 0 0,'5'-83'7700'0'0,"-1"38"-6857"0"0,2 0-1 0 0,3 1 1 0 0,19-63 0 0 0,6 148-698 0 0,20 62-397 0 0,-46-82 391 0 0,2 0-1 0 0,0-1 1 0 0,1-1-1 0 0,1 0 1 0 0,1 0-1 0 0,1-1 1 0 0,1-1 0 0 0,17 17-1 0 0,-30-32-21 0 0,0 0 0 0 0,0-1 0 0 0,0 1-1 0 0,0-1 1 0 0,0 0 0 0 0,0 1 0 0 0,1-1 0 0 0,-1 0 0 0 0,1 0-1 0 0,-1 0 1 0 0,0-1 0 0 0,1 1 0 0 0,-1-1 0 0 0,1 1 0 0 0,0-1 0 0 0,-1 0-1 0 0,1 0 1 0 0,-1 0 0 0 0,1 0 0 0 0,-1 0 0 0 0,1-1 0 0 0,-1 1-1 0 0,5-2 1 0 0,-3 0 80 0 0,0 0 0 0 0,0-1 0 0 0,0 0 0 0 0,-1 1 0 0 0,1-1 0 0 0,-1 0 0 0 0,0-1 0 0 0,0 1 0 0 0,0-1 0 0 0,0 1 0 0 0,0-1 0 0 0,2-5 0 0 0,4-8 214 0 0,-1 0-1 0 0,0-1 0 0 0,-1 0 0 0 0,-1-1 1 0 0,4-22-1 0 0,-1 3-208 0 0,-4 18-329 0 0,-1 0 0 0 0,-1 0 1 0 0,1-23-1 0 0,7 62-13223 0 0,-1 23 8815 0 0,1 0 3113 0 0,-6-30 1132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2.42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151 53 104 0 0,'0'0'69'0'0,"0"0"1"0"0,0-1-1 0 0,0 1 1 0 0,1 0-1 0 0,-1 0 1 0 0,0 0-1 0 0,0 0 1 0 0,0 0-1 0 0,0 0 0 0 0,1 0 1 0 0,-1-1-1 0 0,0 1 1 0 0,0 0-1 0 0,0 0 1 0 0,0 0-1 0 0,0 0 1 0 0,1-1-1 0 0,-1 1 0 0 0,0 0 1 0 0,0 0-1 0 0,0 0 1 0 0,0 0-1 0 0,0-1 1 0 0,0 1-1 0 0,0 0 1 0 0,0 0-1 0 0,0 0 1 0 0,0-1-1 0 0,0 1 0 0 0,0 0 1 0 0,0 0-1 0 0,0 0 1 0 0,0-1-1 0 0,0 1 1 0 0,0 0-1 0 0,0 0 1 0 0,0 0-1 0 0,0-1 0 0 0,0 1 1 0 0,0 0-1 0 0,0 0 1 0 0,-1 0-1 0 0,1-1 1 0 0,0 1-1 0 0,0 0 1 0 0,0 0-1 0 0,0 0 0 0 0,0 0 1 0 0,-1 0-1 0 0,1-1 1 0 0,0 1-1 0 0,0 0 1 0 0,0 0-1 0 0,0 0 1 0 0,-1 0-1 0 0,1 0 0 0 0,0 0 1 0 0,-1 0-1 0 0,-19-3 1921 0 0,-24 8-293 0 0,39-3-1626 0 0,-1 1 1 0 0,0 0-1 0 0,1 0 0 0 0,0 0 1 0 0,-1 1-1 0 0,1-1 1 0 0,1 1-1 0 0,-1 1 0 0 0,0-1 1 0 0,1 1-1 0 0,0-1 0 0 0,0 1 1 0 0,1 0-1 0 0,-1 0 0 0 0,-3 8 1 0 0,6-9-58 0 0,-1-1 0 0 0,1 0 1 0 0,0 0-1 0 0,0 1 0 0 0,1-1 1 0 0,-1 1-1 0 0,1-1 0 0 0,0 1 1 0 0,0-1-1 0 0,0 1 0 0 0,0-1 1 0 0,0 1-1 0 0,1-1 0 0 0,-1 1 0 0 0,1-1 1 0 0,0 0-1 0 0,0 1 0 0 0,0-1 1 0 0,1 0-1 0 0,-1 0 0 0 0,1 0 1 0 0,0 0-1 0 0,0 0 0 0 0,0 0 1 0 0,0 0-1 0 0,0-1 0 0 0,1 1 1 0 0,4 4-1 0 0,-1-2 143 0 0,-1 0-1 0 0,1 0 1 0 0,0-1 0 0 0,1 0-1 0 0,-1 0 1 0 0,1 0 0 0 0,0-1-1 0 0,0 0 1 0 0,0 0 0 0 0,0 0-1 0 0,0-1 1 0 0,1-1 0 0 0,-1 1-1 0 0,1-1 1 0 0,-1 0 0 0 0,1-1-1 0 0,0 1 1 0 0,-1-2 0 0 0,1 1-1 0 0,-1-1 1 0 0,1 0 0 0 0,-1-1 0 0 0,1 1-1 0 0,-1-2 1 0 0,0 1 0 0 0,0-1-1 0 0,0 0 1 0 0,0 0 0 0 0,0-1-1 0 0,-1 0 1 0 0,1 0 0 0 0,-1-1-1 0 0,0 1 1 0 0,-1-1 0 0 0,1-1-1 0 0,-1 1 1 0 0,0-1 0 0 0,0 0-1 0 0,-1 0 1 0 0,1 0 0 0 0,-1-1-1 0 0,-1 1 1 0 0,6-13 0 0 0,-8 15-68 0 0,0-1 0 0 0,1 0 0 0 0,-2 1 0 0 0,1-1-1 0 0,0 0 1 0 0,-1 0 0 0 0,0 1 0 0 0,0-1 0 0 0,0 0 0 0 0,-1 0 0 0 0,0 1 0 0 0,0-1 0 0 0,0 0 0 0 0,0 1 0 0 0,-1-1 0 0 0,1 1-1 0 0,-1-1 1 0 0,0 1 0 0 0,-1 0 0 0 0,1 0 0 0 0,-1 0 0 0 0,0 0 0 0 0,0 0 0 0 0,0 1 0 0 0,0-1 0 0 0,-1 1 0 0 0,1 0 0 0 0,-1 0-1 0 0,-6-4 1 0 0,5 4-128 0 0,0 0 0 0 0,0 1 0 0 0,0-1 0 0 0,0 1 0 0 0,0 0 0 0 0,0 1 0 0 0,0-1 0 0 0,-1 1 0 0 0,1 0 0 0 0,0 0 0 0 0,-9 1 0 0 0,9 0-308 0 0,0 0 0 0 0,1 1 0 0 0,-1 0 0 0 0,0 0 0 0 0,1 0 0 0 0,-1 0 0 0 0,1 1 0 0 0,0 0 0 0 0,-1-1 0 0 0,1 2 0 0 0,0-1 0 0 0,0 0 0 0 0,0 1 0 0 0,-5 5 0 0 0,7-7 61 0 0,1 1 1 0 0,-1-1-1 0 0,1 1 1 0 0,0-1 0 0 0,0 1-1 0 0,-1 0 1 0 0,1 0 0 0 0,0-1-1 0 0,1 1 1 0 0,-1 0 0 0 0,0 0-1 0 0,0 0 1 0 0,1 0-1 0 0,-1 0 1 0 0,1 0 0 0 0,0 0-1 0 0,0 0 1 0 0,0 0 0 0 0,0 0-1 0 0,0 0 1 0 0,0 0-1 0 0,0 0 1 0 0,0 0 0 0 0,1 0-1 0 0,-1 0 1 0 0,1 0 0 0 0,0 0-1 0 0,-1 0 1 0 0,1 0 0 0 0,0-1-1 0 0,0 1 1 0 0,2 2-1 0 0,-2-2 126 0 0,1 1 0 0 0,0-1 0 0 0,0 0 0 0 0,0 0 0 0 0,0 1 0 0 0,0-1-1 0 0,0-1 1 0 0,0 1 0 0 0,1 0 0 0 0,-1 0 0 0 0,1-1 0 0 0,-1 0-1 0 0,1 1 1 0 0,0-1 0 0 0,0 0 0 0 0,0 0 0 0 0,-1-1 0 0 0,1 1 0 0 0,0 0-1 0 0,0-1 1 0 0,5 0 0 0 0,4-1-72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2.75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0 219 56 0 0,'17'-8'663'0'0,"0"-1"0"0"0,-1-1 0 0 0,-1 0 0 0 0,1-1 0 0 0,19-19 824 0 0,-38 31-1332 0 0,0-1-1 0 0,0 1 0 0 0,0 0 1 0 0,1 0-1 0 0,-1 0 0 0 0,1 1 0 0 0,-1-1 1 0 0,1 1-1 0 0,-1 0 0 0 0,1-1 1 0 0,0 1-1 0 0,-1 0 0 0 0,1 0 0 0 0,0 0 1 0 0,1 1-1 0 0,-1-1 0 0 0,0 0 1 0 0,1 1-1 0 0,-1-1 0 0 0,1 1 0 0 0,0-1 1 0 0,-1 1-1 0 0,1 0 0 0 0,1 0 1 0 0,-1-1-1 0 0,-1 7 0 0 0,0-2 25 0 0,0 1 1 0 0,1 0-1 0 0,0-1 0 0 0,0 1 0 0 0,0 0 0 0 0,1-1 1 0 0,0 1-1 0 0,1 0 0 0 0,2 11 0 0 0,-2-14 6 0 0,0-1-1 0 0,1 1 0 0 0,0 0 0 0 0,0-1 1 0 0,0 1-1 0 0,1-1 0 0 0,0 0 1 0 0,-1 0-1 0 0,1 0 0 0 0,1 0 0 0 0,-1 0 1 0 0,1-1-1 0 0,-1 1 0 0 0,1-1 1 0 0,0 0-1 0 0,0 0 0 0 0,0-1 0 0 0,1 1 1 0 0,-1-1-1 0 0,1 0 0 0 0,-1 0 1 0 0,1 0-1 0 0,0-1 0 0 0,0 1 0 0 0,-1-1 1 0 0,1 0-1 0 0,0-1 0 0 0,0 1 1 0 0,0-1-1 0 0,0 0 0 0 0,0 0 0 0 0,8-2 1 0 0,-2 0 168 0 0,-1 0 0 0 0,1 0 0 0 0,-1-1 0 0 0,0 0 0 0 0,0-1 0 0 0,0 0 0 0 0,0-1 0 0 0,-1 0 0 0 0,0 0 0 0 0,0-1 0 0 0,0 0 0 0 0,-1-1 0 0 0,1 0 0 0 0,9-11 0 0 0,-12 10-304 0 0,0 0 1 0 0,0-1 0 0 0,-1 1 0 0 0,0-1-1 0 0,-1 0 1 0 0,0-1 0 0 0,0 1 0 0 0,-1-1-1 0 0,0 1 1 0 0,0-1 0 0 0,-1 0 0 0 0,-1 0-1 0 0,1-12 1 0 0,-2 5-546 0 0,0 0 0 0 0,-2 0 0 0 0,0 1 0 0 0,-1-1 0 0 0,0 1 0 0 0,-1 0 0 0 0,-8-19 0 0 0,15 49-10531 0 0,0 8 6089 0 0,-2-7 4013 0 0,1 1 1 0 0,8 28-1 0 0,-8-38 747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3.09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1 657 68 0 0,'0'0'155'0'0,"3"-12"2976"0"0,10-43-1513 0 0,90-330 5130 0 0,-68 266-5586 0 0,-33 112-1279 0 0,10-38 688 0 0,-11 44-655 0 0,-1 0 0 0 0,1-1 0 0 0,-1 1 0 0 0,0 0 1 0 0,0-1-1 0 0,1 1 0 0 0,-1 0 0 0 0,0-1 0 0 0,0 1 0 0 0,0 0 1 0 0,-1-1-1 0 0,1 1 0 0 0,0 0 0 0 0,0-1 0 0 0,-1 1 1 0 0,1 0-1 0 0,-1-1 0 0 0,1 1 0 0 0,-1 0 0 0 0,0 0 1 0 0,1 0-1 0 0,-1-1 0 0 0,0 1 0 0 0,-1-2 0 0 0,0 3-165 0 0,1 0-1 0 0,-1 0 0 0 0,1 1 0 0 0,0-1 0 0 0,-1 0 0 0 0,1 0 0 0 0,0 1 1 0 0,-1-1-1 0 0,1 1 0 0 0,0-1 0 0 0,0 1 0 0 0,0 0 0 0 0,-1 0 0 0 0,1-1 1 0 0,0 1-1 0 0,0 0 0 0 0,0 0 0 0 0,0 0 0 0 0,0 0 0 0 0,0 0 0 0 0,0 1 1 0 0,-26 29-2374 0 0,22-25 2052 0 0,-61 72-1699 0 0,52-62 2050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3.65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0 140 0 0,'25'16'4831'0'0,"1"-7"-4567"0"0,0 1 0 0 0,-1 2 0 0 0,0 0 0 0 0,37 25 0 0 0,30 15-2374 0 0,-83-47 1944 0 0,0-1 0 0 0,0 0 0 0 0,1 0-1 0 0,0-1 1 0 0,-1 0 0 0 0,1-1 0 0 0,0 0 0 0 0,13 1 1223 0 0,-60 5 1377 0 0,33-6-2376 0 0,1 0 0 0 0,-1 0 0 0 0,1 1 0 0 0,0-1 0 0 0,0 1 0 0 0,0 0 0 0 0,0 0 1 0 0,0 0-1 0 0,0 0 0 0 0,1 0 0 0 0,-1 0 0 0 0,1 1 0 0 0,0-1 0 0 0,0 1 0 0 0,1 0 0 0 0,-1 0 0 0 0,1 0 0 0 0,-1-1 0 0 0,1 1 0 0 0,0 0 0 0 0,1 0 0 0 0,-1 1 0 0 0,1-1 0 0 0,0 0 0 0 0,0 0 0 0 0,0 0 0 0 0,2 8 0 0 0,-2-6 16 0 0,1 0 1 0 0,0 0-1 0 0,1-1 0 0 0,-1 1 0 0 0,1 0 1 0 0,0-1-1 0 0,1 0 0 0 0,-1 1 0 0 0,1-1 1 0 0,0 0-1 0 0,0 0 0 0 0,1-1 0 0 0,0 1 1 0 0,-1 0-1 0 0,1-1 0 0 0,1 0 0 0 0,-1 0 1 0 0,10 6-1 0 0,-9-7 1 0 0,0-1-1 0 0,1 1 1 0 0,0-1 0 0 0,0 0-1 0 0,0-1 1 0 0,-1 1 0 0 0,1-1-1 0 0,1 0 1 0 0,-1-1 0 0 0,0 1-1 0 0,0-1 1 0 0,0 0 0 0 0,0-1 0 0 0,0 1-1 0 0,0-1 1 0 0,0-1 0 0 0,0 1-1 0 0,0-1 1 0 0,0 0 0 0 0,-1 0-1 0 0,1-1 1 0 0,-1 1 0 0 0,1-1-1 0 0,-1-1 1 0 0,0 1 0 0 0,0-1-1 0 0,0 0 1 0 0,-1 0 0 0 0,6-6 0 0 0,-3 3-30 0 0,-1-1 1 0 0,1 1 0 0 0,-2-2 0 0 0,1 1 0 0 0,-1-1 0 0 0,0 0 0 0 0,-1 0-1 0 0,0 0 1 0 0,0 0 0 0 0,-1-1 0 0 0,0 0 0 0 0,-1 1 0 0 0,0-1 0 0 0,-1 0 0 0 0,0 0-1 0 0,0 0 1 0 0,-2-12 0 0 0,1 20 13 0 0,0 0 0 0 0,0 0 0 0 0,0-1-1 0 0,-1 1 1 0 0,1 0 0 0 0,-1 0 0 0 0,1 0 0 0 0,-1 0 0 0 0,0-1-1 0 0,0 1 1 0 0,0 0 0 0 0,0 0 0 0 0,0 1 0 0 0,-1-1 0 0 0,-1-3-1 0 0,2 5 13 0 0,0-1 0 0 0,0 1-1 0 0,0-1 1 0 0,1 1 0 0 0,-1-1-1 0 0,0 1 1 0 0,0 0-1 0 0,0 0 1 0 0,0-1 0 0 0,0 1-1 0 0,0 0 1 0 0,0 0 0 0 0,0 0-1 0 0,0 0 1 0 0,0 0-1 0 0,0 0 1 0 0,0 0 0 0 0,0 0-1 0 0,0 1 1 0 0,0-1 0 0 0,0 0-1 0 0,0 1 1 0 0,-2 0 0 0 0,-1 1 71 0 0,-1 1 1 0 0,0 0 0 0 0,1 1-1 0 0,0-1 1 0 0,-1 1 0 0 0,2 0 0 0 0,-1 0-1 0 0,0 0 1 0 0,1 0 0 0 0,-5 7 0 0 0,-23 41 124 0 0,3 0 1 0 0,-24 61 0 0 0,38-76-845 0 0,-10 42-1 0 0,17-51-1326 0 0,2 1-1 0 0,-2 32 0 0 0,6-60 1703 0 0,1 1 1 0 0,0-1-1 0 0,0 1 0 0 0,0 0 0 0 0,0-1 0 0 0,0 1 0 0 0,0-1 0 0 0,0 1 0 0 0,0-1 0 0 0,0 1 0 0 0,1-1 1 0 0,-1 1-1 0 0,1-1 0 0 0,-1 1 0 0 0,1-1 0 0 0,-1 1 0 0 0,1-1 0 0 0,0 0 0 0 0,0 1 0 0 0,2 1 0 0 0,-2-3 84 0 0,0 1-1 0 0,0-1 0 0 0,0 0 0 0 0,0 0 0 0 0,0 0 1 0 0,0 0-1 0 0,0 0 0 0 0,0 0 0 0 0,0 0 0 0 0,0 0 1 0 0,0 0-1 0 0,0 0 0 0 0,0-1 0 0 0,0 1 0 0 0,0 0 1 0 0,0-1-1 0 0,0 1 0 0 0,0-1 0 0 0,0 1 1 0 0,0-1-1 0 0,0 0 0 0 0,1 0 0 0 0,10-9-456 0 0,-1 0 0 0 0,0 0-1 0 0,12-15 1 0 0,-15 16 410 0 0,58-66-755 0 0,-48 54 756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4.19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1 234 24 0 0,'29'-35'354'0'0,"-6"9"978"0"0,-2-1 0 0 0,23-39 0 0 0,-51 79 42 0 0,0 0-1 0 0,1 0 1 0 0,-6 22 0 0 0,10-31-1211 0 0,1-1 0 0 0,0 1 1 0 0,1-1-1 0 0,-1 1 0 0 0,1 0 0 0 0,-1-1 1 0 0,1 1-1 0 0,0-1 0 0 0,0 1 1 0 0,1 0-1 0 0,-1-1 0 0 0,1 1 0 0 0,0-1 1 0 0,0 1-1 0 0,0-1 0 0 0,0 1 0 0 0,0-1 1 0 0,1 0-1 0 0,0 1 0 0 0,-1-1 0 0 0,1 0 1 0 0,3 3-1 0 0,-1-3 105 0 0,-1-1 0 0 0,1 1 0 0 0,0-1 0 0 0,0 0 0 0 0,0 0 0 0 0,0 0 0 0 0,0 0 1 0 0,0-1-1 0 0,1 0 0 0 0,-1 0 0 0 0,0 0 0 0 0,1 0 0 0 0,-1-1 0 0 0,1 0 0 0 0,-1 0 0 0 0,1 0 0 0 0,-1 0 0 0 0,0-1 0 0 0,1 0 0 0 0,4-1 0 0 0,7-1 358 0 0,-1-1 0 0 0,1-1 0 0 0,0-1-1 0 0,15-7 1 0 0,-23 9-550 0 0,-1 0-1 0 0,1 0 1 0 0,-1-1-1 0 0,1 0 1 0 0,-1 0-1 0 0,-1-1 1 0 0,1 1 0 0 0,-1-2-1 0 0,0 1 1 0 0,7-10-1 0 0,-10 11-315 0 0,0-1 1 0 0,0 1-1 0 0,0-1 0 0 0,-1 1 0 0 0,0-1 0 0 0,2-8 0 0 0,-3 7-593 0 0,0-1 0 0 0,0 1 1 0 0,0-1-1 0 0,-1 0 0 0 0,-1-10 0 0 0,0 17 489 0 0,1-1 0 0 0,0 1 0 0 0,-1-1 0 0 0,1 1-1 0 0,0-1 1 0 0,0 1 0 0 0,0-1 0 0 0,0 1 0 0 0,0-1 0 0 0,0 1 0 0 0,0-1 0 0 0,1 1 0 0 0,-1-1 0 0 0,1 1 0 0 0,-1-1-1 0 0,1 1 1 0 0,-1-1 0 0 0,1 1 0 0 0,0 0 0 0 0,-1-1 0 0 0,1 1 0 0 0,0 0 0 0 0,0 0 0 0 0,0 0 0 0 0,0 0 0 0 0,0 0-1 0 0,1 0 1 0 0,-1 0 0 0 0,0 0 0 0 0,0 0 0 0 0,1 0 0 0 0,-1 0 0 0 0,0 1 0 0 0,1-1 0 0 0,-1 0 0 0 0,1 1 0 0 0,-1 0-1 0 0,1-1 1 0 0,2 1 0 0 0,16-8 1165 0 0,-43 21 9562 0 0,4 6-7649 0 0,18-17-2742 0 0,0 0-1 0 0,1-1 1 0 0,-1 1 0 0 0,0 0 0 0 0,1 0 0 0 0,-1 0 0 0 0,1 0-1 0 0,0 0 1 0 0,-1 0 0 0 0,1 0 0 0 0,0 0 0 0 0,0 0 0 0 0,0 0-1 0 0,1 0 1 0 0,-1 0 0 0 0,0 0 0 0 0,1 0 0 0 0,-1 0 0 0 0,1 0-1 0 0,0 0 1 0 0,0 0 0 0 0,0-1 0 0 0,0 1 0 0 0,0 0 0 0 0,0 0-1 0 0,0-1 1 0 0,0 1 0 0 0,1-1 0 0 0,-1 1 0 0 0,3 1 0 0 0,9 9-3 0 0,0-1 0 0 0,1 0 1 0 0,0-1-1 0 0,1 0 1 0 0,0-1-1 0 0,1-1 1 0 0,0-1-1 0 0,0 0 1 0 0,22 6-1 0 0,-14-5 326 0 0,0 2-1 0 0,-1 1 0 0 0,29 17 1 0 0,-51-27-241 0 0,0-1 1 0 0,0 1-1 0 0,0 0 0 0 0,0-1 1 0 0,0 1-1 0 0,0 0 1 0 0,0 0-1 0 0,0 0 1 0 0,0-1-1 0 0,0 1 1 0 0,-1 0-1 0 0,1 0 1 0 0,0 0-1 0 0,-1 0 1 0 0,1 0-1 0 0,0 1 1 0 0,-1-1-1 0 0,0 0 1 0 0,1 0-1 0 0,-1 0 0 0 0,0 0 1 0 0,1 1-1 0 0,-1-1 1 0 0,0 0-1 0 0,0 0 1 0 0,0 0-1 0 0,0 1 1 0 0,-1 1-1 0 0,0 0 55 0 0,0-1 1 0 0,0 0-1 0 0,-1 1 0 0 0,1-1 0 0 0,-1 0 0 0 0,1 0 1 0 0,-1 0-1 0 0,0 0 0 0 0,0 0 0 0 0,0 0 1 0 0,0 0-1 0 0,-4 2 0 0 0,-5 3 114 0 0,-1 0 1 0 0,0-1-1 0 0,-1 0 1 0 0,-14 5-1 0 0,10-6 45 0 0,0-1 1 0 0,-33 4-1 0 0,37-7-1268 0 0,1 0 0 0 0,-1-1 0 0 0,0 0 0 0 0,0-1 0 0 0,-14-4 0 0 0,22 5 394 0 0,1-2 0 0 0,-1 1 0 0 0,1 0 0 0 0,-1-1-1 0 0,1 0 1 0 0,0 0 0 0 0,0 0 0 0 0,0 0 0 0 0,0-1 0 0 0,0 0-1 0 0,0 1 1 0 0,1-1 0 0 0,-1-1 0 0 0,-5-6 0 0 0,7 6 171 0 0,0 0 1 0 0,0 0 0 0 0,0-1-1 0 0,1 1 1 0 0,-1 0-1 0 0,1-1 1 0 0,0 1 0 0 0,0-1-1 0 0,1 1 1 0 0,-1-1-1 0 0,1 0 1 0 0,0 1 0 0 0,0-1-1 0 0,1 0 1 0 0,-1 1 0 0 0,1-1-1 0 0,0 1 1 0 0,2-5-1 0 0,1-6-31 0 0,2 1 95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4.95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34 868 100 0 0,'0'1'112'0'0,"0"0"1"0"0,-1-1-1 0 0,1 1 0 0 0,0 0 1 0 0,0 0-1 0 0,-1-1 1 0 0,1 1-1 0 0,0 0 0 0 0,-1 0 1 0 0,1-1-1 0 0,-1 1 0 0 0,1 0 1 0 0,-1-1-1 0 0,1 1 0 0 0,-1-1 1 0 0,1 1-1 0 0,-1-1 1 0 0,0 1-1 0 0,1-1 0 0 0,-1 1 1 0 0,0-1-1 0 0,1 0 0 0 0,-1 1 1 0 0,0-1-1 0 0,0 0 0 0 0,1 1 1 0 0,-1-1-1 0 0,0 0 0 0 0,0 0 1 0 0,0 0-1 0 0,1 0 1 0 0,-2 0-1 0 0,1-1 82 0 0,0 0 0 0 0,0 0 0 0 0,0-1 0 0 0,0 1 0 0 0,0 0 0 0 0,0-1 0 0 0,1 1 0 0 0,-1-1 0 0 0,1 1 0 0 0,-1-1 0 0 0,1 1 0 0 0,-1-1 0 0 0,1 1 0 0 0,0-3 0 0 0,-5-61 3486 0 0,7 30-2186 0 0,0 1 1 0 0,3 0 0 0 0,12-50-1 0 0,39-101 1733 0 0,-31 106-2007 0 0,13-34 301 0 0,-16 53-1372 0 0,22-101 1 0 0,-43 160-350 0 0,-1 1 0 0 0,0 0 0 0 0,0 0 0 0 0,0-1 0 0 0,0 1 0 0 0,0 0 0 0 0,0 0 0 0 0,1-1 0 0 0,-1 1 0 0 0,0 0 0 0 0,0 0 1 0 0,0-1-1 0 0,0 1 0 0 0,0 0 0 0 0,0 0 0 0 0,0-1 0 0 0,0 1 0 0 0,0 0 0 0 0,0 0 0 0 0,0-1 0 0 0,0 1 0 0 0,-1 0 0 0 0,1 0 0 0 0,0-1 0 0 0,0 1 0 0 0,0 0 1 0 0,0 0-1 0 0,0-1 0 0 0,0 1 0 0 0,-1 0 0 0 0,1 0 0 0 0,0 0 0 0 0,0-1 0 0 0,0 1 0 0 0,-1 0 0 0 0,1 0 0 0 0,0 0 0 0 0,0 0 0 0 0,0-1 0 0 0,-1 1 0 0 0,1 0 1 0 0,0 0-1 0 0,0 0 0 0 0,-1 0 0 0 0,1 0 0 0 0,-1 0 0 0 0,-14 8-5430 0 0,-23 26 1079 0 0,30-26 3748 0 0,-45 46-1076 0 0,38-38 1628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5.44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33 1 148 0 0,'-32'33'4897'0'0,"38"-29"-1945"0"0,22 13-2032 0 0,-1-2-750 0 0,42 15 1 0 0,-33-18-1494 0 0,1-1 1 0 0,39 7-1 0 0,78 2-2692 0 0,-48-12 4271 0 0,-74-2 1198 0 0,-34 1 368 0 0,-14 5-502 0 0,-34 13 1002 0 0,35-18-1909 0 0,0 0-1 0 0,0 1 0 0 0,1 1 0 0 0,0 0 0 0 0,0 1 0 0 0,-16 16 0 0 0,29-25-411 0 0,1-1 0 0 0,-1 1-1 0 0,0 0 1 0 0,1 0 0 0 0,-1 0-1 0 0,0 0 1 0 0,1-1 0 0 0,-1 1 0 0 0,1 0-1 0 0,0 0 1 0 0,-1 0 0 0 0,1 0-1 0 0,0 0 1 0 0,-1 0 0 0 0,1 0-1 0 0,0 0 1 0 0,0 1 0 0 0,0-1-1 0 0,0 0 1 0 0,0 0 0 0 0,0 0-1 0 0,0 0 1 0 0,0 0 0 0 0,1 0 0 0 0,-1 0-1 0 0,0 0 1 0 0,0 0 0 0 0,2 2-1 0 0,-1-1 0 0 0,1 1-1 0 0,0-1 1 0 0,0 1 0 0 0,1-1-1 0 0,-1 0 1 0 0,0 1-1 0 0,1-1 1 0 0,0 0 0 0 0,4 2-1 0 0,6 3 38 0 0,1 0 1 0 0,0-1-1 0 0,16 5 0 0 0,35 5 306 0 0,-47-12 92 0 0,0 0 0 0 0,0 1 0 0 0,0 1 0 0 0,-1 1 0 0 0,18 9 0 0 0,-34-16-377 0 0,-1 0 1 0 0,0 0-1 0 0,0 0 1 0 0,1 1-1 0 0,-1-1 1 0 0,0 0-1 0 0,0 0 1 0 0,0 0-1 0 0,1 0 1 0 0,-1 1-1 0 0,0-1 1 0 0,0 0-1 0 0,0 0 1 0 0,0 1-1 0 0,0-1 1 0 0,0 0-1 0 0,1 0 1 0 0,-1 1-1 0 0,0-1 1 0 0,0 0-1 0 0,0 0 1 0 0,0 1-1 0 0,0-1 1 0 0,0 0-1 0 0,0 0 1 0 0,0 1-1 0 0,0-1 1 0 0,0 0-1 0 0,0 0 1 0 0,0 1-1 0 0,0-1 1 0 0,0 0-1 0 0,0 0 1 0 0,0 1-1 0 0,-1-1 1 0 0,1 0-1 0 0,0 0 1 0 0,0 1-1 0 0,0-1 1 0 0,0 0-1 0 0,-12 12 1358 0 0,-19 6 47 0 0,29-17-1259 0 0,-14 6 114 0 0,-1 0 0 0 0,1-1 0 0 0,-1 0 0 0 0,-35 6 0 0 0,-29-5-2879 0 0,111-11-10606 0 0,38-12 9085 0 0,-13 4 2865 0 0,-32 7 925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6.12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52 111 144 0 0,'5'-14'240'0'0,"-1"-1"1219"0"0,0 1-1 0 0,1 1 1 0 0,1-1-1 0 0,0 1 1 0 0,15-15 6570 0 0,-21 46-5519 0 0,-3 18-646 0 0,-6 16 176 0 0,-32 101-1 0 0,14-59-2694 0 0,6 1-4232 0 0,21-93 4513 0 0,-1 0 1 0 0,1 0-1 0 0,0 0 1 0 0,0 0-1 0 0,-1 0 1 0 0,1-1-1 0 0,0 1 1 0 0,1 0-1 0 0,-1 0 0 0 0,0 0 1 0 0,0 0-1 0 0,1 0 1 0 0,-1 0-1 0 0,1 0 1 0 0,0-1-1 0 0,0 1 0 0 0,-1 0 1 0 0,1 0-1 0 0,0-1 1 0 0,0 1-1 0 0,2 1 1 0 0,-1-2 144 0 0,-1 0 1 0 0,1 0 0 0 0,-1 0-1 0 0,1-1 1 0 0,0 1-1 0 0,-1-1 1 0 0,1 1 0 0 0,0-1-1 0 0,0 0 1 0 0,0 1 0 0 0,-1-1-1 0 0,1 0 1 0 0,0 0 0 0 0,0 0-1 0 0,0 0 1 0 0,-1-1-1 0 0,1 1 1 0 0,2-1 0 0 0,12-4-214 0 0,-1-1 1 0 0,0 0-1 0 0,0-1 0 0 0,15-9 1 0 0,-12 6 266 0 0,-9 6 205 0 0,15-7 527 0 0,-1-2 0 0 0,0 0 0 0 0,37-29 1875 0 0,-64 44-1905 0 0,0 0 0 0 0,0 0 1 0 0,0 1-1 0 0,0-1 0 0 0,0 1 0 0 0,0 0 1 0 0,-5 6-1 0 0,3-3-379 0 0,1 0 0 0 0,0 1 0 0 0,0 0 0 0 0,1 0 0 0 0,0 0 0 0 0,0 0 0 0 0,1 1 0 0 0,0 0-1 0 0,0-1 1 0 0,0 1 0 0 0,1 0 0 0 0,0 0 0 0 0,1 1 0 0 0,0-1 0 0 0,0 0 0 0 0,1 0 0 0 0,0 1 0 0 0,3 15 0 0 0,-3-18-121 0 0,1-1-1 0 0,0 0 1 0 0,1 0 0 0 0,0 0-1 0 0,-1 0 1 0 0,1 0 0 0 0,1 0-1 0 0,-1 0 1 0 0,1-1 0 0 0,0 1-1 0 0,0-1 1 0 0,0 1 0 0 0,1-1-1 0 0,-1 0 1 0 0,1-1 0 0 0,0 1-1 0 0,0-1 1 0 0,1 1 0 0 0,-1-1-1 0 0,1-1 1 0 0,-1 1 0 0 0,1 0-1 0 0,0-1 1 0 0,0 0-1 0 0,0 0 1 0 0,0-1 0 0 0,0 0-1 0 0,1 1 1 0 0,8-1 0 0 0,-3 0 99 0 0,-1 0 0 0 0,1-2-1 0 0,0 1 1 0 0,0-1 0 0 0,-1-1 0 0 0,1 0 0 0 0,-1-1 0 0 0,1 1 0 0 0,-1-2 0 0 0,0 0 0 0 0,0 0-1 0 0,-1-1 1 0 0,1 0 0 0 0,-1 0 0 0 0,0-1 0 0 0,0-1 0 0 0,-1 1 0 0 0,0-1 0 0 0,0-1 0 0 0,0 1-1 0 0,-1-2 1 0 0,0 1 0 0 0,-1-1 0 0 0,9-14 0 0 0,-10 14 108 0 0,0-1 0 0 0,0 0-1 0 0,-1 0 1 0 0,0 0 0 0 0,-1-1 0 0 0,0 1 0 0 0,-1-1-1 0 0,0 0 1 0 0,0 0 0 0 0,-1 0 0 0 0,-1 0 0 0 0,0 1-1 0 0,0-1 1 0 0,-1 0 0 0 0,-1 0 0 0 0,0 0 0 0 0,0 0-1 0 0,-1 1 1 0 0,0-1 0 0 0,-1 1 0 0 0,0 0 0 0 0,-1 0-1 0 0,0 0 1 0 0,-6-9 0 0 0,-1 5-69 0 0,0 0 0 0 0,0 0-1 0 0,-1 2 1 0 0,-1-1 0 0 0,0 2 0 0 0,0 0 0 0 0,-1 0 0 0 0,-1 2 0 0 0,0 0-1 0 0,0 1 1 0 0,-1 0 0 0 0,0 1 0 0 0,-33-8 0 0 0,41 13-469 0 0,0 0 1 0 0,-1 0 0 0 0,1 1-1 0 0,0 1 1 0 0,-1 0 0 0 0,1 0-1 0 0,-1 1 1 0 0,1 0-1 0 0,0 0 1 0 0,-1 1 0 0 0,1 1-1 0 0,-12 4 1 0 0,15-4-534 0 0,0 0 1 0 0,0 0-1 0 0,0 1 1 0 0,1 0-1 0 0,-1 0 0 0 0,1 0 1 0 0,-9 10-1 0 0,8-7-756 0 0,1 0 0 0 0,0 0 0 0 0,0 1-1 0 0,0-1 1 0 0,1 1 0 0 0,-5 15 0 0 0,-17 70-3188 0 0,21-76 4480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7.8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332 132 68 0 0,'10'-79'955'0'0,"-9"26"4763"0"0,-13 108-1705 0 0,-118 841-1256 0 0,106-751-2861 0 0,-135 1048 1293 0 0,156-1146-1130 0 0,-12 255 182 0 0,16-258-270 0 0,2 0-1 0 0,1 0 1 0 0,3-1 0 0 0,21 77-1 0 0,-23-105 53 0 0,1 0-1 0 0,0-1 1 0 0,2 0-1 0 0,-1 0 1 0 0,2-1-1 0 0,-1 0 1 0 0,2 0-1 0 0,0-1 1 0 0,0 0-1 0 0,2-1 1 0 0,-1 0 0 0 0,1-1-1 0 0,0 0 1 0 0,1-1-1 0 0,0 0 1 0 0,1-1-1 0 0,15 7 1 0 0,12 2 135 0 0,2-1 0 0 0,-1-2 1 0 0,2-2-1 0 0,78 10 0 0 0,542 42 575 0 0,-121-19 4165 0 0,-514-41-4426 0 0,-1 1-1 0 0,37 12 1 0 0,-57-15-662 0 0,0 0 1 0 0,-1 1 0 0 0,1 1-1 0 0,-1-1 1 0 0,1 1 0 0 0,-1 0-1 0 0,0 1 1 0 0,-1 0 0 0 0,1 0 0 0 0,-1 0-1 0 0,0 1 1 0 0,10 11 0 0 0,-25-55-19863 0 0,9 27 19717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8.33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93 67 16 0 0,'6'-13'379'0'0,"19"-41"6817"0"0,-26 92-1012 0 0,-18 27-4047 0 0,7-25-1135 0 0,-16 66 529 0 0,-35 174-205 0 0,63-276-1333 0 0,0-1-1 0 0,-1 1 1 0 0,1-1-1 0 0,0 1 1 0 0,1-1-1 0 0,-1 0 1 0 0,1 1-1 0 0,-1-1 1 0 0,1 1-1 0 0,0-1 1 0 0,0 0-1 0 0,1 0 1 0 0,-1 1 0 0 0,1-1-1 0 0,-1 0 1 0 0,1 0-1 0 0,0 0 1 0 0,4 4-1 0 0,-1-2-2 0 0,0-1 0 0 0,0 1 0 0 0,1-1-1 0 0,0 0 1 0 0,0 0 0 0 0,0-1 0 0 0,0 0 0 0 0,12 5-1 0 0,8 0-60 0 0,0-1-1 0 0,0-2 1 0 0,48 5-1 0 0,25-5-399 0 0,-48-11-1433 0 0,-6-10-3935 0 0,-44 16 5604 0 0,0 0 1 0 0,-1-1-1 0 0,1 1 0 0 0,0-1 1 0 0,0 0-1 0 0,-1 1 0 0 0,1-1 1 0 0,0 0-1 0 0,-1 1 0 0 0,1-1 1 0 0,-1 0-1 0 0,1 0 0 0 0,-1 0 0 0 0,1 1 1 0 0,-1-1-1 0 0,1 0 0 0 0,-1 0 1 0 0,0 0-1 0 0,1 0 0 0 0,-1 0 1 0 0,0 0-1 0 0,0 0 0 0 0,0 0 1 0 0,0 0-1 0 0,0 0 0 0 0,0 0 1 0 0,0 0-1 0 0,0 1 0 0 0,0-1 1 0 0,0 0-1 0 0,-1 0 0 0 0,1 0 0 0 0,0 0 1 0 0,-1 0-1 0 0,1-1 0 0 0,-20-28-2028 0 0,12 22 1982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8.58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73 36 0 0,'1'-1'167'0'0,"-1"0"0"0"0,1 0 0 0 0,-1 0 0 0 0,1 0 1 0 0,-1 0-1 0 0,1 0 0 0 0,0 0 0 0 0,-1 1 0 0 0,1-1 0 0 0,0 0 0 0 0,0 0 0 0 0,0 1 0 0 0,0-1 1 0 0,0 0-1 0 0,-1 1 0 0 0,1-1 0 0 0,0 1 0 0 0,0-1 0 0 0,0 1 0 0 0,1-1 0 0 0,-1 1 0 0 0,0 0 1 0 0,0 0-1 0 0,0 0 0 0 0,0-1 0 0 0,0 1 0 0 0,0 0 0 0 0,0 0 0 0 0,0 0 0 0 0,0 1 0 0 0,3-1 1 0 0,47 3 3658 0 0,-37-1-3334 0 0,131 3 3449 0 0,-2-10-3994 0 0,-142 5-124 0 0,0 0-1 0 0,0 0 1 0 0,0 0 0 0 0,0 0 0 0 0,0 0-1 0 0,0 0 1 0 0,0-1 0 0 0,0 1 0 0 0,0 0-1 0 0,0 0 1 0 0,0-1 0 0 0,0 1 0 0 0,0-1-1 0 0,0 1 1 0 0,0-1 0 0 0,0 1-1 0 0,0-1 1 0 0,-1 0 0 0 0,1 1 0 0 0,0-1-1 0 0,0-1 1 0 0,0 1-57 0 0,-1 0 0 0 0,0 1 0 0 0,0-1 1 0 0,0 0-1 0 0,0 1 0 0 0,-1-1 0 0 0,1 0 0 0 0,0 0 0 0 0,0 1 0 0 0,0-1 0 0 0,0 0 1 0 0,-1 1-1 0 0,1-1 0 0 0,0 0 0 0 0,-1 1 0 0 0,1-1 0 0 0,-1 0 0 0 0,1 1 0 0 0,0-1 0 0 0,-1 1 1 0 0,-1-2-1 0 0,-21-18-4050 0 0,9 10 4583 0 0,4 4-627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8.76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 20 216 0 0,'0'0'113'0'0,"-1"0"0"0"0,1 0 0 0 0,-1 0 0 0 0,1 0 0 0 0,0-1 0 0 0,-1 1 0 0 0,1 0 0 0 0,0 0 0 0 0,-1-1 0 0 0,1 1 1 0 0,0 0-1 0 0,0-1 0 0 0,-1 1 0 0 0,1 0 0 0 0,0-1 0 0 0,0 1 0 0 0,-1 0 0 0 0,1-1 0 0 0,0 1 0 0 0,0 0 0 0 0,0-1 0 0 0,0 1 0 0 0,0-1 0 0 0,-1 1 0 0 0,1-1 0 0 0,0 1 0 0 0,0 0 0 0 0,0-1 0 0 0,0 1 0 0 0,0-1 1 0 0,0 1-1 0 0,0 0 0 0 0,1-1 0 0 0,-1 1 0 0 0,0-1 0 0 0,0 1 0 0 0,0 0 0 0 0,0-1 0 0 0,0 1 0 0 0,1-1 0 0 0,-1 1 0 0 0,22-6 3512 0 0,47 9 373 0 0,-54-1-3602 0 0,39 1 977 0 0,64 11 1 0 0,-34 10-3139 0 0,-72-20 563 0 0,0 2-1 0 0,0-1 0 0 0,-1 2 1 0 0,15 9-1 0 0,-18-8 639 0 0,0-1-1 0 0,0 1 1 0 0,-1 0 0 0 0,0 1-1 0 0,0-1 1 0 0,-1 2 0 0 0,0-1-1 0 0,-1 0 1 0 0,0 1-1 0 0,0 0 1 0 0,-1 0 0 0 0,4 17-1 0 0,-1-4 194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9.15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1 524 188 0 0,'0'0'68'0'0,"0"0"-1"0"0,0 0 1 0 0,0 0 0 0 0,-1 1 0 0 0,1-1-1 0 0,0 0 1 0 0,0 0 0 0 0,0 0 0 0 0,0 0-1 0 0,0 1 1 0 0,0-1 0 0 0,0 0 0 0 0,0 0-1 0 0,0 0 1 0 0,0 0 0 0 0,0 1 0 0 0,0-1-1 0 0,0 0 1 0 0,0 0 0 0 0,0 0-1 0 0,1 0 1 0 0,-1 1 0 0 0,0-1 0 0 0,0 0-1 0 0,0 0 1 0 0,0 0 0 0 0,0 0 0 0 0,0 0-1 0 0,0 1 1 0 0,0-1 0 0 0,1 0 0 0 0,-1 0-1 0 0,0 0 1 0 0,0 0 0 0 0,0 0 0 0 0,0 0-1 0 0,0 0 1 0 0,1 1 0 0 0,-1-1-1 0 0,0 0 1 0 0,0 0 0 0 0,0 0 0 0 0,0 0-1 0 0,1 0 1 0 0,-1 0 0 0 0,0 0 0 0 0,0 0-1 0 0,0 0 1 0 0,0 0 0 0 0,1 0 0 0 0,-1 0-1 0 0,0 0 1 0 0,0 0 0 0 0,0 0-1 0 0,0 0 1 0 0,1 0 0 0 0,-1 0 0 0 0,0-1-1 0 0,0 1 1 0 0,0 0 0 0 0,0 0 0 0 0,1 0-1 0 0,-1 0 1 0 0,0 0 0 0 0,0 0 0 0 0,0 0-1 0 0,0 0 1 0 0,0-1 0 0 0,1 1 0 0 0,3-20 1916 0 0,0-34-903 0 0,-3 51-867 0 0,11-382 9472 0 0,-11 404-9493 0 0,1-1 0 0 0,1 0 0 0 0,0 0 0 0 0,1-1 0 0 0,1 1 0 0 0,11 25 0 0 0,-2-10-387 0 0,2-2-1 0 0,27 44 1 0 0,-37-66 312 0 0,1 1 0 0 0,0-1 0 0 0,1-1 0 0 0,-1 1 0 0 0,1-1 0 0 0,1-1 1 0 0,0 1-1 0 0,0-1 0 0 0,0-1 0 0 0,1 0 0 0 0,16 8 0 0 0,-21-12 40 0 0,0 0 0 0 0,1-1-1 0 0,-1 0 1 0 0,0 1 0 0 0,1-2 0 0 0,-1 1 0 0 0,1-1 0 0 0,-1 1-1 0 0,1-2 1 0 0,-1 1 0 0 0,1-1 0 0 0,-1 1 0 0 0,1-1 0 0 0,-1-1-1 0 0,0 1 1 0 0,0-1 0 0 0,1 0 0 0 0,-1 0 0 0 0,0-1 0 0 0,-1 1 0 0 0,1-1-1 0 0,0 0 1 0 0,-1 0 0 0 0,0-1 0 0 0,1 0 0 0 0,2-3 0 0 0,3-3 55 0 0,-1 0 1 0 0,-1 0 0 0 0,0-1 0 0 0,0 0 0 0 0,-1-1 0 0 0,-1 0 0 0 0,0 0 0 0 0,0 0-1 0 0,-1 0 1 0 0,5-21 0 0 0,-1-7-606 0 0,-2-1 0 0 0,3-44-1 0 0,-2 5-4389 0 0,-7 78 4184 0 0,-1 0 0 0 0,0 0-1 0 0,0 0 1 0 0,1 0 0 0 0,0 0 0 0 0,-1 0-1 0 0,1 0 1 0 0,0 0 0 0 0,0 0 0 0 0,0 0-1 0 0,0 0 1 0 0,0 1 0 0 0,0-1-1 0 0,2-2 1 0 0,-2 4 303 0 0,-1-1-1 0 0,1 1 0 0 0,0 0 1 0 0,0-1-1 0 0,-1 1 0 0 0,1-1 1 0 0,0 1-1 0 0,0 0 1 0 0,0 0-1 0 0,0 0 0 0 0,-1-1 1 0 0,1 1-1 0 0,0 0 1 0 0,0 0-1 0 0,0 0 0 0 0,0 0 1 0 0,0 0-1 0 0,0 0 0 0 0,0 1 1 0 0,-1-1-1 0 0,1 0 1 0 0,1 1-1 0 0,5 2-411 0 0,-1 1 1 0 0,0-1-1 0 0,0 1 0 0 0,0 1 1 0 0,-1-1-1 0 0,7 7 0 0 0,-7-6 1033 0 0,9 7-643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9.46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387 38 236 0 0,'8'-1'324'0'0,"26"-5"586"0"0,-16-3 2670 0 0,-20 7-3186 0 0,0 1 0 0 0,0-1 0 0 0,-1 1 0 0 0,1-1 0 0 0,0 1 0 0 0,0 0 0 0 0,-1 0 0 0 0,1 0 0 0 0,-1 0 0 0 0,-4-1 0 0 0,-19-1 617 0 0,-1 1 1 0 0,0 1 0 0 0,1 1 0 0 0,-1 1 0 0 0,1 2-1 0 0,-36 7 1 0 0,51-8-707 0 0,0 1 0 0 0,0 0 0 0 0,1 0 0 0 0,-1 1 0 0 0,1 1 0 0 0,0 0-1 0 0,0 0 1 0 0,0 1 0 0 0,1 0 0 0 0,-1 0 0 0 0,2 1 0 0 0,-1 0 0 0 0,1 1 0 0 0,0 0-1 0 0,0 0 1 0 0,1 1 0 0 0,-9 15 0 0 0,13-19-114 0 0,0 0 0 0 0,1 1 0 0 0,0-1 0 0 0,0 1 0 0 0,0 0 0 0 0,1-1 0 0 0,0 1 0 0 0,0 0 0 0 0,0 0 1 0 0,1 0-1 0 0,0 0 0 0 0,0 0 0 0 0,0 0 0 0 0,1-1 0 0 0,0 1 0 0 0,0 0 0 0 0,3 7 0 0 0,-1-5 77 0 0,1 1 0 0 0,0-1-1 0 0,1 0 1 0 0,0 0 0 0 0,0-1 0 0 0,0 1-1 0 0,1-1 1 0 0,0 0 0 0 0,1-1 0 0 0,8 7 0 0 0,4 2 81 0 0,1-1 0 0 0,0-1 0 0 0,1-1 0 0 0,1-1 0 0 0,0 0 0 0 0,0-2 0 0 0,37 10 0 0 0,-34-12-811 0 0,1-2-1 0 0,-1 0 1 0 0,36 0 0 0 0,7-10-6247 0 0,-57 2 3503 0 0,0 1 1 0 0,0-2-1 0 0,-1 0 0 0 0,13-6 1 0 0,38-17-2955 0 0,-51 22 5859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49.93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27 68 0 0,'7'-12'-485'0'0,"4"-2"5081"0"0,-10 14-4420 0 0,0 0 0 0 0,0 0 0 0 0,-1 1 0 0 0,1-1-1 0 0,0 0 1 0 0,-1 1 0 0 0,1-1 0 0 0,0 1 0 0 0,-1-1 0 0 0,1 1 0 0 0,0-1 0 0 0,-1 1 0 0 0,1-1 0 0 0,-1 1-1 0 0,1-1 1 0 0,-1 1 0 0 0,0 0 0 0 0,1-1 0 0 0,-1 1 0 0 0,1 0 0 0 0,-1 0 0 0 0,0-1 0 0 0,0 1 0 0 0,0 0-1 0 0,1 0 1 0 0,-1-1 0 0 0,0 2 0 0 0,83 260 6555 0 0,-54-161-5694 0 0,-22-79-814 0 0,-4-12-292 0 0,-15-30-153 0 0,-11-25-32 0 0,2-1 0 0 0,2-1 1 0 0,-19-73-1 0 0,35 110 268 0 0,1 0 0 0 0,0 0 0 0 0,1 0 0 0 0,0 0 0 0 0,0 0 0 0 0,2-17 0 0 0,-1 25-8 0 0,1 1 0 0 0,-1-1-1 0 0,0 1 1 0 0,1-1 0 0 0,-1 0-1 0 0,1 1 1 0 0,0-1 0 0 0,-1 1-1 0 0,1-1 1 0 0,0 1 0 0 0,0 0-1 0 0,0-1 1 0 0,0 1 0 0 0,0 0 0 0 0,0 0-1 0 0,0-1 1 0 0,0 1 0 0 0,1 0-1 0 0,1-1 1 0 0,-1 1-6 0 0,0 1 0 0 0,0-1 1 0 0,1 1-1 0 0,-1-1 0 0 0,0 1 0 0 0,1 0 1 0 0,-1 0-1 0 0,0 0 0 0 0,1 0 0 0 0,-1 0 1 0 0,0 1-1 0 0,0-1 0 0 0,1 1 0 0 0,-1-1 1 0 0,0 1-1 0 0,0 0 0 0 0,5 2 0 0 0,12 6-15 0 0,0 2-1 0 0,-1 0 0 0 0,0 1 0 0 0,0 0 0 0 0,-1 2 0 0 0,23 24 0 0 0,-10-7 98 0 0,-1 1 0 0 0,30 47 0 0 0,-48-63 268 0 0,-1 0-1 0 0,-1 1 1 0 0,-1 0-1 0 0,0 0 1 0 0,-1 1-1 0 0,-1 0 1 0 0,0 0-1 0 0,4 28 1 0 0,-9-41-200 0 0,-1 0 1 0 0,1 0-1 0 0,-1 0 1 0 0,0 0-1 0 0,0 0 1 0 0,0-1-1 0 0,-1 1 1 0 0,0 0-1 0 0,0 0 1 0 0,0 0-1 0 0,-1-1 1 0 0,1 1-1 0 0,-1 0 1 0 0,0-1-1 0 0,0 1 1 0 0,-1-1-1 0 0,1 0 1 0 0,-1 0-1 0 0,0 0 1 0 0,0 0-1 0 0,0-1 1 0 0,-1 1-1 0 0,0-1 1 0 0,1 0-1 0 0,-1 1 1 0 0,0-2-1 0 0,0 1 1 0 0,0 0-1 0 0,-1-1 1 0 0,1 0-1 0 0,-1 0 1 0 0,1 0-1 0 0,-1-1 1 0 0,0 0-1 0 0,0 1 1 0 0,1-2-1 0 0,-7 2 1 0 0,-6 0-363 0 0,0 0 1 0 0,1-1-1 0 0,-1-1 1 0 0,0 0-1 0 0,0-2 1 0 0,1 0-1 0 0,-1 0 1 0 0,-20-7-1 0 0,-16-12-3763 0 0,7-11-3598 0 0,45 31 7277 0 0,-1 0 0 0 0,1 0 0 0 0,0 0 0 0 0,0 0 0 0 0,0-1 0 0 0,0 1 1 0 0,0 0-1 0 0,0-1 0 0 0,0 1 0 0 0,1-1 0 0 0,-1 1 0 0 0,0-1 0 0 0,1 1 0 0 0,-1-1 0 0 0,1 1 0 0 0,0-1 0 0 0,-1 0 0 0 0,1 1 0 0 0,0-1 1 0 0,0 0-1 0 0,0 1 0 0 0,0-1 0 0 0,0 1 0 0 0,1-1 0 0 0,-1 0 0 0 0,0 1 0 0 0,1-3 0 0 0,1 0 1 0 0,0 0-1 0 0,0 1 0 0 0,1-1 1 0 0,-1 0-1 0 0,1 1 1 0 0,-1-1-1 0 0,1 1 1 0 0,0 0-1 0 0,4-4 0 0 0,4-2 25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50.23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11 26 132 0 0,'10'-7'430'0'0,"14"-8"647"0"0,-14 12 2431 0 0,-10 13 2186 0 0,-12 28-3739 0 0,3-16-983 0 0,1 0 0 0 0,1 0 0 0 0,2 1 1 0 0,0 1-1 0 0,1-1 0 0 0,1 0 0 0 0,1 35 0 0 0,2-49-776 0 0,1 0-1 0 0,0 0 0 0 0,0 0 0 0 0,0 0 0 0 0,1-1 0 0 0,1 1 0 0 0,0-1 0 0 0,0 0 0 0 0,0 1 1 0 0,1-1-1 0 0,0-1 0 0 0,1 1 0 0 0,0-1 0 0 0,0 1 0 0 0,0-1 0 0 0,1-1 0 0 0,0 1 0 0 0,1-1 1 0 0,-1 0-1 0 0,1 0 0 0 0,0-1 0 0 0,13 8 0 0 0,4-1-104 0 0,-1-1 1 0 0,2-2 0 0 0,-1 0-1 0 0,33 7 1 0 0,-45-13-365 0 0,0-1 1 0 0,0 0 0 0 0,1 0 0 0 0,-1-2 0 0 0,0 0-1 0 0,1 0 1 0 0,-1-1 0 0 0,0 0 0 0 0,1-1-1 0 0,-1-1 1 0 0,13-4 0 0 0,-24 7-52 0 0,0-1-1 0 0,1 1 1 0 0,-1-1-1 0 0,0 0 1 0 0,0 0-1 0 0,0 0 1 0 0,0 0-1 0 0,0 1 1 0 0,0-1-1 0 0,0-1 1 0 0,0 1-1 0 0,0 0 1 0 0,0 0 0 0 0,-1 0-1 0 0,1 0 1 0 0,0-1-1 0 0,-1 1 1 0 0,1 0-1 0 0,-1-1 1 0 0,1 1-1 0 0,-1 0 1 0 0,0-1-1 0 0,1 1 1 0 0,-1 0-1 0 0,0-1 1 0 0,0 1-1 0 0,0-1 1 0 0,0 1 0 0 0,0 0-1 0 0,-1-1 1 0 0,1 1-1 0 0,0 0 1 0 0,-1-1-1 0 0,1 1 1 0 0,-1 0-1 0 0,1-1 1 0 0,-1 1-1 0 0,1 0 1 0 0,-1 0-1 0 0,0-1 1 0 0,-1 0 0 0 0,-17-28-4989 0 0,1 10 3739 0 0,-21-9 145 0 0,25 20 1140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50.56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22 92 0 0,'3'-1'447'0'0,"1"1"-1"0"0,-1 0 1 0 0,1 0 0 0 0,0 0-1 0 0,-1 0 1 0 0,1 1 0 0 0,-1-1 0 0 0,1 1-1 0 0,-1 0 1 0 0,1 0 0 0 0,-1 0-1 0 0,1 0 1 0 0,-1 1 0 0 0,0 0-1 0 0,5 2 1 0 0,14 5 2448 0 0,36 9 285 0 0,35 9 552 0 0,-85-25-3820 0 0,1-1-1 0 0,-1 0 1 0 0,0 0-1 0 0,0-1 1 0 0,0 0-1 0 0,1 0 0 0 0,-1-1 1 0 0,0 0-1 0 0,8-3 1 0 0,-15 4-139 0 0,0 0-1 0 0,0 0 1 0 0,0 0 0 0 0,0-1-1 0 0,0 1 1 0 0,-1 0 0 0 0,1-1-1 0 0,0 1 1 0 0,0-1 0 0 0,0 1 0 0 0,-1-1-1 0 0,1 1 1 0 0,0-1 0 0 0,-1 0-1 0 0,1 1 1 0 0,0-1 0 0 0,-1 0 0 0 0,1 1-1 0 0,-1-1 1 0 0,1 0 0 0 0,-1 0-1 0 0,1 0 1 0 0,-1 1 0 0 0,0-1 0 0 0,1 0-1 0 0,-1 0 1 0 0,0 0 0 0 0,0 0-1 0 0,0 0 1 0 0,0 0 0 0 0,0 0 0 0 0,0 0-1 0 0,0 1 1 0 0,0-1 0 0 0,0 0-1 0 0,0 0 1 0 0,0 0 0 0 0,0 0-1 0 0,-1 0 1 0 0,1 0 0 0 0,0 0 0 0 0,-1 1-1 0 0,1-1 1 0 0,0 0 0 0 0,-1 0-1 0 0,1 0 1 0 0,-1 1 0 0 0,1-1 0 0 0,-1 0-1 0 0,-1 0 1 0 0,-36-40-4155 0 0,35 39 4480 0 0,-4-6-351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50.69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20 8 0 0,'0'-1'72'0'0,"0"0"1"0"0,0 0-1 0 0,0 1 1 0 0,0-1-1 0 0,0 0 0 0 0,0 0 1 0 0,1 1-1 0 0,-1-1 1 0 0,0 0-1 0 0,1 0 0 0 0,-1 1 1 0 0,0-1-1 0 0,1 0 1 0 0,-1 1-1 0 0,0-1 0 0 0,1 0 1 0 0,-1 1-1 0 0,1-1 1 0 0,0 1-1 0 0,-1-1 0 0 0,1 1 1 0 0,-1-1-1 0 0,1 1 1 0 0,0-1-1 0 0,-1 1 0 0 0,1 0 1 0 0,0-1-1 0 0,-1 1 1 0 0,1 0-1 0 0,0 0 0 0 0,0-1 1 0 0,-1 1-1 0 0,1 0 0 0 0,0 0 1 0 0,0 0-1 0 0,0 0 1 0 0,-1 0-1 0 0,1 0 0 0 0,0 0 1 0 0,0 0-1 0 0,-1 0 1 0 0,1 0-1 0 0,0 1 0 0 0,0-1 1 0 0,0 0-1 0 0,50 17 5368 0 0,-22-6-3724 0 0,16-4-3425 0 0,1-1 0 0 0,0-3-1 0 0,0-1 1 0 0,52-6 0 0 0,-86 4 1624 0 0,77 3-1532 0 0,-66-3 1387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51.02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438 44 188 0 0,'15'-2'422'0'0,"43"-8"1126"0"0,-17 8 3543 0 0,-73-6 232 0 0,2-1-4179 0 0,2 4-940 0 0,0 1 1 0 0,0 2-1 0 0,0 1 0 0 0,0 1 1 0 0,0 1-1 0 0,1 1 1 0 0,-1 2-1 0 0,0 1 0 0 0,-39 12 1 0 0,57-14-66 0 0,0 1 0 0 0,1 0 0 0 0,-1 0 0 0 0,1 1 0 0 0,0 0 0 0 0,0 1 0 0 0,1 0-1 0 0,-1 0 1 0 0,2 1 0 0 0,-1 0 0 0 0,1 0 0 0 0,0 1 0 0 0,0 0 0 0 0,1 0 0 0 0,0 1 0 0 0,0 0 0 0 0,1 0 0 0 0,0 0 0 0 0,1 0 0 0 0,0 1 0 0 0,0 0 0 0 0,1 0 0 0 0,0 0 0 0 0,1 0 0 0 0,0 0 0 0 0,1 1 0 0 0,0-1 0 0 0,1 14 0 0 0,0-8 357 0 0,0 0 0 0 0,2-1 0 0 0,0 1 0 0 0,1-1 0 0 0,0 0 0 0 0,1 0 0 0 0,1 0 0 0 0,0 0 0 0 0,1-1 0 0 0,0 0 0 0 0,1 0 0 0 0,1 0 0 0 0,1-1 0 0 0,0 0 0 0 0,0-1 0 0 0,18 18 0 0 0,-15-19-248 0 0,1 0 0 0 0,1 0 1 0 0,0-1-1 0 0,0-1 0 0 0,1-1 1 0 0,1 0-1 0 0,-1 0 0 0 0,1-2 0 0 0,24 7 1 0 0,-38-12-272 0 0,69 15 96 0 0,-67-15-250 0 0,1 0-1 0 0,0-1 0 0 0,-1 0 1 0 0,1 0-1 0 0,-1 0 0 0 0,1 0 1 0 0,0-1-1 0 0,-1 0 0 0 0,1 0 1 0 0,-1 0-1 0 0,1 0 0 0 0,-1-1 1 0 0,6-2-1 0 0,-9 3-215 0 0,0 0-1 0 0,0 0 1 0 0,0-1 0 0 0,0 1-1 0 0,0 0 1 0 0,0-1 0 0 0,0 1 0 0 0,0 0-1 0 0,0-1 1 0 0,0 1 0 0 0,-1-1-1 0 0,1 1 1 0 0,-1-1 0 0 0,1 0-1 0 0,-1 1 1 0 0,0-1 0 0 0,0 1-1 0 0,1-1 1 0 0,-1 0 0 0 0,0 1 0 0 0,0-1-1 0 0,-1 1 1 0 0,1-1 0 0 0,0 0-1 0 0,0 1 1 0 0,-1-1 0 0 0,1 1-1 0 0,-1-1 1 0 0,0 1 0 0 0,1-1 0 0 0,-1 1-1 0 0,0-1 1 0 0,0 1 0 0 0,0-1-1 0 0,0 1 1 0 0,0 0 0 0 0,-1-2-1 0 0,-27-30-7289 0 0,11 19 6029 0 0,2 6 930 0 0,-1 1-1 0 0,0 0 1 0 0,0 1-1 0 0,-28-6 1 0 0,14 6 397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51.36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49 2 744 0 0,'-13'-1'-323'0'0,"-22"3"3500"0"0,61 6 3021 0 0,116 19-323 0 0,-1-8-4037 0 0,2-9-5095 0 0,3-10-6154 0 0,-124 0 8384 0 0,0 1-1 0 0,1 0 0 0 0,21 5 1 0 0,-24-1 596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53.25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 32 92 0 0,'11'-1'530'0'0,"13"-6"1747"0"0,-25 6-2387 0 0,0-1 0 0 0,0 1 0 0 0,1 0 0 0 0,-1 0 0 0 0,0 0 0 0 0,0 0 0 0 0,0 1 0 0 0,0-1 0 0 0,0 0 0 0 0,0 0 0 0 0,-1 0 0 0 0,1 1 0 0 0,0-1 0 0 0,0 1 0 0 0,-1-1 0 0 0,1 1 0 0 0,0-1 0 0 0,-3 1 0 0 0,-5-5-448 0 0,2 1 339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6.32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68 1 132 0 0,'-3'12'5006'0'0,"-9"22"-2728"0"0,-5 14-1359 0 0,-11 69 495 0 0,21-39-3690 0 0,8-78 1386 0 0,1 0 604 0 0,-1-1-1 0 0,0 1 1 0 0,1-1-1 0 0,-1 1 0 0 0,1-1 1 0 0,-1 0-1 0 0,0 0 1 0 0,0 1-1 0 0,1-1 0 0 0,-1 0 1 0 0,0 0-1 0 0,0 0 1 0 0,0 0-1 0 0,0-1 0 0 0,0 1 1 0 0,0 0-1 0 0,0 0 1 0 0,1-3-1 0 0,16-31-219 0 0,-15 27 110 0 0,4-6 200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6.64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201 17 28 0 0,'0'-1'60'0'0,"0"1"0"0"0,0-1 0 0 0,-1 0 0 0 0,1 0 0 0 0,0 0 1 0 0,-1 0-1 0 0,1 1 0 0 0,-1-1 0 0 0,1 0 0 0 0,-1 0 0 0 0,1 1 0 0 0,-1-1 0 0 0,0 0 0 0 0,1 1 0 0 0,-1-1 0 0 0,0 1 1 0 0,0-1-1 0 0,1 1 0 0 0,-1-1 0 0 0,0 1 0 0 0,0-1 0 0 0,0 1 0 0 0,1 0 0 0 0,-1 0 0 0 0,0-1 0 0 0,0 1 0 0 0,0 0 0 0 0,-1 0 1 0 0,-30 7 1521 0 0,-30 28 61 0 0,60-33-1649 0 0,-59 50 1050 0 0,37-30-391 0 0,23-21-595 0 0,4 0-45 0 0,0 0-1 0 0,0 0 1 0 0,0 0 0 0 0,0 0 0 0 0,0-1 0 0 0,0 1 0 0 0,0-1 0 0 0,0 1 0 0 0,0-1-1 0 0,0 0 1 0 0,3-1 0 0 0,0 1 7 0 0,59 2 227 0 0,-49-3 13 0 0,1 1 0 0 0,-1 1 0 0 0,1 0 0 0 0,-1 1 0 0 0,1 0 0 0 0,-1 2 1 0 0,0 0-1 0 0,0 0 0 0 0,24 12 0 0 0,-39-15-195 0 0,0-1-1 0 0,0 0 1 0 0,0 1 0 0 0,0-1 0 0 0,0 1 0 0 0,-1 0-1 0 0,1-1 1 0 0,0 1 0 0 0,0 0 0 0 0,-1-1 0 0 0,1 1-1 0 0,-1 0 1 0 0,1 0 0 0 0,0-1 0 0 0,-1 1 0 0 0,1 0-1 0 0,-1 0 1 0 0,0 0 0 0 0,1 0 0 0 0,-1 0 0 0 0,0 0-1 0 0,1 0 1 0 0,-1-1 0 0 0,0 1 0 0 0,0 0-1 0 0,0 0 1 0 0,0 0 0 0 0,0 0 0 0 0,0 2 0 0 0,-1-1 18 0 0,0 0 0 0 0,0 0-1 0 0,0-1 1 0 0,0 1 0 0 0,0 0 0 0 0,-1 0 0 0 0,1-1 0 0 0,0 1 0 0 0,-1 0 0 0 0,1-1 0 0 0,-1 0 0 0 0,-3 3 0 0 0,-2 1-205 0 0,-1 0 0 0 0,0-1 0 0 0,0 0 0 0 0,0 0 0 0 0,-13 4 0 0 0,9-6-648 0 0,1 0 0 0 0,-1-1 0 0 0,0 0 0 0 0,1-1 1 0 0,-1 0-1 0 0,0 0 0 0 0,-21-5 0 0 0,25 3 347 0 0,0 0 1 0 0,1 0-1 0 0,0 0 1 0 0,-1-1-1 0 0,1 0 1 0 0,0-1-1 0 0,0 1 1 0 0,0-1-1 0 0,1-1 1 0 0,0 1-1 0 0,0-1 1 0 0,-10-10-1 0 0,10 7 178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30 36 0 0,'185'17'7951'0'0,"-219"11"-2819"0"0,26-21-4944 0 0,1 1-1 0 0,-1-1 0 0 0,1 2 1 0 0,1-1-1 0 0,-11 18 1 0 0,16-24-199 0 0,0-1 0 0 0,0 1 1 0 0,0-1-1 0 0,0 1 0 0 0,0 0 0 0 0,1-1 1 0 0,-1 1-1 0 0,1 0 0 0 0,0-1 0 0 0,-1 1 1 0 0,1 0-1 0 0,0 0 0 0 0,0 0 0 0 0,0-1 1 0 0,0 1-1 0 0,0 0 0 0 0,0 0 0 0 0,1-1 0 0 0,-1 1 1 0 0,0 0-1 0 0,1-1 0 0 0,0 1 0 0 0,-1 0 1 0 0,1-1-1 0 0,0 1 0 0 0,0-1 0 0 0,0 1 1 0 0,0-1-1 0 0,0 1 0 0 0,0-1 0 0 0,0 0 1 0 0,0 1-1 0 0,1-1 0 0 0,-1 0 0 0 0,1 0 1 0 0,-1 0-1 0 0,0 0 0 0 0,1 0 0 0 0,0 0 1 0 0,-1-1-1 0 0,1 1 0 0 0,0 0 0 0 0,-1-1 1 0 0,3 1-1 0 0,5 2 32 0 0,1-1 1 0 0,-1 0-1 0 0,1 0 0 0 0,0-1 1 0 0,-1 0-1 0 0,1-1 0 0 0,0 0 0 0 0,-1-1 1 0 0,20-3-1 0 0,-22 3 44 0 0,-1-1 1 0 0,1 0-1 0 0,-1 0 0 0 0,1 0 0 0 0,-1-1 1 0 0,0 1-1 0 0,0-2 0 0 0,0 1 1 0 0,0-1-1 0 0,-1 1 0 0 0,1-2 0 0 0,-1 1 1 0 0,0 0-1 0 0,0-1 0 0 0,4-6 0 0 0,-8 9-47 0 0,0 1 0 0 0,0-1 0 0 0,0 0 0 0 0,0 0 0 0 0,0 1 0 0 0,0-1 0 0 0,0 0 0 0 0,-1 0-1 0 0,1 0 1 0 0,-1 0 0 0 0,0 0 0 0 0,1 0 0 0 0,-1 0 0 0 0,0 0 0 0 0,0 0 0 0 0,0 0 0 0 0,0 0 0 0 0,-1 0-1 0 0,1 0 1 0 0,0 0 0 0 0,-1 0 0 0 0,0-1 0 0 0,-1-1-357 0 0,0 0 0 0 0,0 1-1 0 0,-1-1 1 0 0,1 1 0 0 0,-1 0-1 0 0,0 0 1 0 0,0 0 0 0 0,0 0 0 0 0,0 0-1 0 0,-4-2 1 0 0,-5-3-1420 0 0,-1 0-1 0 0,0 1 1 0 0,0 0 0 0 0,-27-8-1 0 0,-42-6-842 0 0,64 18 2356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8.14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150 71 68 0 0,'17'-6'733'0'0,"-8"0"7977"0"0,-28-8-2890 0 0,16 12-5328 0 0,-1 0 1 0 0,0 1 0 0 0,1-1-1 0 0,-1 1 1 0 0,0-1 0 0 0,0 1-1 0 0,0 0 1 0 0,0 1-1 0 0,0-1 1 0 0,0 1 0 0 0,0 0-1 0 0,0 0 1 0 0,0 0 0 0 0,0 0-1 0 0,-7 2 415 0 0,49 2-1517 0 0,31 3 1062 0 0,109 8 763 0 0,-237-28-282 0 0,25 5-948 0 0,-30-9-238 0 0,49 12 148 0 0,0 1 1 0 0,0 0 0 0 0,0 1 0 0 0,0 1 0 0 0,-1 0 0 0 0,1 1 0 0 0,0 1 0 0 0,-19 1 0 0 0,31 0 50 0 0,0 0 1 0 0,0 0-1 0 0,0 1 1 0 0,0-1-1 0 0,1 1 1 0 0,-1-1-1 0 0,0 1 1 0 0,1 0-1 0 0,-1 0 1 0 0,1 0-1 0 0,0 0 1 0 0,-1 0-1 0 0,1 1 1 0 0,0-1 0 0 0,0 1-1 0 0,1-1 1 0 0,-1 1-1 0 0,1 0 1 0 0,-1 0-1 0 0,1 0 1 0 0,0 0-1 0 0,0 0 1 0 0,0 0-1 0 0,0 0 1 0 0,0 6-1 0 0,-2 8-185 0 0,1 1 0 0 0,0 0 0 0 0,2 23 0 0 0,0-29 223 0 0,2 38-244 0 0,-2-49 252 0 0,57-10-1609 0 0,-47 7 1717 0 0,1-1-1 0 0,0 2 1 0 0,0 0-1 0 0,15 0 1 0 0,-3 2 97 0 0,0 2 0 0 0,0 0 0 0 0,29 10 0 0 0,-44-11-159 0 0,-1 0 0 0 0,1 1-1 0 0,0 0 1 0 0,-1 1-1 0 0,0-1 1 0 0,0 1 0 0 0,0 1-1 0 0,0-1 1 0 0,-1 1 0 0 0,1 1-1 0 0,-1-1 1 0 0,10 13-1 0 0,-14-16-26 0 0,-1 0 0 0 0,1 0 0 0 0,-1 0 0 0 0,0 1 0 0 0,1-1 0 0 0,-1 0-1 0 0,0 1 1 0 0,0-1 0 0 0,-1 1 0 0 0,1-1 0 0 0,0 1 0 0 0,-1-1 0 0 0,0 1 0 0 0,1-1-1 0 0,-1 1 1 0 0,0-1 0 0 0,0 1 0 0 0,-1 0 0 0 0,1-1 0 0 0,0 1 0 0 0,-1-1 0 0 0,0 1 0 0 0,0 2-1 0 0,-1-2 10 0 0,0 1 0 0 0,-1-1 0 0 0,1 0 0 0 0,-1 0 0 0 0,0 0 1 0 0,0 0-1 0 0,0 0 0 0 0,0-1 0 0 0,0 1 0 0 0,0-1 0 0 0,-1 0 0 0 0,1 0 0 0 0,-6 2 0 0 0,-6 2-19 0 0,-1 0 1 0 0,1-1-1 0 0,-1-1 1 0 0,-1 0-1 0 0,1-1 1 0 0,-21 1-1 0 0,-25-8-280 0 0,55 3-386 0 0,0-1 0 0 0,-1 0 0 0 0,1 0 0 0 0,0-1 1 0 0,0 0-1 0 0,-6-3 0 0 0,10 4 242 0 0,0 0 0 0 0,0 0 0 0 0,0 0 0 0 0,0 0 0 0 0,1-1 0 0 0,-1 1 0 0 0,1-1 0 0 0,0 1 0 0 0,-1-1 0 0 0,1 0 0 0 0,0 0 0 0 0,1 0 0 0 0,-1 0 0 0 0,1 0 0 0 0,-1 0 0 0 0,1-1 0 0 0,0 1 0 0 0,0 0 0 0 0,0-1 0 0 0,0 1 0 0 0,1-1 0 0 0,0 1 0 0 0,-1-1 0 0 0,1 1 0 0 0,1-1 0 0 0,-1 1 0 0 0,0-1 0 0 0,1 1 0 0 0,0-1 0 0 0,-1 1 0 0 0,3-6 0 0 0,4-11-455 0 0,0 0 1 0 0,1 0 0 0 0,17-29 0 0 0,-11 24 532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54.81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65 1 132 0 0,'-12'0'1681'0'0,"-7"0"-990"0"0,-11 7-2868 0 0,27-6 1998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55.64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240 120 112 0 0,'-9'-1'129'0'0,"0"1"-1"0"0,0 0 1 0 0,0 1-1 0 0,0 0 1 0 0,1 0 0 0 0,-1 1-1 0 0,0 0 1 0 0,1 0-1 0 0,-1 1 1 0 0,1 1 0 0 0,0-1-1 0 0,0 1 1 0 0,0 0 0 0 0,0 1-1 0 0,1 0 1 0 0,0 0-1 0 0,0 1 1 0 0,0 0 0 0 0,1 0-1 0 0,0 0 1 0 0,0 1-1 0 0,0 0 1 0 0,1 0 0 0 0,0 1-1 0 0,1-1 1 0 0,-1 1-1 0 0,1 0 1 0 0,-5 16 0 0 0,3-6-88 0 0,0 0-1 0 0,2 1 1 0 0,0 0 0 0 0,1 0 0 0 0,0 0 0 0 0,2 0 0 0 0,1 0 0 0 0,0 0 0 0 0,1 1 0 0 0,6 31-1 0 0,-3-36-53 0 0,0-1-1 0 0,1 1 1 0 0,0-1-1 0 0,1-1 1 0 0,1 1-1 0 0,0-1 1 0 0,1 0-1 0 0,0-1 1 0 0,1 0-1 0 0,0 0 1 0 0,1-1-1 0 0,1 0 0 0 0,-1 0 1 0 0,16 10-1 0 0,-7-7 65 0 0,1-2 0 0 0,1 0-1 0 0,-1-1 1 0 0,2-1 0 0 0,-1-1-1 0 0,2-1 1 0 0,-1-1 0 0 0,1 0-1 0 0,0-2 1 0 0,0-1 0 0 0,0-1-1 0 0,1-1 1 0 0,-1-1-1 0 0,38-3 1 0 0,-46 1 18 0 0,0 0 1 0 0,-1-1-1 0 0,1-1 1 0 0,-1-1-1 0 0,0 0 0 0 0,1-1 1 0 0,-2 0-1 0 0,1-1 0 0 0,-1 0 1 0 0,0-1-1 0 0,0-1 0 0 0,-1 0 1 0 0,0-1-1 0 0,0 0 0 0 0,-1-1 1 0 0,-1 0-1 0 0,1-1 0 0 0,-2 0 1 0 0,1 0-1 0 0,-2-1 1 0 0,1-1-1 0 0,-2 1 0 0 0,1-1 1 0 0,4-15-1 0 0,3-11 395 0 0,-1-1 1 0 0,-3-1-1 0 0,9-54 0 0 0,-17 78-283 0 0,-1-1-1 0 0,-1 1 0 0 0,0 0 0 0 0,-1 0 1 0 0,-1-1-1 0 0,-1 1 0 0 0,0 0 1 0 0,-2 0-1 0 0,0 0 0 0 0,-11-30 0 0 0,9 36-86 0 0,0 1 0 0 0,-1 0 0 0 0,0 1 0 0 0,-1-1 0 0 0,0 1 0 0 0,0 1-1 0 0,-1-1 1 0 0,0 1 0 0 0,0 1 0 0 0,-1 0 0 0 0,0 0 0 0 0,0 1 0 0 0,-1 0 0 0 0,0 1-1 0 0,0 0 1 0 0,0 1 0 0 0,0 0 0 0 0,-17-3 0 0 0,-2 1-41 0 0,0 1-1 0 0,0 1 1 0 0,0 1 0 0 0,-1 2-1 0 0,0 1 1 0 0,-32 4-1 0 0,49-3-266 0 0,-1 0-1 0 0,1 2 0 0 0,0 0 0 0 0,0 0 0 0 0,0 1 0 0 0,0 1 0 0 0,1 0 0 0 0,-1 1 0 0 0,1 1 0 0 0,1 0 0 0 0,-13 9 0 0 0,24-16 117 0 0,1 0 0 0 0,-1 1-1 0 0,1-1 1 0 0,-1 0 0 0 0,1 1 0 0 0,0-1 0 0 0,-1 1 0 0 0,1-1 0 0 0,-1 1-1 0 0,1-1 1 0 0,0 1 0 0 0,-1-1 0 0 0,1 1 0 0 0,0-1 0 0 0,0 1-1 0 0,0-1 1 0 0,-1 1 0 0 0,1 0 0 0 0,0-1 0 0 0,0 1 0 0 0,0-1-1 0 0,0 1 1 0 0,0 0 0 0 0,0-1 0 0 0,0 1 0 0 0,0-1 0 0 0,0 1 0 0 0,0 0-1 0 0,0-1 1 0 0,0 1 0 0 0,1-1 0 0 0,-1 1 0 0 0,0 0 0 0 0,20 13-2252 0 0,31-1-52 0 0,-51-13 2372 0 0,86 10-1493 0 0,-58-8 1290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30.63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30 1 168 0 0,'-1'12'8219'0'0,"-1"12"-3666"0"0,-9 151-1712 0 0,3-121-2599 0 0,1-4-1794 0 0,10-19-3822 0 0,-3-30 5210 0 0,0-1-1 0 0,1 1 0 0 0,-1-1 0 0 0,1 1 0 0 0,0-1 0 0 0,-1 1 1 0 0,1-1-1 0 0,-1 0 0 0 0,1 1 0 0 0,0-1 0 0 0,-1 0 0 0 0,1 0 0 0 0,0 1 1 0 0,-1-1-1 0 0,1 0 0 0 0,0 0 0 0 0,-1 0 0 0 0,1 0 0 0 0,0 0 1 0 0,-1 0-1 0 0,1 0 0 0 0,0 0 0 0 0,-1 0 0 0 0,1 0 0 0 0,0 0 0 0 0,-1 0 1 0 0,1-1-1 0 0,0 1 0 0 0,-1 0 0 0 0,1 0 0 0 0,0-1 0 0 0,-1 1 0 0 0,1 0 1 0 0,-1-1-1 0 0,1 1 0 0 0,-1-1 0 0 0,1 1 0 0 0,-1-1 0 0 0,1 0 1 0 0,29-19-1268 0 0,-28 19 1209 0 0,19-14-314 0 0,-10 5 341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30.90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80 84 88 0 0,'14'-10'-1108'0'0,"16"-13"7170"0"0,-30 23-5992 0 0,0 0 0 0 0,0 0 1 0 0,0 0-1 0 0,0 0 0 0 0,0 0 1 0 0,0 0-1 0 0,0 0 0 0 0,0 0 0 0 0,-1 0 1 0 0,1 0-1 0 0,0 0 0 0 0,0 0 0 0 0,0 0 1 0 0,0-1-1 0 0,0 1 0 0 0,0 0 1 0 0,0 0-1 0 0,0 0 0 0 0,0 0 0 0 0,0 0 1 0 0,0 0-1 0 0,0 0 0 0 0,0 0 1 0 0,0 0-1 0 0,0 0 0 0 0,-1 0 0 0 0,1 0 1 0 0,0 0-1 0 0,0-1 0 0 0,0 1 1 0 0,0 0-1 0 0,0 0 0 0 0,0 0 0 0 0,0 0 1 0 0,0 0-1 0 0,0 0 0 0 0,0 0 0 0 0,0 0 1 0 0,0 0-1 0 0,0-1 0 0 0,0 1 1 0 0,0 0-1 0 0,0 0 0 0 0,1 0 0 0 0,-1 0 1 0 0,0 0-1 0 0,0 0 0 0 0,0 0 1 0 0,0 0-1 0 0,0 0 0 0 0,0 0 0 0 0,0 0 1 0 0,0 0-1 0 0,0-1 0 0 0,0 1 0 0 0,0 0 1 0 0,0 0-1 0 0,0 0 0 0 0,0 0 1 0 0,-22 7 2577 0 0,18-5-2556 0 0,0-1 0 0 0,0 1 0 0 0,0 0 0 0 0,0 0 0 0 0,0 1 0 0 0,1-1 0 0 0,-1 1 0 0 0,1-1 0 0 0,-1 1 0 0 0,1 0 0 0 0,0 0 0 0 0,0 1 0 0 0,1-1 0 0 0,-1 1 0 0 0,0-1 0 0 0,1 1 0 0 0,0 0 0 0 0,0 0 0 0 0,0 0 0 0 0,1 0 0 0 0,-1 0 0 0 0,1 0 0 0 0,0 1 0 0 0,0-1 0 0 0,0 0 0 0 0,1 1 0 0 0,0-1 0 0 0,0 1 0 0 0,0-1 0 0 0,1 6 0 0 0,0-3-8 0 0,0 0 0 0 0,1 0 0 0 0,0-1 1 0 0,1 1-1 0 0,-1-1 0 0 0,1 1 0 0 0,1-1 1 0 0,-1 0-1 0 0,1 0 0 0 0,0 0 0 0 0,0 0 1 0 0,1-1-1 0 0,0 0 0 0 0,0 0 0 0 0,0 0 1 0 0,0 0-1 0 0,1-1 0 0 0,7 4 0 0 0,0 0 115 0 0,1-2-1 0 0,1 0 0 0 0,-1 0 0 0 0,1-2 0 0 0,0 0 0 0 0,0 0 1 0 0,0-1-1 0 0,0-1 0 0 0,1-1 0 0 0,-1 0 0 0 0,22-2 0 0 0,-26 1-78 0 0,-1-1 0 0 0,0-1 0 0 0,1 1 0 0 0,-1-2 0 0 0,0 1-1 0 0,0-1 1 0 0,0-1 0 0 0,0 0 0 0 0,-1 0 0 0 0,1-1 0 0 0,-1 0 0 0 0,0-1-1 0 0,-1 0 1 0 0,1 0 0 0 0,-1-1 0 0 0,-1 0 0 0 0,13-13 0 0 0,-18 17-65 0 0,0-1 0 0 0,1 1 0 0 0,-1 0 0 0 0,-1 0 0 0 0,1-1 0 0 0,0 1 1 0 0,-1-1-1 0 0,0 1 0 0 0,0-1 0 0 0,0 0 0 0 0,0 0 0 0 0,0 1 1 0 0,-1-1-1 0 0,0 0 0 0 0,0 0 0 0 0,0 0 0 0 0,0 0 0 0 0,0 1 0 0 0,-2-7 1 0 0,0 4 17 0 0,0 0 1 0 0,-1 1-1 0 0,0 0 1 0 0,0-1-1 0 0,0 1 1 0 0,0 0-1 0 0,-1 1 1 0 0,0-1-1 0 0,0 1 1 0 0,0-1-1 0 0,-7-4 1 0 0,-4-3-197 0 0,0 2 0 0 0,-1 0 0 0 0,0 1-1 0 0,-1 0 1 0 0,0 1 0 0 0,0 1 0 0 0,-20-5 0 0 0,-25-1-2217 0 0,49 11 1040 0 0,0 1 0 0 0,1 0 0 0 0,-1 1 0 0 0,0 1-1 0 0,-14 2 1 0 0,19-2 666 0 0,0 1 1 0 0,-1 1-1 0 0,1-1 0 0 0,1 1 0 0 0,-1 0 0 0 0,0 1 0 0 0,1 0 0 0 0,0 0 0 0 0,0 1 0 0 0,0 0 0 0 0,0 0 1 0 0,1 0-1 0 0,0 1 0 0 0,0 0 0 0 0,0 0 0 0 0,-6 11 0 0 0,-9 13-54 0 0,11-14 438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56.4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779 357 36 0 0,'7'-4'233'0'0,"-1"-1"1"0"0,1 0-1 0 0,-1 0 0 0 0,0 0 1 0 0,-1-1-1 0 0,1 0 1 0 0,-1 0-1 0 0,0 0 0 0 0,-1-1 1 0 0,1 1-1 0 0,-1-1 0 0 0,-1 0 1 0 0,4-8-1 0 0,-6 10-103 0 0,1 1-1 0 0,-1-1 1 0 0,-1 1-1 0 0,1-1 1 0 0,-1 1-1 0 0,1-1 1 0 0,-1 1 0 0 0,-1-1-1 0 0,1 1 1 0 0,0-1-1 0 0,-1 1 1 0 0,0-1-1 0 0,0 1 1 0 0,-1-1-1 0 0,1 1 1 0 0,-1 0 0 0 0,0-1-1 0 0,0 1 1 0 0,0 0-1 0 0,-1 1 1 0 0,1-1-1 0 0,-1 0 1 0 0,0 1-1 0 0,-3-4 1 0 0,-7-5 130 0 0,-1 1 0 0 0,1 0 0 0 0,-2 1 1 0 0,1 0-1 0 0,-2 1 0 0 0,1 1 0 0 0,-1 1 0 0 0,0 0 0 0 0,-17-5 0 0 0,-157-35 919 0 0,167 42-939 0 0,-1 2 1 0 0,1 0-1 0 0,-1 2 0 0 0,0 0 0 0 0,0 2 1 0 0,0 0-1 0 0,0 2 0 0 0,1 1 0 0 0,-1 1 0 0 0,-30 10 1 0 0,44-12-128 0 0,-1 2 1 0 0,0-1-1 0 0,1 2 1 0 0,0-1 0 0 0,0 1-1 0 0,1 1 1 0 0,0 0-1 0 0,0 0 1 0 0,0 1 0 0 0,1 0-1 0 0,0 0 1 0 0,1 1-1 0 0,-1 0 1 0 0,2 0-1 0 0,-1 1 1 0 0,1 0 0 0 0,1 0-1 0 0,0 0 1 0 0,1 1-1 0 0,-1-1 1 0 0,2 1 0 0 0,0 0-1 0 0,-3 18 1 0 0,4-5-150 0 0,0-1 1 0 0,2 1-1 0 0,1 0 0 0 0,1 0 1 0 0,1 0-1 0 0,1 0 1 0 0,1-1-1 0 0,1 0 0 0 0,1 0 1 0 0,1 0-1 0 0,11 22 1 0 0,-3-12-67 0 0,1-1 1 0 0,1-1-1 0 0,2 0 1 0 0,1-2-1 0 0,1 0 1 0 0,42 41-1 0 0,-46-54 240 0 0,0-2 0 0 0,1-1 0 0 0,1 0 0 0 0,0-1 0 0 0,0-1-1 0 0,1-1 1 0 0,0-1 0 0 0,1-1 0 0 0,0 0 0 0 0,1-2 0 0 0,-1-1 0 0 0,1 0-1 0 0,0-2 1 0 0,32 1 0 0 0,-27-3-108 0 0,-1-2 0 0 0,1 0-1 0 0,-1-2 1 0 0,0-1 0 0 0,0-1 0 0 0,0-1-1 0 0,0-2 1 0 0,-1 0 0 0 0,0-2 0 0 0,-1-1-1 0 0,46-26 1 0 0,-58 27 89 0 0,0 1 0 0 0,-1-2-1 0 0,0 0 1 0 0,0 0 0 0 0,-1-1 0 0 0,-1 0-1 0 0,0-1 1 0 0,-1 0 0 0 0,0-1 0 0 0,-1 0-1 0 0,-1 0 1 0 0,0-1 0 0 0,0 0 0 0 0,-2 0-1 0 0,0 0 1 0 0,-1-1 0 0 0,0 0 0 0 0,-1 0-1 0 0,-1 0 1 0 0,-1 0 0 0 0,0 0 0 0 0,-1 0-1 0 0,-1 0 1 0 0,0 0 0 0 0,-1 0 0 0 0,-1 0-1 0 0,0 0 1 0 0,-2 0 0 0 0,1 1 0 0 0,-2 0-1 0 0,0 0 1 0 0,-1 0 0 0 0,0 1 0 0 0,-1 0-1 0 0,-1 0 1 0 0,-18-21 0 0 0,9 15 376 0 0,-1 1 0 0 0,-1 1-1 0 0,0 0 1 0 0,-1 2 0 0 0,-41-24 0 0 0,48 32-267 0 0,0 1-1 0 0,-1 0 1 0 0,1 1 0 0 0,-1 1 0 0 0,0 0-1 0 0,-1 1 1 0 0,1 0 0 0 0,-1 1 0 0 0,0 1-1 0 0,0 1 1 0 0,-16 0 0 0 0,-3 7 1815 0 0,4 3-4980 0 0,11 0-4033 0 0,1 1 0 0 0,-26 18 0 0 0,10-7 1207 0 0,-2-2 6595 0 0,20-11-1083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33.92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28 44 0 0,'26'-24'535'0'0,"-25"24"-474"0"0,-1-1-1 0 0,1 1 0 0 0,0-1 1 0 0,0 1-1 0 0,0 0 0 0 0,0-1 1 0 0,0 1-1 0 0,0 0 0 0 0,0 0 1 0 0,0 0-1 0 0,0 0 1 0 0,0 0-1 0 0,0 0 0 0 0,0 0 1 0 0,0 0-1 0 0,0 0 0 0 0,0 1 1 0 0,0-1-1 0 0,1 1 0 0 0,2 1 89 0 0,-1 1 0 0 0,1 0 0 0 0,-1 0 0 0 0,0 0-1 0 0,0 1 1 0 0,0-1 0 0 0,-1 1 0 0 0,1-1-1 0 0,-1 1 1 0 0,0 0 0 0 0,2 6 0 0 0,156 358 1847 0 0,-39-77-1475 0 0,-54-150-291 0 0,6-4 0 0 0,112 161 1 0 0,-148-247-51 0 0,2-3 0 0 0,1-1-1 0 0,3-2 1 0 0,2-2 0 0 0,2-1 0 0 0,1-3 0 0 0,2-2 0 0 0,88 49 0 0 0,-80-59 77 0 0,0-1 0 0 0,2-4 1 0 0,0-2-1 0 0,1-2 0 0 0,1-4 1 0 0,1-2-1 0 0,0-2 0 0 0,77 0 1 0 0,-19-9 1059 0 0,1-6 0 0 0,-1-5 1 0 0,160-34-1 0 0,-237 38-1064 0 0,-30 4-115 0 0,-1 1-1 0 0,1-2 0 0 0,-1 1 1 0 0,20-8 2130 0 0,-69 31-786 0 0,10-6-3205 0 0,-17 1-6269 0 0,41-16 7507 0 0,0 1 0 0 0,0-1 0 0 0,-1 0 0 0 0,1 0 0 0 0,0 0 0 0 0,0 0 0 0 0,-1 0 0 0 0,1-1 0 0 0,0 1 0 0 0,0 0 0 0 0,0-1 0 0 0,0 0 0 0 0,-1 0 0 0 0,1 1 0 0 0,0-1 0 0 0,-2-2-1 0 0,2 2 289 0 0,0-1-1 0 0,0 0 1 0 0,0 0-1 0 0,0 0 0 0 0,0 0 1 0 0,1 0-1 0 0,-1 0 1 0 0,1 0-1 0 0,-1-1 0 0 0,0-2 1 0 0,-2-2-94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34.59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20 1 116 0 0,'-4'10'833'0'0,"1"1"0"0"0,0 0 0 0 0,0 0 0 0 0,1 0 1 0 0,1 0-1 0 0,-1 18 0 0 0,0 90 64 0 0,2-95-336 0 0,0 14-211 0 0,5 131 1282 0 0,-3-151-1868 0 0,1 0 1 0 0,0 0-1 0 0,1 0 1 0 0,1 0-1 0 0,1-1 1 0 0,0 0-1 0 0,10 17 1 0 0,-16-33 167 0 0,0 0 1 0 0,0-1-1 0 0,0 1 1 0 0,1 0-1 0 0,-1-1 1 0 0,0 1-1 0 0,1 0 1 0 0,-1-1-1 0 0,0 1 1 0 0,1-1-1 0 0,-1 1 1 0 0,0 0-1 0 0,1-1 0 0 0,-1 1 1 0 0,1-1-1 0 0,-1 0 1 0 0,1 1-1 0 0,-1-1 1 0 0,1 1-1 0 0,0-1 1 0 0,-1 0-1 0 0,1 1 1 0 0,0-1-1 0 0,-1 0 1 0 0,1 0-1 0 0,-1 1 0 0 0,1-1 1 0 0,0 0-1 0 0,0 0 1 0 0,-1 0-1 0 0,1 0 1 0 0,1 0-1 0 0,7-20-1704 0 0,-4-36-142 0 0,-8 30 1251 0 0,-11-48 0 0 0,13 67 609 0 0,-5-17-123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35.23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46 278 36 0 0,'-1'-3'27'0'0,"-11"-29"797"0"0,-13-47 0 0 0,23 72-578 0 0,0 0 1 0 0,1-1 0 0 0,0 1-1 0 0,0 0 1 0 0,0-1-1 0 0,1 0 1 0 0,0 1 0 0 0,1-1-1 0 0,0 1 1 0 0,0-1-1 0 0,0 1 1 0 0,1 0 0 0 0,3-8-1 0 0,-2 11-139 0 0,0 0-1 0 0,0 0 0 0 0,1 0 1 0 0,-1 0-1 0 0,1 1 0 0 0,0 0 1 0 0,0 0-1 0 0,0 0 0 0 0,1 0 1 0 0,-1 1-1 0 0,1-1 0 0 0,-1 1 1 0 0,1 0-1 0 0,0 0 1 0 0,0 1-1 0 0,0 0 0 0 0,0 0 1 0 0,0 0-1 0 0,0 0 0 0 0,0 1 1 0 0,7 0-1 0 0,11-1 200 0 0,-1 1 0 0 0,1 1-1 0 0,31 6 1 0 0,-27-2-109 0 0,0 2 0 0 0,-1 0 1 0 0,0 1-1 0 0,27 14 0 0 0,-44-19-126 0 0,-1 1 1 0 0,0 0-1 0 0,0 1 1 0 0,0-1 0 0 0,-1 2-1 0 0,0-1 1 0 0,0 1-1 0 0,0 0 1 0 0,-1 0-1 0 0,0 1 1 0 0,0 0-1 0 0,0 0 1 0 0,-1 1-1 0 0,0-1 1 0 0,-1 1-1 0 0,5 10 1 0 0,-8-14 36 0 0,0 0 1 0 0,0 0-1 0 0,0 0 1 0 0,-1 0-1 0 0,0 0 1 0 0,0 0-1 0 0,0 0 1 0 0,0 0-1 0 0,-1 0 1 0 0,1 0-1 0 0,-1 0 1 0 0,0 0-1 0 0,0 0 1 0 0,-1 0-1 0 0,1-1 1 0 0,-1 1-1 0 0,0-1 1 0 0,0 1-1 0 0,0-1 1 0 0,0 1-1 0 0,0-1 1 0 0,-1 0-1 0 0,0 0 1 0 0,1 0-1 0 0,-1 0 1 0 0,0-1-1 0 0,-1 1 1 0 0,-4 2-1 0 0,-11 8 279 0 0,-1-1-1 0 0,0-1 0 0 0,-40 16 1 0 0,32-15 112 0 0,13-6-257 0 0,0 1 160 0 0,-1 0 0 0 0,1 0 1 0 0,1 2-1 0 0,-1 0 1 0 0,-16 13-1 0 0,31-22-377 0 0,29 27-283 0 0,27 8 27 0 0,-1 2 1 0 0,-2 3 0 0 0,52 50-1 0 0,-81-62 966 0 0,-3 2-4937 0 0,-14-18 778 0 0,2 0 1 0 0,0-1-1 0 0,16 16 0 0 0,-21-22 3126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35.72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1 659 152 0 0,'0'0'121'0'0,"0"1"1"0"0,0-1-1 0 0,1 0 0 0 0,-1 0 0 0 0,0 0 1 0 0,0 0-1 0 0,0 0 0 0 0,1 1 1 0 0,-1-1-1 0 0,0 0 0 0 0,0 0 1 0 0,0 0-1 0 0,1 0 0 0 0,-1 0 0 0 0,0 0 1 0 0,0 0-1 0 0,1 0 0 0 0,-1 0 1 0 0,0 0-1 0 0,0 0 0 0 0,1 0 1 0 0,-1 0-1 0 0,0 0 0 0 0,0 0 0 0 0,1 0 1 0 0,-1 0-1 0 0,0 0 0 0 0,0 0 1 0 0,1 0-1 0 0,-1 0 0 0 0,0 0 0 0 0,0-1 1 0 0,0 1-1 0 0,1 0 0 0 0,-1 0 1 0 0,0 0-1 0 0,0 0 0 0 0,0 0 1 0 0,1-1-1 0 0,-1 1 0 0 0,0 0 0 0 0,0 0 1 0 0,0 0-1 0 0,0-1 0 0 0,0 1 1 0 0,1 0-1 0 0,-1 0 0 0 0,0-1 1 0 0,0 1-1 0 0,0 0 0 0 0,0 0 0 0 0,0-1 1 0 0,0 1-1 0 0,0 0 0 0 0,0 0 1 0 0,0-1-1 0 0,0 1 0 0 0,9-30 2384 0 0,0-37-721 0 0,28-234 3679 0 0,-11 129-2896 0 0,-14 113 36 0 0,13 108-2645 0 0,-4 8 170 0 0,4 16 322 0 0,4 0 0 0 0,3-2 0 0 0,46 76 1 0 0,-75-142-423 0 0,1 1 1 0 0,0-1 0 0 0,0 0 0 0 0,1 0-1 0 0,-1-1 1 0 0,1 1 0 0 0,0-1 0 0 0,1 0-1 0 0,-1 0 1 0 0,11 5 0 0 0,-14-8 50 0 0,0 0 1 0 0,0-1 0 0 0,0 1-1 0 0,0-1 1 0 0,0 1 0 0 0,1-1-1 0 0,-1 0 1 0 0,0 0-1 0 0,0 0 1 0 0,0 0 0 0 0,0 0-1 0 0,1 0 1 0 0,-1-1 0 0 0,0 1-1 0 0,0-1 1 0 0,0 1 0 0 0,0-1-1 0 0,0 0 1 0 0,0 0-1 0 0,0 0 1 0 0,0 0 0 0 0,0 0-1 0 0,-1 0 1 0 0,1-1 0 0 0,0 1-1 0 0,-1-1 1 0 0,1 1-1 0 0,-1-1 1 0 0,1 1 0 0 0,-1-1-1 0 0,0 0 1 0 0,1 0 0 0 0,-1 0-1 0 0,0 1 1 0 0,1-5-1 0 0,8-14 301 0 0,-1 0 0 0 0,-1-1 0 0 0,-1 0 0 0 0,-1 0-1 0 0,6-38 1 0 0,6-117-1082 0 0,-13 108 380 0 0,-4 35-129 0 0,3-19-1078 0 0,3 20-3377 0 0,-1 43-6981 0 0,4 21 7342 0 0,6 106-301 0 0,-12-114 4593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36.39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1 559 160 0 0,'3'8'369'0'0,"12"29"249"0"0,-15-35-412 0 0,1-1-1 0 0,-1 0 0 0 0,1 1 0 0 0,0-1 1 0 0,0 0-1 0 0,0 0 0 0 0,-1 0 1 0 0,1 0-1 0 0,0 0 0 0 0,0 0 0 0 0,1 0 1 0 0,-1 0-1 0 0,0 0 0 0 0,0 0 0 0 0,0 0 1 0 0,1 0-1 0 0,-1-1 0 0 0,0 1 0 0 0,0-1 1 0 0,1 1-1 0 0,2 0 0 0 0,-3-2-67 0 0,0 0-1 0 0,0 1 1 0 0,0-1-1 0 0,0 0 0 0 0,0 0 1 0 0,0 0-1 0 0,0 0 1 0 0,0 0-1 0 0,-1 0 1 0 0,1 0-1 0 0,0 0 1 0 0,0 0-1 0 0,-1-1 1 0 0,1 1-1 0 0,-1 0 1 0 0,1 0-1 0 0,-1-1 0 0 0,0 1 1 0 0,1 0-1 0 0,-1 0 1 0 0,0-2-1 0 0,8-36 1328 0 0,-7 33-1031 0 0,15-133 3715 0 0,-13 95-2964 0 0,2 1 1 0 0,14-58 0 0 0,-19 101-1177 0 0,0-1-1 0 0,0 1 1 0 0,0 0-1 0 0,0-1 1 0 0,0 1-1 0 0,0 0 1 0 0,0 0-1 0 0,0-1 1 0 0,0 1-1 0 0,0 0 1 0 0,0-1-1 0 0,1 1 1 0 0,-1 0-1 0 0,0 0 1 0 0,0-1-1 0 0,0 1 1 0 0,0 0-1 0 0,1 0 1 0 0,-1 0-1 0 0,0-1 1 0 0,0 1-1 0 0,0 0 0 0 0,1 0 1 0 0,-1 0-1 0 0,0-1 1 0 0,0 1-1 0 0,1 0 1 0 0,-1 0-1 0 0,0 0 1 0 0,0 0-1 0 0,1 0 1 0 0,-1 0-1 0 0,0 0 1 0 0,1-1-1 0 0,-1 1 1 0 0,0 0-1 0 0,0 0 1 0 0,1 0-1 0 0,-1 0 1 0 0,0 0-1 0 0,1 0 1 0 0,-1 0-1 0 0,0 1 1 0 0,0-1-1 0 0,1 0 1 0 0,12 14 274 0 0,11 30 111 0 0,-22-39-328 0 0,45 98 746 0 0,34 66 1000 0 0,-67-143-1092 0 0,2 0-1 0 0,1-2 1 0 0,1 1 0 0 0,24 24-1 0 0,-40-47-598 0 0,0 1 0 0 0,0-1 0 0 0,0 1 0 0 0,1-1 0 0 0,-1 0 0 0 0,1 0 0 0 0,0 0 0 0 0,0 0 0 0 0,-1 0 0 0 0,1-1 0 0 0,0 1 0 0 0,0-1 0 0 0,1 0-1 0 0,-1 0 1 0 0,0 0 0 0 0,0 0 0 0 0,0-1 0 0 0,1 1 0 0 0,-1-1 0 0 0,0 0 0 0 0,1 0 0 0 0,-1 0 0 0 0,0 0 0 0 0,1-1 0 0 0,-1 1 0 0 0,0-1 0 0 0,0 0 0 0 0,1 0-1 0 0,-1 0 1 0 0,5-3 0 0 0,-2 0 23 0 0,0-1 0 0 0,0 1 0 0 0,0-2 0 0 0,-1 1-1 0 0,0-1 1 0 0,1 0 0 0 0,-2 0 0 0 0,1 0 0 0 0,-1 0-1 0 0,0-1 1 0 0,-1 0 0 0 0,5-10 0 0 0,12-39 23 0 0,-2-1-1 0 0,-3 0 1 0 0,11-84 0 0 0,5-18-2144 0 0,-19 104-375 0 0,3-14-5254 0 0,-1 26-5723 0 0,-14 42 13206 0 0,0 1 1 0 0,0 0-1 0 0,0 0 1 0 0,0 0-1 0 0,0 0 1 0 0,0-1-1 0 0,0 1 1 0 0,0 0-1 0 0,0 0 1 0 0,0 0-1 0 0,0 0 1 0 0,0-1-1 0 0,0 1 1 0 0,0 0-1 0 0,0 0 1 0 0,0 0-1 0 0,0 0 1 0 0,0-1-1 0 0,0 1 1 0 0,0 0-1 0 0,0 0 0 0 0,0 0 1 0 0,0 0-1 0 0,0-1 1 0 0,0 1-1 0 0,0 0 1 0 0,0 0-1 0 0,0 0 1 0 0,0 0-1 0 0,-1-1 1 0 0,1 1-1 0 0,0 0 1 0 0,0 0-1 0 0,0 0 1 0 0,0 0-1 0 0,0 0 1 0 0,-1 0-1 0 0,1 0 1 0 0,0 0-1 0 0,0-1 1 0 0,0 1-1 0 0,0 0 1 0 0,-1 0-1 0 0,1 0 0 0 0,0 0 1 0 0,0 0-1 0 0,0 0 1 0 0,0 0-1 0 0,-1 0 1 0 0,1 0-1 0 0,-5 0-202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57.86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1 436 96 0 0,'9'31'71'0'0,"1"0"-1"0"0,2 0 1 0 0,1-1-1 0 0,1 0 1 0 0,2-2 0 0 0,0 1-1 0 0,2-2 1 0 0,2 0-1 0 0,0-2 1 0 0,42 42-1 0 0,-41-48-84 0 0,1-1-1 0 0,0-1 0 0 0,2-1 0 0 0,-1-1 1 0 0,2-2-1 0 0,0 0 0 0 0,0-1 0 0 0,2-2 1 0 0,-1 0-1 0 0,1-2 0 0 0,0-1 0 0 0,54 6 1 0 0,-34-10 8 0 0,0-2 0 0 0,0-2 0 0 0,0-2 0 0 0,0-2 1 0 0,-1-3-1 0 0,0-1 0 0 0,0-2 0 0 0,-1-3 0 0 0,0-1 0 0 0,-2-2 0 0 0,0-2 1 0 0,81-49-1 0 0,-88 45 59 0 0,-1-1 1 0 0,-1-1 0 0 0,-2-2 0 0 0,0-2-1 0 0,-2-1 1 0 0,-1-1 0 0 0,-2-1-1 0 0,-1-2 1 0 0,-1-1 0 0 0,-2 0-1 0 0,-1-2 1 0 0,-3 0 0 0 0,0-2-1 0 0,19-62 1 0 0,-31 78-74 0 0,-2 0 1 0 0,5-45-1 0 0,-9 60 37 0 0,-1 0 0 0 0,1 0 0 0 0,-2 0 0 0 0,1 0 0 0 0,-1 0 0 0 0,-1 0 0 0 0,1 0 0 0 0,-1 0 0 0 0,-1 0 0 0 0,1 1 0 0 0,-1-1 0 0 0,-5-9-1 0 0,6 15 27 0 0,0-1-1 0 0,0 1 0 0 0,0 0 0 0 0,0 0 0 0 0,-1-1 0 0 0,1 1 0 0 0,-1 1 1 0 0,1-1-1 0 0,-1 0 0 0 0,0 1 0 0 0,1-1 0 0 0,-1 1 0 0 0,0 0 0 0 0,0 0 1 0 0,0 0-1 0 0,0 0 0 0 0,0 0 0 0 0,0 1 0 0 0,-5-1 0 0 0,-5 1 205 0 0,0 0 0 0 0,-1 0 0 0 0,-17 4 0 0 0,-15 1 871 0 0,46-5-989 0 0,-8 0 3721 0 0,-21 11-8023 0 0,27-9 4012 0 0,0-1 0 0 0,1 1 0 0 0,-1 0 0 0 0,1-1 1 0 0,0 1-1 0 0,-1 0 0 0 0,1 0 0 0 0,0 0 0 0 0,0 0 0 0 0,0 0 0 0 0,0 0 1 0 0,1 0-1 0 0,-1 0 0 0 0,1 1 0 0 0,-1-1 0 0 0,1 0 0 0 0,0 0 1 0 0,0 0-1 0 0,-1 1 0 0 0,2-1 0 0 0,-1 0 0 0 0,0 0 0 0 0,0 1 1 0 0,1 1-1 0 0,1 4-28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6:05.02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 4 744 0 0,'-2'-3'4155'0'0,"2"4"-4049"0"0,1-1 1 0 0,-1 1 0 0 0,0 0 0 0 0,1-1-1 0 0,-1 1 1 0 0,1 0 0 0 0,-1-1 0 0 0,1 1-1 0 0,-1-1 1 0 0,1 1 0 0 0,0-1 0 0 0,-1 1-1 0 0,1-1 1 0 0,-1 0 0 0 0,1 1 0 0 0,0-1-1 0 0,-1 1 1 0 0,1-1 0 0 0,0 0 0 0 0,0 0-1 0 0,-1 0 1 0 0,3 1 0 0 0,57 13 1310 0 0,1-3 1 0 0,1-3-1 0 0,-1-2 0 0 0,72-3 1 0 0,35 3 374 0 0,-131 1-972 0 0,-37-7-791 0 0,0 1-1 0 0,1-1 1 0 0,-1 0 0 0 0,0 0 0 0 0,0 0-1 0 0,0 0 1 0 0,0 0 0 0 0,0 1-1 0 0,0-1 1 0 0,1 0 0 0 0,-1 0 0 0 0,0 0-1 0 0,0 1 1 0 0,0-1 0 0 0,0 0 0 0 0,0 0-1 0 0,0 0 1 0 0,0 0 0 0 0,0 1-1 0 0,0-1 1 0 0,0 0 0 0 0,0 0 0 0 0,0 1-1 0 0,0-1 1 0 0,0 0 0 0 0,0 0-1 0 0,0 0 1 0 0,0 0 0 0 0,0 1 0 0 0,0-1-1 0 0,0 0 1 0 0,0 0 0 0 0,-1 0-1 0 0,1 1 1 0 0,0-1 0 0 0,0 0 0 0 0,0 0-1 0 0,0 0 1 0 0,0 0 0 0 0,0 1-1 0 0,-1-1 1 0 0,1 0 0 0 0,-19 12 922 0 0,-130 52 311 0 0,-31 16-1369 0 0,157-68 240 0 0,1 1-1 0 0,0 1 1 0 0,1 1-1 0 0,0 1 1 0 0,-26 27-1 0 0,47-42-120 0 0,-1-1 0 0 0,1 1 1 0 0,-1 0-1 0 0,1-1 0 0 0,-1 1 0 0 0,1 0 0 0 0,-1-1 0 0 0,1 1 0 0 0,0 0 0 0 0,-1 0 0 0 0,1-1 0 0 0,0 1 0 0 0,0 0 0 0 0,-1 0 0 0 0,1 0 1 0 0,0-1-1 0 0,0 1 0 0 0,0 0 0 0 0,0 0 0 0 0,0 0 0 0 0,0 0 0 0 0,0-1 0 0 0,0 1 0 0 0,1 0 0 0 0,-1 0 0 0 0,0 0 0 0 0,1 0 1 0 0,18 20 168 0 0,36 8 50 0 0,-51-27-182 0 0,32 12 239 0 0,0-3-1 0 0,0 0 1 0 0,1-3 0 0 0,37 4 0 0 0,56 14-4611 0 0,-128-26 3708 0 0,-1 1 0 0 0,1-1 0 0 0,-1 0 0 0 0,0 1 0 0 0,1 0-1 0 0,-1-1 1 0 0,0 1 0 0 0,0 0 0 0 0,1 0 0 0 0,-1 0 0 0 0,0-1 0 0 0,0 1 0 0 0,0 0 0 0 0,0 1 0 0 0,1 1-1 0 0,3 19-5094 0 0,-5-15 5163 0 0,-2-1-1 0 0,1 1 1 0 0,-1-1 0 0 0,0 1 0 0 0,-5 10-1 0 0,2-6 315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8:28.81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250 193 132 0 0,'-9'-4'1258'0'0,"6"3"-976"0"0,0 0 0 0 0,0 0 0 0 0,0-1 0 0 0,1 1 0 0 0,-1 0 0 0 0,0-1 0 0 0,1 0 0 0 0,-1 0 0 0 0,1 0 0 0 0,-1 0 0 0 0,1 0 0 0 0,0 0 0 0 0,0 0 0 0 0,0-1 0 0 0,0 1 0 0 0,0-1 1 0 0,1 0-1 0 0,-1 1 0 0 0,1-1 0 0 0,-1 0 0 0 0,0-4 0 0 0,1 5-254 0 0,0 1 0 0 0,0-1 0 0 0,1 1 0 0 0,-1-1 0 0 0,0 0 0 0 0,1 1 0 0 0,0-1 0 0 0,-1 0 0 0 0,1 1 0 0 0,0-1 1 0 0,0 0-1 0 0,0 0 0 0 0,0 1 0 0 0,0-1 0 0 0,0 0 0 0 0,0 0 0 0 0,0 1 0 0 0,1-1 0 0 0,-1 0 0 0 0,1 1 0 0 0,-1-1 0 0 0,1 0 0 0 0,0 1 0 0 0,0-1 1 0 0,0 1-1 0 0,1-3 0 0 0,0 3-4 0 0,0 0 1 0 0,1 0 0 0 0,-1 1-1 0 0,0-1 1 0 0,1 0 0 0 0,-1 1-1 0 0,0 0 1 0 0,1-1-1 0 0,-1 1 1 0 0,0 0 0 0 0,1 0-1 0 0,-1 0 1 0 0,0 0 0 0 0,1 1-1 0 0,-1-1 1 0 0,1 1 0 0 0,-1 0-1 0 0,0-1 1 0 0,3 2-1 0 0,2 0 57 0 0,1 1-1 0 0,-1 0 1 0 0,0 1-1 0 0,0-1 0 0 0,0 1 1 0 0,0 0-1 0 0,-1 1 1 0 0,0 0-1 0 0,8 7 0 0 0,-12-10-1 0 0,-1-1 0 0 0,1 1-1 0 0,0 0 1 0 0,-1-1-1 0 0,0 1 1 0 0,0 0 0 0 0,1 0-1 0 0,-1 0 1 0 0,0 0 0 0 0,-1 1-1 0 0,1-1 1 0 0,0 0-1 0 0,0 0 1 0 0,-1 0 0 0 0,0 1-1 0 0,1-1 1 0 0,-1 0-1 0 0,0 1 1 0 0,0-1 0 0 0,0 0-1 0 0,0 0 1 0 0,-1 1-1 0 0,1-1 1 0 0,-1 0 0 0 0,1 1-1 0 0,-1-1 1 0 0,0 0-1 0 0,0 0 1 0 0,1 0 0 0 0,-2 0-1 0 0,1 0 1 0 0,0 0-1 0 0,0 0 1 0 0,-1 0 0 0 0,-1 1-1 0 0,0 0 18 0 0,0-1 0 0 0,0 0 0 0 0,0 0 0 0 0,0 0 0 0 0,0 0 0 0 0,0-1-1 0 0,-1 0 1 0 0,1 1 0 0 0,-1-1 0 0 0,1 0 0 0 0,-1-1 0 0 0,1 1 0 0 0,-1 0 0 0 0,1-1 0 0 0,-1 0 0 0 0,0 0 0 0 0,1 0-1 0 0,-1 0 1 0 0,1-1 0 0 0,-1 0 0 0 0,-4-1 0 0 0,-3 0-86 0 0,1 0 0 0 0,-1-1 0 0 0,0-1 0 0 0,1 0 0 0 0,-17-9 0 0 0,22 10-38 0 0,1-1 1 0 0,0 1 0 0 0,-1-1-1 0 0,2 0 1 0 0,-1 0 0 0 0,0 0-1 0 0,1 0 1 0 0,0 0 0 0 0,0-1 0 0 0,0 0-1 0 0,0 1 1 0 0,1-1 0 0 0,0 0-1 0 0,0 0 1 0 0,0-1 0 0 0,1 1-1 0 0,0 0 1 0 0,0-1 0 0 0,0 1-1 0 0,0 0 1 0 0,1-1 0 0 0,0 1-1 0 0,0-1 1 0 0,1-5 0 0 0,0 7 39 0 0,-1 1-1 0 0,1-1 1 0 0,0 0 0 0 0,0 1-1 0 0,0-1 1 0 0,0 1 0 0 0,1-1 0 0 0,0 1-1 0 0,-1 0 1 0 0,1-1 0 0 0,0 1-1 0 0,1 0 1 0 0,-1 0 0 0 0,0 0-1 0 0,1 1 1 0 0,0-1 0 0 0,0 1 0 0 0,0-1-1 0 0,0 1 1 0 0,0 0 0 0 0,0 0-1 0 0,0 0 1 0 0,1 0 0 0 0,-1 1 0 0 0,0-1-1 0 0,1 1 1 0 0,0 0 0 0 0,-1 0-1 0 0,1 0 1 0 0,0 1 0 0 0,-1-1 0 0 0,1 1-1 0 0,0 0 1 0 0,0 0 0 0 0,4 1-1 0 0,2 0-39 0 0,-1 1 0 0 0,0 0-1 0 0,0 0 1 0 0,1 1 0 0 0,-2 0-1 0 0,1 1 1 0 0,0 0 0 0 0,-1 0-1 0 0,1 1 1 0 0,-1 0 0 0 0,-1 0-1 0 0,1 1 1 0 0,-1 0 0 0 0,11 12 0 0 0,-13-14 54 0 0,-2 0 1 0 0,1 1 0 0 0,-1-1 0 0 0,1 1 0 0 0,-1 0 0 0 0,0-1 0 0 0,-1 2 0 0 0,1-1 0 0 0,-1 0 0 0 0,0 0-1 0 0,-1 1 1 0 0,1-1 0 0 0,-1 1 0 0 0,0-1 0 0 0,0 1 0 0 0,-1 0 0 0 0,1-1 0 0 0,-1 1 0 0 0,-1 0 0 0 0,1-1-1 0 0,-1 1 1 0 0,0-1 0 0 0,0 1 0 0 0,0 0 0 0 0,-4 7 0 0 0,3-10 54 0 0,0-1-1 0 0,0 1 1 0 0,-1 0-1 0 0,1-1 1 0 0,-1 1-1 0 0,1-1 1 0 0,-1 0 0 0 0,0 0-1 0 0,0 0 1 0 0,0 0-1 0 0,0 0 1 0 0,0-1-1 0 0,0 0 1 0 0,0 1-1 0 0,0-1 1 0 0,-1 0 0 0 0,1 0-1 0 0,-1-1 1 0 0,1 1-1 0 0,0-1 1 0 0,-1 0-1 0 0,1 0 1 0 0,-1 0-1 0 0,1 0 1 0 0,-1 0 0 0 0,-3-2-1 0 0,-4 1-59 0 0,1 0 1 0 0,0-1-1 0 0,-1 0 0 0 0,1-1 0 0 0,0 0 0 0 0,0-1 1 0 0,-14-8-1 0 0,20 10-62 0 0,0 0 0 0 0,1-1-1 0 0,-1 0 1 0 0,1 0 0 0 0,0 0 0 0 0,0 0 0 0 0,0 0 0 0 0,0-1-1 0 0,1 1 1 0 0,-1-1 0 0 0,1 0 0 0 0,0 0 0 0 0,0 0 0 0 0,0 0-1 0 0,0 0 1 0 0,1 0 0 0 0,0 0 0 0 0,0-1 0 0 0,0 1 0 0 0,0 0-1 0 0,1-1 1 0 0,-1 1 0 0 0,1-1 0 0 0,1-5 0 0 0,-1 7 51 0 0,1 0 0 0 0,0-1 1 0 0,0 1-1 0 0,0 0 0 0 0,0 0 1 0 0,0 0-1 0 0,1 0 0 0 0,-1 0 1 0 0,1 1-1 0 0,0-1 0 0 0,0 0 0 0 0,0 1 1 0 0,0-1-1 0 0,0 1 0 0 0,1 0 1 0 0,-1-1-1 0 0,1 1 0 0 0,-1 0 1 0 0,1 1-1 0 0,0-1 0 0 0,0 0 1 0 0,-1 1-1 0 0,1 0 0 0 0,0-1 0 0 0,1 1 1 0 0,-1 0-1 0 0,0 1 0 0 0,0-1 1 0 0,0 1-1 0 0,1-1 0 0 0,-1 1 1 0 0,0 0-1 0 0,5 0 0 0 0,-3 0-21 0 0,1 1-1 0 0,-1 0 1 0 0,1 0-1 0 0,-1 0 1 0 0,1 0 0 0 0,-1 1-1 0 0,0 0 1 0 0,0 0-1 0 0,1 0 1 0 0,-1 1 0 0 0,-1-1-1 0 0,1 1 1 0 0,0 1-1 0 0,-1-1 1 0 0,1 0-1 0 0,-1 1 1 0 0,0 0 0 0 0,5 7-1 0 0,-7-8 42 0 0,1 0 0 0 0,-1 0 0 0 0,0 1 0 0 0,0-1 0 0 0,-1 1 0 0 0,1-1 0 0 0,-1 1 0 0 0,0 0 0 0 0,0 0 0 0 0,0-1 0 0 0,0 1 0 0 0,0 0 0 0 0,-1 0 0 0 0,0 0 0 0 0,0 0 0 0 0,0 0 0 0 0,0 0 0 0 0,-1 0 0 0 0,1-1 0 0 0,-1 1 0 0 0,0 0 0 0 0,0 0 0 0 0,-1 0 0 0 0,1-1 1 0 0,-1 1-1 0 0,0-1 0 0 0,-2 5 0 0 0,1-5 41 0 0,1 1 0 0 0,-1-1 0 0 0,1 0 0 0 0,-1 0 0 0 0,0 0 0 0 0,-1-1 0 0 0,1 1 0 0 0,0-1 0 0 0,-1 1 0 0 0,1-1 0 0 0,-1 0 0 0 0,0 0 0 0 0,1-1 0 0 0,-1 1 0 0 0,0-1 0 0 0,-5 1 0 0 0,1 0-14 0 0,0-1 1 0 0,0-1-1 0 0,0 1 1 0 0,0-1 0 0 0,-1 0-1 0 0,1-1 1 0 0,0 0 0 0 0,-8-2-1 0 0,6 1-138 0 0,0 0 0 0 0,0-1 0 0 0,0-1 0 0 0,1 1 0 0 0,0-2 0 0 0,-1 1 0 0 0,1-1 0 0 0,1-1 0 0 0,-1 1 0 0 0,1-1-1 0 0,0-1 1 0 0,0 0 0 0 0,-10-12 0 0 0,16 16 77 0 0,0 1-1 0 0,0-1 1 0 0,1 1-1 0 0,-1-1 1 0 0,1 0-1 0 0,0 0 1 0 0,0 0-1 0 0,0 1 0 0 0,0-1 1 0 0,0 0-1 0 0,1 0 1 0 0,-1 0-1 0 0,1 0 1 0 0,0 0-1 0 0,0 0 1 0 0,0 0-1 0 0,0-1 1 0 0,1 1-1 0 0,-1 0 1 0 0,1 0-1 0 0,0 1 1 0 0,-1-1-1 0 0,1 0 1 0 0,1 0-1 0 0,-1 0 0 0 0,0 0 1 0 0,1 1-1 0 0,-1-1 1 0 0,1 1-1 0 0,0-1 1 0 0,0 1-1 0 0,0 0 1 0 0,0 0-1 0 0,0-1 1 0 0,4-1-1 0 0,-3 2 16 0 0,0 0-1 0 0,0 0 1 0 0,0 0 0 0 0,0 1-1 0 0,1-1 1 0 0,-1 1 0 0 0,0 0-1 0 0,1 0 1 0 0,-1 0 0 0 0,1 0-1 0 0,-1 1 1 0 0,1-1-1 0 0,-1 1 1 0 0,1 0 0 0 0,0 0-1 0 0,-1 0 1 0 0,1 0 0 0 0,-1 1-1 0 0,1 0 1 0 0,-1 0 0 0 0,1 0-1 0 0,-1 0 1 0 0,0 0-1 0 0,1 0 1 0 0,-1 1 0 0 0,0 0-1 0 0,0 0 1 0 0,0 0 0 0 0,0 0-1 0 0,3 2 1 0 0,-2 0 6 0 0,-1 0 0 0 0,1 1 0 0 0,-1-1-1 0 0,0 1 1 0 0,0-1 0 0 0,0 1 0 0 0,-1 0 0 0 0,1 0 0 0 0,-1 0 0 0 0,0 1 0 0 0,-1-1-1 0 0,1 0 1 0 0,-1 1 0 0 0,0-1 0 0 0,-1 1 0 0 0,1-1 0 0 0,-1 1 0 0 0,0-1 0 0 0,-2 12 0 0 0,2-14-21 0 0,-1 1 0 0 0,1-1 0 0 0,-1 0 0 0 0,0 1 0 0 0,0-1 1 0 0,0 0-1 0 0,-1 0 0 0 0,1 0 0 0 0,-1 0 0 0 0,0 0 1 0 0,0 0-1 0 0,0 0 0 0 0,0 0 0 0 0,0-1 0 0 0,-1 1 1 0 0,1-1-1 0 0,-1 0 0 0 0,0 0 0 0 0,1 0 0 0 0,-1 0 1 0 0,0 0-1 0 0,0 0 0 0 0,0-1 0 0 0,0 0 0 0 0,-1 1 1 0 0,1-1-1 0 0,0 0 0 0 0,-1-1 0 0 0,1 1 0 0 0,0 0 1 0 0,-1-1-1 0 0,-5 0 0 0 0,2 0-79 0 0,1 0 1 0 0,-1-1-1 0 0,1 0 0 0 0,-1 0 1 0 0,1-1-1 0 0,-1 0 1 0 0,1 0-1 0 0,0 0 0 0 0,0-1 1 0 0,0 1-1 0 0,0-2 0 0 0,0 1 1 0 0,1-1-1 0 0,-1 1 1 0 0,-6-8-1 0 0,10 9 36 0 0,0 0 0 0 0,1 0 0 0 0,-1 0 0 0 0,1 0 0 0 0,-1-1 0 0 0,1 1 0 0 0,0 0 0 0 0,0-1 0 0 0,0 1 0 0 0,0-1 0 0 0,0 1 0 0 0,0-1 0 0 0,1 1 1 0 0,-1-1-1 0 0,1 0 0 0 0,0-4 0 0 0,0 4 34 0 0,1-1 0 0 0,0 0 0 0 0,0 1 0 0 0,0-1 1 0 0,0 1-1 0 0,1-1 0 0 0,-1 1 0 0 0,1-1 0 0 0,0 1 0 0 0,0 0 1 0 0,0 0-1 0 0,1 0 0 0 0,-1 0 0 0 0,0 0 0 0 0,4-2 0 0 0,2-2 49 0 0,0 1 0 0 0,0 0 0 0 0,0 0 0 0 0,1 1 0 0 0,0 0 0 0 0,0 0 0 0 0,1 1-1 0 0,-1 0 1 0 0,1 1 0 0 0,0 0 0 0 0,0 1 0 0 0,11-2 0 0 0,-13 2-22 0 0,-1 1 0 0 0,1 1 0 0 0,0-1 0 0 0,0 1 0 0 0,0 1 1 0 0,0 0-1 0 0,0 0 0 0 0,0 0 0 0 0,-1 1 0 0 0,1 0 0 0 0,0 0 0 0 0,-1 1 1 0 0,0 0-1 0 0,1 1 0 0 0,-1-1 0 0 0,7 6 0 0 0,-12-7-5 0 0,0-1 0 0 0,0 1 0 0 0,0-1 1 0 0,0 1-1 0 0,0 0 0 0 0,0 0 0 0 0,-1 0 0 0 0,1 0 0 0 0,-1 0 0 0 0,0 0 0 0 0,1 0 0 0 0,-1 0 0 0 0,0 1 1 0 0,0-1-1 0 0,0 0 0 0 0,-1 1 0 0 0,1-1 0 0 0,-1 1 0 0 0,1-1 0 0 0,-1 1 0 0 0,0-1 0 0 0,0 1 0 0 0,0-1 1 0 0,0 1-1 0 0,0-1 0 0 0,0 1 0 0 0,-1-1 0 0 0,1 1 0 0 0,-1-1 0 0 0,0 1 0 0 0,0-1 0 0 0,0 0 0 0 0,0 1 0 0 0,0-1 1 0 0,-2 3-1 0 0,0-1 33 0 0,0 0 0 0 0,0 0 1 0 0,0-1-1 0 0,-1 1 1 0 0,1-1-1 0 0,-1 0 1 0 0,0 0-1 0 0,1-1 0 0 0,-1 1 1 0 0,-1-1-1 0 0,1 1 1 0 0,0-1-1 0 0,0-1 0 0 0,-1 1 1 0 0,1-1-1 0 0,-1 1 1 0 0,-9 0-1 0 0,-2-1 46 0 0,-1 0 1 0 0,0-2-1 0 0,1 0 1 0 0,-19-3-1 0 0,29 2-162 0 0,-1 1-1 0 0,0-1 1 0 0,1 0-1 0 0,0 0 0 0 0,-1-1 1 0 0,1 0-1 0 0,0 0 1 0 0,0 0-1 0 0,1-1 0 0 0,-1 0 1 0 0,1 0-1 0 0,-9-8 1 0 0,12 10 62 0 0,1 0 1 0 0,0 1 0 0 0,0-1-1 0 0,0 0 1 0 0,1 0 0 0 0,-1 0-1 0 0,0 1 1 0 0,1-1 0 0 0,-1 0-1 0 0,1 0 1 0 0,-1 0 0 0 0,1 0-1 0 0,0 0 1 0 0,0 0-1 0 0,0 0 1 0 0,0 0 0 0 0,0 0-1 0 0,1 0 1 0 0,-1 0 0 0 0,1 0-1 0 0,-1 0 1 0 0,1 0 0 0 0,-1 0-1 0 0,1 0 1 0 0,0 1 0 0 0,0-1-1 0 0,0 0 1 0 0,0 0 0 0 0,0 1-1 0 0,1-1 1 0 0,-1 1 0 0 0,0-1-1 0 0,1 1 1 0 0,1-2 0 0 0,3-3 68 0 0,-1 1 0 0 0,1 0 0 0 0,0 0 0 0 0,1 1 0 0 0,-1 0 0 0 0,1 0 0 0 0,12-6 0 0 0,-12 8-31 0 0,1-1 0 0 0,0 1 0 0 0,0 1 0 0 0,1-1 0 0 0,-1 1 0 0 0,0 1 0 0 0,0-1 0 0 0,1 2 0 0 0,-1-1 0 0 0,0 1 0 0 0,0 0 0 0 0,0 1 0 0 0,15 4 0 0 0,-20-5-23 0 0,0 0 1 0 0,0 1 0 0 0,0-1 0 0 0,0 1-1 0 0,0 0 1 0 0,-1 0 0 0 0,1 0 0 0 0,-1 0 0 0 0,1 0-1 0 0,-1 0 1 0 0,0 1 0 0 0,0-1 0 0 0,0 1-1 0 0,0 0 1 0 0,0-1 0 0 0,0 1 0 0 0,-1 0 0 0 0,1 0-1 0 0,-1 0 1 0 0,0 0 0 0 0,0 0 0 0 0,0 1-1 0 0,-1-1 1 0 0,1 0 0 0 0,-1 0 0 0 0,1 1 0 0 0,-1-1-1 0 0,0 0 1 0 0,0 1 0 0 0,-1-1 0 0 0,1 0-1 0 0,-1 0 1 0 0,1 0 0 0 0,-1 1 0 0 0,0-1-1 0 0,-2 5 1 0 0,1-4-20 0 0,-1-1 0 0 0,1 1-1 0 0,0-1 1 0 0,-1 1 0 0 0,0-1-1 0 0,1 0 1 0 0,-1 0 0 0 0,-1 0-1 0 0,1-1 1 0 0,0 1 0 0 0,-1-1 0 0 0,1 1-1 0 0,-1-1 1 0 0,0 0 0 0 0,1-1-1 0 0,-1 1 1 0 0,0 0 0 0 0,0-1-1 0 0,-1 0 1 0 0,1 0 0 0 0,0-1-1 0 0,0 1 1 0 0,0-1 0 0 0,-6 0-1 0 0,1 1-46 0 0,1 0-1 0 0,-1-1 0 0 0,0 0 0 0 0,0-1 0 0 0,1 0 0 0 0,-1-1 0 0 0,1 1 0 0 0,-1-1 0 0 0,1-1 0 0 0,-16-7 0 0 0,22 9 41 0 0,0 0-1 0 0,0 0 0 0 0,0 0 0 0 0,0-1 0 0 0,0 1 0 0 0,0 0 1 0 0,1-1-1 0 0,-1 0 0 0 0,1 1 0 0 0,-1-1 0 0 0,1 0 0 0 0,0 0 0 0 0,-1 0 1 0 0,1 0-1 0 0,0 0 0 0 0,0 0 0 0 0,1 0 0 0 0,-1 0 0 0 0,0 0 1 0 0,1 0-1 0 0,-1-1 0 0 0,1 1 0 0 0,0 0 0 0 0,-1 0 0 0 0,1-1 0 0 0,0 1 1 0 0,1 0-1 0 0,-1-1 0 0 0,0 1 0 0 0,1 0 0 0 0,-1 0 0 0 0,1 0 1 0 0,-1-1-1 0 0,1 1 0 0 0,0 0 0 0 0,0 0 0 0 0,0 0 0 0 0,0 0 1 0 0,1 0-1 0 0,-1 1 0 0 0,0-1 0 0 0,4-3 0 0 0,-1 0 51 0 0,1 0-1 0 0,0 0 1 0 0,0 0-1 0 0,0 0 1 0 0,1 1-1 0 0,0-1 1 0 0,0 2-1 0 0,0-1 1 0 0,0 1-1 0 0,0 0 1 0 0,1 0-1 0 0,12-4 1 0 0,-10 6-8 0 0,0-1 0 0 0,0 2 0 0 0,0-1 0 0 0,-1 1 1 0 0,1 1-1 0 0,0-1 0 0 0,0 2 0 0 0,0-1 0 0 0,-1 1 0 0 0,9 3 1 0 0,-13-4-12 0 0,-1 0 1 0 0,0 1 0 0 0,0-1 0 0 0,0 1-1 0 0,0-1 1 0 0,0 1 0 0 0,0 0 0 0 0,0 1-1 0 0,0-1 1 0 0,-1 0 0 0 0,1 1-1 0 0,-1-1 1 0 0,0 1 0 0 0,0 0 0 0 0,0 0-1 0 0,0 0 1 0 0,0 0 0 0 0,-1 0 0 0 0,1 0-1 0 0,-1 0 1 0 0,0 0 0 0 0,0 1-1 0 0,0-1 1 0 0,0 0 0 0 0,-1 1 0 0 0,1-1-1 0 0,-1 7 1 0 0,0-9-2 0 0,0 0 0 0 0,-1 1 0 0 0,1-1-1 0 0,-1 0 1 0 0,0 0 0 0 0,1 0 0 0 0,-1 0 0 0 0,0 0 0 0 0,1 0-1 0 0,-1 0 1 0 0,0 0 0 0 0,0 0 0 0 0,0 0 0 0 0,0-1-1 0 0,0 1 1 0 0,0 0 0 0 0,0-1 0 0 0,0 1 0 0 0,0 0 0 0 0,-1-1-1 0 0,1 1 1 0 0,0-1 0 0 0,0 0 0 0 0,0 1 0 0 0,-1-1-1 0 0,1 0 1 0 0,0 0 0 0 0,0 0 0 0 0,-3 0 0 0 0,-43 3 483 0 0,41-3-421 0 0,-5 0-66 0 0,-1 0 0 0 0,1-1 0 0 0,0 0-1 0 0,0-1 1 0 0,0 0 0 0 0,-15-5 0 0 0,22 4 65 0 0,-1 0 215 0 0,3 2-2951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12.89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134 270 24 0 0,'-22'45'940'0'0,"6"-16"242"0"0,2 1 0 0 0,2 1 0 0 0,-15 52 1 0 0,15-36-898 0 0,3-13-38 0 0,2 0-1 0 0,1 1 0 0 0,-3 52 0 0 0,9-86-242 0 0,23-32 30 0 0,-10 0-7 0 0,-2-1 0 0 0,-1 0 0 0 0,-1 0 0 0 0,-2-1 0 0 0,5-54 0 0 0,4-18 85 0 0,-1 25 8 0 0,-10 42-6 0 0,2 0 1 0 0,1 1-1 0 0,3 0 0 0 0,25-63 1 0 0,-36 99-110 0 0,0 1 0 0 0,1-1 0 0 0,-1 0 1 0 0,0 1-1 0 0,0-1 0 0 0,1 1 1 0 0,-1-1-1 0 0,0 0 0 0 0,1 1 0 0 0,-1-1 1 0 0,0 1-1 0 0,1-1 0 0 0,-1 1 0 0 0,1-1 1 0 0,-1 1-1 0 0,1 0 0 0 0,-1-1 0 0 0,1 1 1 0 0,0 0-1 0 0,-1-1 0 0 0,1 1 0 0 0,-1 0 1 0 0,1-1-1 0 0,0 1 0 0 0,-1 0 0 0 0,1 0 1 0 0,0 0-1 0 0,-1 0 0 0 0,1 0 0 0 0,-1 0 1 0 0,1 0-1 0 0,0 0 0 0 0,-1 0 0 0 0,1 0 1 0 0,0 0-1 0 0,-1 0 0 0 0,1 0 0 0 0,1 1 1 0 0,0 0 23 0 0,0 1 1 0 0,0-1 0 0 0,0 1-1 0 0,0 0 1 0 0,0 0-1 0 0,0 0 1 0 0,-1 0 0 0 0,1 1-1 0 0,-1-1 1 0 0,2 3 0 0 0,29 68 685 0 0,-31-69-647 0 0,84 263 2519 0 0,-22-65-807 0 0,10 48-193 0 0,-54-181-1645 0 0,-31-80-8727 0 0,-22-13 5541 0 0,21 15 2112 0 0,-53-43-555 0 0,47 37 1454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13.07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1 212 0 0,'6'6'968'0'0,"1"-1"1"0"0,0 1-1 0 0,0-1 1 0 0,1-1-1 0 0,-1 0 0 0 0,15 7 1 0 0,-13-7-616 0 0,12 6 155 0 0,0-1 0 0 0,1 0 0 0 0,0-2-1 0 0,1-1 1 0 0,0 0 0 0 0,32 3 0 0 0,78-3-3588 0 0,-123-6 2546 0 0,1 1 0 0 0,0 0 0 0 0,-1 0 0 0 0,1 1 0 0 0,-1 0 0 0 0,1 1-1 0 0,-1 0 1 0 0,0 1 0 0 0,0 0 0 0 0,0 0 0 0 0,-1 1 0 0 0,0 0 0 0 0,17 13-1 0 0,-10-5 258 0 0</inkml:trace>
  <inkml:trace contextRef="#ctx0" brushRef="#br0" timeOffset="1">801 367 12 0 0,'18'5'4024'0'0,"-26"-22"495"0"0,3 6-5210 0 0,-15-29 1913 0 0,2-2 0 0 0,-18-62 0 0 0,6 16 2691 0 0,30 87-3734 0 0,0 0-1 0 0,0 0 0 0 0,0 1 0 0 0,1-1 0 0 0,-1 0 0 0 0,0 0 0 0 0,0 1 0 0 0,1-1 0 0 0,-1 0 1 0 0,1 0-1 0 0,-1 1 0 0 0,0-1 0 0 0,1 0 0 0 0,-1 1 0 0 0,1-1 0 0 0,0 1 0 0 0,-1-1 0 0 0,1 1 1 0 0,-1-1-1 0 0,1 1 0 0 0,0-1 0 0 0,-1 1 0 0 0,1-1 0 0 0,0 1 0 0 0,0 0 0 0 0,-1-1 0 0 0,1 1 1 0 0,0 0-1 0 0,0 0 0 0 0,-1 0 0 0 0,1 0 0 0 0,0 0 0 0 0,0-1 0 0 0,0 1 0 0 0,-1 1 1 0 0,1-1-1 0 0,0 0 0 0 0,0 0 0 0 0,1 0 0 0 0,44-1 595 0 0,-40 1-362 0 0,56 2 133 0 0,-25-1-2315 0 0,44-4-1 0 0,-65 1-1271 0 0,-1 0-1 0 0,0-1 1 0 0,19-7-1 0 0,-25 6 1440 0 0,56-13-4900 0 0,-58 17 6161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13.90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235 47 84 0 0,'3'-3'4681'0'0,"-9"1"-4485"0"0,0 1 0 0 0,0 1-1 0 0,0-1 1 0 0,0 1 0 0 0,0 0-1 0 0,0 0 1 0 0,0 1 0 0 0,1 0 0 0 0,-10 2-1 0 0,12-3-67 0 0,-9 2 135 0 0,1 0 1 0 0,-1 1-1 0 0,1 0 1 0 0,0 1-1 0 0,0 0 1 0 0,0 1-1 0 0,1 0 1 0 0,-1 1-1 0 0,-13 10 1 0 0,21-13-230 0 0,-1 0 1 0 0,1 0 0 0 0,-1 0-1 0 0,1 1 1 0 0,0 0 0 0 0,0-1-1 0 0,1 1 1 0 0,-1 0 0 0 0,1 0 0 0 0,0 1-1 0 0,0-1 1 0 0,0 0 0 0 0,1 1-1 0 0,-1-1 1 0 0,1 1 0 0 0,0-1 0 0 0,0 1-1 0 0,1 0 1 0 0,-1-1 0 0 0,1 1-1 0 0,0 0 1 0 0,1-1 0 0 0,-1 1 0 0 0,1 0-1 0 0,0-1 1 0 0,1 6 0 0 0,-1-5-26 0 0,0-1 1 0 0,1 1-1 0 0,-1-1 0 0 0,1 1 1 0 0,0-1-1 0 0,0 1 1 0 0,1-1-1 0 0,-1 0 1 0 0,1 0-1 0 0,0 0 1 0 0,0-1-1 0 0,0 1 0 0 0,0-1 1 0 0,1 1-1 0 0,0-1 1 0 0,-1 0-1 0 0,1-1 1 0 0,0 1-1 0 0,0 0 1 0 0,1-1-1 0 0,-1 0 0 0 0,0 0 1 0 0,1-1-1 0 0,0 1 1 0 0,-1-1-1 0 0,1 0 1 0 0,0 0-1 0 0,-1 0 0 0 0,1-1 1 0 0,0 1-1 0 0,0-1 1 0 0,0-1-1 0 0,-1 1 1 0 0,7-2-1 0 0,-1 1 3 0 0,0-1 1 0 0,0-1-1 0 0,0 0 0 0 0,0 0 0 0 0,-1-1 1 0 0,1 0-1 0 0,-1-1 0 0 0,0 0 1 0 0,-1 0-1 0 0,1-1 0 0 0,-1 0 0 0 0,0 0 1 0 0,0-1-1 0 0,-1 0 0 0 0,9-12 0 0 0,-8 8 17 0 0,0-2 0 0 0,-1 1-1 0 0,-1-1 1 0 0,0 0 0 0 0,-1 0-1 0 0,0-1 1 0 0,-1 1 0 0 0,-1-1-1 0 0,3-16 1 0 0,-1-37 5039 0 0,-7 87-3998 0 0,0-1 0 0 0,-2 1 0 0 0,-6 22 1 0 0,-3 17-669 0 0,5 1 26 0 0,2 1-1 0 0,3-1 1 0 0,2 1 0 0 0,14 110-1 0 0,-4-115-2636 0 0,18 61-1 0 0,-58-172-16063 0 0,22 43 18017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14.22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72 42 144 0 0,'-41'-31'1099'0'0,"11"20"12277"0"0,36 13-9635 0 0,24 4-1118 0 0,31 4-528 0 0,83 2 1 0 0,-75-14-4795 0 0,1-5-3675 0 0,-59 6 4586 0 0,1-1 1 0 0,-1 1 0 0 0,1 1-1 0 0,-1 0 1 0 0,1 1 0 0 0,20 4-1 0 0,-25-4 1421 0 0,-1 1-1 0 0,0 1 1 0 0,1-1-1 0 0,-1 1 1 0 0,-1 0-1 0 0,1 1 1 0 0,0-1 0 0 0,6 6-1 0 0,-3-1 102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11.69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38 42 120 0 0,'-2'-8'76'0'0,"-2"0"-32"0"0,3 0-24 0 0,-3 2-8 0 0,1 1-4 0 0,-3 0-4 0 0,3 4-4 0 0,-3 2 4 0 0,3 1-4 0 0,1 1-68 0 0,-2 2-84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12.12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275 73 4 0 0,'6'-25'-1497'0'0,"1"-13"6969"0"0,-5 29 842 0 0,-7 41-3621 0 0,-7 38-2298 0 0,-3-1 1 0 0,-46 128 0 0 0,-75 123 1442 0 0,97-232-451 0 0,31-74-993 0 0,6-11-242 0 0,0 0 1 0 0,1 0-1 0 0,-1 0 0 0 0,1 0 0 0 0,0 0 0 0 0,-1 0 0 0 0,1 1 1 0 0,0 4-1 0 0,4-7-175 0 0,1 0 1 0 0,0 0 0 0 0,0 0-1 0 0,0 0 1 0 0,0-1-1 0 0,0 0 1 0 0,0 0 0 0 0,0 0-1 0 0,7-1 1 0 0,-7 1-11 0 0,30-1-240 0 0,1-2-1 0 0,-1-2 1 0 0,63-16 0 0 0,97-41-32 0 0,-158 47 521 0 0,-1-1 0 0 0,0-2 0 0 0,-1-1 1 0 0,-1-2-1 0 0,-1-1 0 0 0,-1-2 0 0 0,30-29 0 0 0,-57 59 1658 0 0,-5 15-1082 0 0,-4 21-73 0 0,-18 54 1336 0 0,-45 117-1 0 0,-16 63-2034 0 0,83-274 163 0 0,-4 26 71 0 0,2 14-8889 0 0,4-41 8234 0 0,-1 0-1 0 0,0 0 1 0 0,0 0-1 0 0,0 0 1 0 0,1 0-1 0 0,-1 0 1 0 0,0 0-1 0 0,1 0 1 0 0,-1 0-1 0 0,1 0 1 0 0,-1 0-1 0 0,1 0 1 0 0,-1-1-1 0 0,1 1 1 0 0,0 0-1 0 0,-1 0 1 0 0,1-1-1 0 0,0 1 1 0 0,0 0-1 0 0,-1-1 1 0 0,1 1-1 0 0,0-1 1 0 0,1 1-1 0 0,0 0 15 0 0,1-1-1 0 0,-1 0 0 0 0,0 0 0 0 0,0 0 0 0 0,1 0 0 0 0,-1 0 0 0 0,0 0 1 0 0,0-1-1 0 0,0 1 0 0 0,0-1 0 0 0,1 1 0 0 0,-1-1 0 0 0,0 0 1 0 0,0 0-1 0 0,2-2 0 0 0,55-27-1958 0 0,-41 21 2049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16.96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75 6 60 0 0,'-1'0'50'0'0,"0"-1"1"0"0,0 0-1 0 0,0 1 0 0 0,0-1 1 0 0,0 1-1 0 0,0-1 1 0 0,0 1-1 0 0,0-1 0 0 0,0 1 1 0 0,-1 0-1 0 0,1-1 0 0 0,0 1 1 0 0,0 0-1 0 0,0 0 0 0 0,-1 0 1 0 0,1 0-1 0 0,0 0 0 0 0,0 0 1 0 0,0 1-1 0 0,-1-1 1 0 0,1 0-1 0 0,0 0 0 0 0,0 1 1 0 0,0-1-1 0 0,0 1 0 0 0,0-1 1 0 0,0 1-1 0 0,-1 0 0 0 0,1-1 1 0 0,1 1-1 0 0,-1 0 1 0 0,0 0-1 0 0,0-1 0 0 0,0 1 1 0 0,0 0-1 0 0,0 0 0 0 0,1 0 1 0 0,-2 2-1 0 0,-2 2-22 0 0,1-1-1 0 0,0 1 1 0 0,0 0-1 0 0,1 0 1 0 0,-1 0 0 0 0,1 0-1 0 0,-2 5 1 0 0,1 5-16 0 0,1 0-1 0 0,0 0 1 0 0,1 0 0 0 0,1 1-1 0 0,0-1 1 0 0,1 0 0 0 0,0 0-1 0 0,2 0 1 0 0,-1 0 0 0 0,2 0 0 0 0,0-1-1 0 0,1 0 1 0 0,0 1 0 0 0,1-2-1 0 0,1 1 1 0 0,0-1 0 0 0,1 0-1 0 0,0 0 1 0 0,1-1 0 0 0,1 0 0 0 0,0 0-1 0 0,0-1 1 0 0,1-1 0 0 0,0 0-1 0 0,1 0 1 0 0,0-1 0 0 0,1-1-1 0 0,0 0 1 0 0,0 0 0 0 0,20 7 0 0 0,-28-13-15 0 0,-1-1 1 0 0,1 0 0 0 0,0 0 0 0 0,-1 0 0 0 0,1 0 0 0 0,0-1-1 0 0,0 0 1 0 0,-1 0 0 0 0,1 0 0 0 0,0-1 0 0 0,0 1 0 0 0,-1-1-1 0 0,1 0 1 0 0,-1 0 0 0 0,1-1 0 0 0,-1 1 0 0 0,1-1-1 0 0,-1 0 1 0 0,0 0 0 0 0,1-1 0 0 0,-1 1 0 0 0,-1-1 0 0 0,1 0-1 0 0,0 0 1 0 0,5-6 0 0 0,-2 1-20 0 0,-1 0 1 0 0,0 0-1 0 0,0 0 0 0 0,0-1 0 0 0,-1 0 0 0 0,-1 0 1 0 0,1 0-1 0 0,-1 0 0 0 0,-1-1 0 0 0,0 0 0 0 0,2-13 1 0 0,-4 22 12 0 0,-1-1 1 0 0,0 1 0 0 0,0-1 0 0 0,0 1 0 0 0,0-1 0 0 0,-1 1-1 0 0,1-1 1 0 0,0 1 0 0 0,0-1 0 0 0,-1 1 0 0 0,1-1 0 0 0,-1 1-1 0 0,0-1 1 0 0,1 1 0 0 0,-1 0 0 0 0,0-1 0 0 0,0 1 0 0 0,0 0 0 0 0,0 0-1 0 0,0-1 1 0 0,0 1 0 0 0,0 0 0 0 0,0 0 0 0 0,0 0 0 0 0,-3-1-1 0 0,-37-18-1913 0 0,36 19 1787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19.19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195 167 72 0 0,'-33'14'2634'0'0,"32"-13"-2312"0"0,0-1 0 0 0,-1 0 0 0 0,1 0 0 0 0,0 0 0 0 0,0 0 1 0 0,0 0-1 0 0,0 0 0 0 0,0-1 0 0 0,0 1 0 0 0,0 0 0 0 0,0-1 0 0 0,0 1 0 0 0,0 0 0 0 0,0-1 0 0 0,0 1 0 0 0,0-1 0 0 0,0 0 0 0 0,-2 0 0 0 0,4-3 43 0 0,1 1-1 0 0,-1 0 0 0 0,1 0 1 0 0,-1 0-1 0 0,1 0 0 0 0,0 0 1 0 0,0 0-1 0 0,0 0 0 0 0,1 1 1 0 0,-1-1-1 0 0,5-3 0 0 0,3-4-267 0 0,1 1 0 0 0,0 0-1 0 0,1 1 1 0 0,0 0-1 0 0,0 1 1 0 0,1 0 0 0 0,-1 1-1 0 0,2 1 1 0 0,-1 0 0 0 0,0 0-1 0 0,1 1 1 0 0,0 1 0 0 0,0 1-1 0 0,0 0 1 0 0,0 0 0 0 0,0 2-1 0 0,0-1 1 0 0,1 2 0 0 0,-1 0-1 0 0,0 1 1 0 0,0 0 0 0 0,0 1-1 0 0,-1 1 1 0 0,1 0 0 0 0,-1 1-1 0 0,1 0 1 0 0,-2 1-1 0 0,15 8 1 0 0,-20-9-9 0 0,1 0-1 0 0,-1 0 0 0 0,0 1 1 0 0,-1 0-1 0 0,1 0 0 0 0,-1 1 1 0 0,0-1-1 0 0,-1 1 1 0 0,0 1-1 0 0,0-1 0 0 0,0 1 1 0 0,-1 0-1 0 0,0 0 1 0 0,-1 0-1 0 0,0 1 0 0 0,3 9 1 0 0,-5-11-5 0 0,0-1 0 0 0,0 1 0 0 0,-1-1 0 0 0,1 1 0 0 0,-2-1 0 0 0,1 1 0 0 0,-1-1 0 0 0,0 1 0 0 0,0-1 0 0 0,-1 0 0 0 0,1 0 0 0 0,-2 1 0 0 0,1-1 0 0 0,-1 0 0 0 0,1-1 0 0 0,-2 1 0 0 0,1 0 0 0 0,-1-1 0 0 0,1 0 0 0 0,-1 0 0 0 0,-1 0 0 0 0,1 0 0 0 0,-6 4 0 0 0,-8 6 131 0 0,-1-2 1 0 0,0 1-1 0 0,-1-2 1 0 0,0-1-1 0 0,-32 13 1 0 0,-117 36 659 0 0,114-42-286 0 0,-93 38 1469 0 0,162-58-2432 0 0,0 0 1 0 0,-1 1 0 0 0,20 1 0 0 0,31-3-62 0 0,-17-3 438 0 0,1 2 0 0 0,93 5-1 0 0,-125 0 119 0 0,0 1 0 0 0,0 0 0 0 0,-1 1 0 0 0,1 1 0 0 0,-1 1 0 0 0,1 0 0 0 0,-1 1-1 0 0,-1 0 1 0 0,1 1 0 0 0,-1 1 0 0 0,0 0 0 0 0,19 16 0 0 0,-29-21-82 0 0,-2 0 1 0 0,1 0 0 0 0,0 0-1 0 0,0 0 1 0 0,-1 0 0 0 0,0 0-1 0 0,1 1 1 0 0,-1-1-1 0 0,-1 1 1 0 0,1 0 0 0 0,0 0-1 0 0,-1 0 1 0 0,0-1-1 0 0,0 1 1 0 0,0 0 0 0 0,0 0-1 0 0,-1 1 1 0 0,1 5-1 0 0,-2-3 12 0 0,0 0-1 0 0,0 0 0 0 0,-1 0 0 0 0,0 0 0 0 0,0-1 0 0 0,0 1 0 0 0,-1-1 0 0 0,0 1 0 0 0,0-1 0 0 0,-5 7 0 0 0,-4 4-12 0 0,-1-1-1 0 0,-1 0 0 0 0,0-1 1 0 0,-1 0-1 0 0,0-1 1 0 0,-24 16-1 0 0,-27 11-418 0 0,-1-4 0 0 0,-136 56 0 0 0,87-43 931 0 0,104-44-483 0 0,-25 9 48 0 0,36-15-145 0 0,37-10-1341 0 0,3-4 1309 0 0,-2-1 1 0 0,0-2-1 0 0,-1-2 1 0 0,0-1-1 0 0,-2-1 1 0 0,-1-2-1 0 0,0-2 1 0 0,-2-1-1 0 0,-1-1 1 0 0,-1-2 0 0 0,-1-1-1 0 0,-2-1 1 0 0,42-64-1 0 0,-60 81-211 0 0,-1 0-1 0 0,0-1 1 0 0,-1 1-1 0 0,0-1 1 0 0,-2 0-1 0 0,0-1 1 0 0,4-26-1 0 0,-7 37 182 0 0,-1-1-1 0 0,1 0 1 0 0,-1 1-1 0 0,-1-1 1 0 0,1 0-1 0 0,-1 1 1 0 0,0-1-1 0 0,0 1 1 0 0,0-1-1 0 0,-1 1 1 0 0,0 0-1 0 0,0 0 1 0 0,-1-1-1 0 0,1 1 1 0 0,-1 1-1 0 0,0-1 0 0 0,0 0 1 0 0,-1 1-1 0 0,1-1 1 0 0,-1 1-1 0 0,0 0 1 0 0,0 0-1 0 0,0 1 1 0 0,-8-6-1 0 0,-1 3-9 0 0,1 0 0 0 0,-1 0-1 0 0,-1 1 1 0 0,1 1 0 0 0,0 0-1 0 0,-1 1 1 0 0,0 1 0 0 0,0 0 0 0 0,0 0-1 0 0,0 2 1 0 0,-14 0 0 0 0,-27 4-102 0 0,-80 14 0 0 0,93-11 328 0 0,-62 14 1115 0 0,158-34-2012 0 0,-32 8 607 0 0,0-1 0 0 0,0-1 0 0 0,30-13 0 0 0,-23 5 336 0 0,-1-1 1 0 0,0-1-1 0 0,-2-1 0 0 0,0-1 0 0 0,34-34 0 0 0,-49 43-51 0 0,-1-1-1 0 0,-1 0 1 0 0,0 0-1 0 0,-1-1 0 0 0,0-1 1 0 0,0 1-1 0 0,-1-1 1 0 0,-1 0-1 0 0,0-1 0 0 0,-1 1 1 0 0,-1-1-1 0 0,0-1 1 0 0,-1 1-1 0 0,3-21 0 0 0,-6 31-90 0 0,0 1-1 0 0,0-1 0 0 0,0 1 1 0 0,0-1-1 0 0,-1 1 0 0 0,1-1 1 0 0,-1 1-1 0 0,0-1 0 0 0,0 1 1 0 0,0 0-1 0 0,0-1 0 0 0,-1 1 1 0 0,1 0-1 0 0,-1 0 0 0 0,0 0 1 0 0,0 0-1 0 0,0 0 0 0 0,0 0 1 0 0,-5-4-1 0 0,2 3-30 0 0,0 1-1 0 0,0-1 1 0 0,-1 1 0 0 0,1 0-1 0 0,-1 1 1 0 0,1-1-1 0 0,-1 1 1 0 0,0 0 0 0 0,0 1-1 0 0,-10-2 1 0 0,-5 1-83 0 0,1 0 1 0 0,-1 2-1 0 0,1 0 1 0 0,-1 1-1 0 0,-37 8 1 0 0,19-1 342 0 0,0 1 1 0 0,0 2 0 0 0,1 2-1 0 0,1 1 1 0 0,-48 27-1 0 0,85-41-271 0 0,-1 0 0 0 0,1 0 0 0 0,0 0-1 0 0,-1 0 1 0 0,1 0 0 0 0,0 0 0 0 0,-1 0-1 0 0,1 0 1 0 0,0 0 0 0 0,-1 0 0 0 0,1 0 0 0 0,0 1-1 0 0,-1-1 1 0 0,1 0 0 0 0,0 0 0 0 0,-1 0 0 0 0,1 1-1 0 0,0-1 1 0 0,0 0 0 0 0,-1 0 0 0 0,1 1-1 0 0,0-1 1 0 0,0 0 0 0 0,0 1 0 0 0,-1-1 0 0 0,1 0-1 0 0,0 1 1 0 0,0-1 0 0 0,0 0 0 0 0,0 1-1 0 0,0-1 1 0 0,0 0 0 0 0,-1 1 0 0 0,1-1 0 0 0,0 0-1 0 0,0 1 1 0 0,0-1 0 0 0,0 0 0 0 0,0 1 0 0 0,0-1-1 0 0,1 1 1 0 0,-1-1 0 0 0,0 0 0 0 0,0 1-1 0 0,0-1 1 0 0,0 0 0 0 0,0 1 0 0 0,0-1 0 0 0,1 0-1 0 0,-1 0 1 0 0,0 1 0 0 0,0-1 0 0 0,0 0-1 0 0,1 1 1 0 0,-1-1 0 0 0,0 0 0 0 0,1 0 0 0 0,-1 0-1 0 0,1 1 1 0 0,33 8-463 0 0,48-5 16 0 0,-34-4 39 0 0,74 10 0 0 0,-109-9 446 0 0,0 2 0 0 0,-1-1-1 0 0,1 2 1 0 0,-1 0 0 0 0,1 0 0 0 0,-1 1 0 0 0,0 0 0 0 0,-1 1-1 0 0,1 1 1 0 0,20 15 0 0 0,-29-20-13 0 0,0 1 0 0 0,-1-1 0 0 0,1 1-1 0 0,0 0 1 0 0,-1 0 0 0 0,1 0 0 0 0,-1 1 0 0 0,0-1 0 0 0,0 1 0 0 0,-1-1-1 0 0,1 1 1 0 0,-1-1 0 0 0,1 1 0 0 0,-1 0 0 0 0,0 0 0 0 0,-1-1 0 0 0,1 1-1 0 0,-1 0 1 0 0,1 0 0 0 0,-2 5 0 0 0,0-3-29 0 0,0 0-1 0 0,0 0 1 0 0,-1 0 0 0 0,0-1 0 0 0,-1 1-1 0 0,1 0 1 0 0,-1-1 0 0 0,0 0 0 0 0,0 0-1 0 0,-1 0 1 0 0,-7 9 0 0 0,-5 2-115 0 0,0 0-1 0 0,-1-2 1 0 0,-1 0 0 0 0,-1 0 0 0 0,-37 20 0 0 0,-99 42 1074 0 0,223-76-2202 0 0,-29 2 1029 0 0,-10-2 153 0 0,31 0 281 0 0,82 9 1 0 0,-124-6-70 0 0,0 0 0 0 0,0 1 0 0 0,-1 1 1 0 0,1 1-1 0 0,-1 0 0 0 0,-1 1 0 0 0,1 1 0 0 0,-1 0 1 0 0,16 12-1 0 0,-27-16-56 0 0,1 1 0 0 0,0-1 0 0 0,-1 1 1 0 0,0 0-1 0 0,0 1 0 0 0,-1-1 0 0 0,1 1 0 0 0,-1 0 1 0 0,0 0-1 0 0,-1 1 0 0 0,1-1 0 0 0,-1 1 1 0 0,-1 0-1 0 0,1-1 0 0 0,2 14 0 0 0,-4-10 154 0 0,0 0 0 0 0,0 0-1 0 0,-1 0 1 0 0,-1 0 0 0 0,1 1-1 0 0,-2-1 1 0 0,1 0 0 0 0,-1-1-1 0 0,-1 1 1 0 0,-5 14-1 0 0,3-10 48 0 0,-2 0-1 0 0,0 0 1 0 0,0-1-1 0 0,-1 0 1 0 0,-1 0-1 0 0,0-1 1 0 0,0 0-1 0 0,-1 0 1 0 0,-1-1-1 0 0,0-1 1 0 0,-1 0-1 0 0,0 0 1 0 0,0-1-1 0 0,-26 14 0 0 0,20-16-317 0 0,0 0-1 0 0,-1-2 0 0 0,1 0 0 0 0,-27 4 0 0 0,34-8-1291 0 0,0 0-1 0 0,-1 0 0 0 0,1-1 0 0 0,-23-3 0 0 0,24-24-17990 0 0,7 24 19094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0.24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40 1041 44 0 0,'-39'41'3006'0'0,"44"-42"-2790"0"0,1 0 0 0 0,0-1 1 0 0,-1 0-1 0 0,1 0 0 0 0,-1-1 1 0 0,0 0-1 0 0,8-4 1 0 0,11-6 198 0 0,538-249 4752 0 0,175-72-2304 0 0,-708 323-2777 0 0,529-196 807 0 0,-390 152 394 0 0,236-43 0 0 0,-391 95-1054 0 0,-7-1-3789 0 0,-5-9-7379 0 0,-3 0 7007 0 0,3-6 5918 0 0,1 6-2298 0 0,1-2 57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1.53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1 669 44 0 0,'1'12'4315'0'0,"1"-13"-1465"0"0,6-29-199 0 0,6-51-748 0 0,4-26 1795 0 0,65-204 0 0 0,-62 239-1262 0 0,-15 54-1703 0 0,-3 9 115 0 0,0 0 1 0 0,0 0 0 0 0,-1 0 0 0 0,1-16 0 0 0,4 43 2590 0 0,21 28-3107 0 0,12 23-1248 0 0,-40-69 909 0 0,47 98-1144 0 0,-41-88 1004 0 0,0 0 0 0 0,1 0-1 0 0,0 0 1 0 0,0-1 0 0 0,1 0-1 0 0,18 15 1 0 0,-21-20 94 0 0,0 0 0 0 0,1-1 0 0 0,0 0 0 0 0,0 0 1 0 0,0-1-1 0 0,0 0 0 0 0,0 0 0 0 0,0 0 0 0 0,1-1 0 0 0,-1 0 0 0 0,1 0 0 0 0,-1 0 1 0 0,0-1-1 0 0,1 0 0 0 0,-1 0 0 0 0,1-1 0 0 0,-1 0 0 0 0,1 0 0 0 0,-1 0 1 0 0,0-1-1 0 0,1 0 0 0 0,-1 0 0 0 0,0-1 0 0 0,0 0 0 0 0,-1 0 0 0 0,10-6 0 0 0,2-2 175 0 0,-1-1 0 0 0,0-1-1 0 0,-1 0 1 0 0,0-1-1 0 0,-1-1 1 0 0,-1 0 0 0 0,16-24-1 0 0,-8 17 270 0 0,-20 22-400 0 0,0 0 1 0 0,0 1 0 0 0,0-1 0 0 0,-1 0 0 0 0,1 1-1 0 0,0-1 1 0 0,0 1 0 0 0,0-1 0 0 0,-1 1-1 0 0,1 0 1 0 0,0-1 0 0 0,0 1 0 0 0,-1 0 0 0 0,1-1-1 0 0,-1 1 1 0 0,1 0 0 0 0,-1 0 0 0 0,1-1-1 0 0,-1 1 1 0 0,1 0 0 0 0,-1 0 0 0 0,0 0 0 0 0,1 0-1 0 0,-1 0 1 0 0,0 0 0 0 0,0 0 0 0 0,1 0-1 0 0,-1 1 1 0 0,9 26 99 0 0,-1 0-1 0 0,-1 1 1 0 0,-2 0-1 0 0,3 35 1 0 0,-3 118-566 0 0,-5-147-576 0 0,0-34 551 0 0,0 0-1 0 0,0-1 1 0 0,0 1 0 0 0,0-1-1 0 0,0 1 1 0 0,0 0-1 0 0,0-1 1 0 0,0 1-1 0 0,0 0 1 0 0,0-1-1 0 0,0 1 1 0 0,0-1 0 0 0,0 1-1 0 0,1 0 1 0 0,-1-1-1 0 0,0 1 1 0 0,0-1-1 0 0,1 1 1 0 0,-1-1-1 0 0,0 1 1 0 0,1-1-1 0 0,-1 1 1 0 0,1-1 0 0 0,-1 1-1 0 0,1-1 1 0 0,-1 1-1 0 0,1-1 1 0 0,-1 0-1 0 0,2 1 1 0 0,16-7-6440 0 0,22-33 4358 0 0,-33 32 1692 0 0,4-3 589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1.88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94 56 156 0 0,'16'-21'423'0'0,"-1"-1"858"0"0,-3 9 2966 0 0,-11 31 1243 0 0,-11 21-3273 0 0,8-32-1629 0 0,-41 174 2910 0 0,-37 127 1064 0 0,80-307-4484 0 0,-1 0 0 0 0,1 1 0 0 0,-1-1-1 0 0,1 0 1 0 0,0 0 0 0 0,0 0 0 0 0,-1 1 0 0 0,1-1 0 0 0,0 0-1 0 0,0 0 1 0 0,0 1 0 0 0,0-1 0 0 0,0 0 0 0 0,1 0 0 0 0,-1 1-1 0 0,0-1 1 0 0,0 0 0 0 0,1 0 0 0 0,-1 0 0 0 0,1 0 0 0 0,-1 1-1 0 0,1-1 1 0 0,1 1 0 0 0,23 13 1169 0 0,-3-5-1014 0 0,29 11 1533 0 0,-47-20-2470 0 0,1-1 1 0 0,-1 1 0 0 0,1-1-1 0 0,-1 1 1 0 0,0-1 0 0 0,1 0-1 0 0,-1-1 1 0 0,5 0 0 0 0,-3-1-463 0 0,0 0 1 0 0,0 0-1 0 0,-1-1 1 0 0,1 1 0 0 0,-1-1-1 0 0,0-1 1 0 0,1 1-1 0 0,-1-1 1 0 0,-1 0-1 0 0,1 0 1 0 0,-1 0 0 0 0,0-1-1 0 0,0 1 1 0 0,5-7-1 0 0,37-52-2261 0 0,-35 49 3102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22.35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161 231 72 0 0,'14'-16'-111'0'0,"-6"10"7992"0"0,0 27-2815 0 0,-3 1-4554 0 0,-1 0 0 0 0,-2 0 1 0 0,0 0-1 0 0,-1 1 0 0 0,-4 40 0 0 0,-24 111-1298 0 0,21-152-312 0 0,-2 9-3871 0 0,-6-63 599 0 0,12 24 4409 0 0,1-1 0 0 0,1 0-1 0 0,-1 0 1 0 0,2 0 0 0 0,-1 0-1 0 0,1 0 1 0 0,1 1 0 0 0,-1-1-1 0 0,1 0 1 0 0,1 1-1 0 0,0 0 1 0 0,0-1 0 0 0,0 1-1 0 0,1 0 1 0 0,1 0 0 0 0,-1 1-1 0 0,11-13 1 0 0,8-8 976 0 0,1 1 0 0 0,2 2 0 0 0,33-27 0 0 0,21-22 1069 0 0,-77 71-1958 0 0,63-73 1981 0 0,-60 69-1707 0 0,-2 0 1 0 0,1 0-1 0 0,-1-1 1 0 0,0 1 0 0 0,-1-1-1 0 0,1 0 1 0 0,-2 0-1 0 0,1 0 1 0 0,2-14-1 0 0,-5 21-233 0 0,0-1-1 0 0,0 0 0 0 0,0 1 0 0 0,0-1 0 0 0,0 1 0 0 0,-1-1 1 0 0,1 1-1 0 0,0-1 0 0 0,-1 1 0 0 0,1-1 0 0 0,-1 1 1 0 0,0-1-1 0 0,1 1 0 0 0,-1 0 0 0 0,0-1 0 0 0,0 1 1 0 0,0 0-1 0 0,0 0 0 0 0,0 0 0 0 0,0-1 0 0 0,0 1 1 0 0,-2-1-1 0 0,0 0 162 0 0,-1-1 0 0 0,0 1 0 0 0,0 0 0 0 0,-1 0 0 0 0,1 0 0 0 0,0 1 0 0 0,-8-2 0 0 0,-4-1 252 0 0,0 2-1 0 0,-1 0 1 0 0,-20 1 0 0 0,4 1-372 0 0,0 2 0 0 0,0 1 0 0 0,-64 14 0 0 0,82-12-429 0 0,0 0 0 0 0,0 0 0 0 0,1 1 0 0 0,-19 12 0 0 0,25-13-389 0 0,0 0 0 0 0,0 1 0 0 0,1 0 0 0 0,0 0 0 0 0,0 1 0 0 0,0 0 1 0 0,1 0-1 0 0,-6 9 0 0 0,10-13-431 0 0,1 0-1 0 0,-1 0 1 0 0,1 0 0 0 0,0 1 0 0 0,-1-1-1 0 0,2 0 1 0 0,-1 1 0 0 0,0-1 0 0 0,1 1-1 0 0,-1-1 1 0 0,1 5 0 0 0,5 40-6205 0 0,-2-21 6432 0 0,-1-16 549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8:31.23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6 350 52 0 0,'-6'4'7477'0'0,"53"4"-6153"0"0,1-1 0 0 0,0-2 1 0 0,83-4-1 0 0,147-24 1396 0 0,-149 10-2277 0 0,871-78 5762 0 0,-59 3-4366 0 0,1120-51 407 0 0,596 118-1102 0 0,-1645 36-1375 0 0,285 5-79 0 0,928 15 604 0 0,-1844-36-97 0 0,191-18 300 0 0,-243 7 676 0 0,-210 4-1396 0 0,27-1-508 0 0,-146 9 713 0 0,-20 1-16762 0 0,-5 1 9974 0 0,-36 9 2773 0 0,48-8 3769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8:32.85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192 192 4 0 0,'-6'-1'370'0'0,"0"-1"0"0"0,0-1 1 0 0,0 1-1 0 0,1-1 0 0 0,-1 0 0 0 0,1-1 0 0 0,-1 1 0 0 0,1-1 1 0 0,0 0-1 0 0,-5-5 0 0 0,7 6-287 0 0,0-1-1 0 0,1 0 1 0 0,-1 0 0 0 0,1 0 0 0 0,-1 0-1 0 0,1 0 1 0 0,0-1 0 0 0,1 1 0 0 0,-1-1-1 0 0,1 1 1 0 0,0-1 0 0 0,0 0-1 0 0,0 1 1 0 0,1-1 0 0 0,-1 0 0 0 0,1 1-1 0 0,0-1 1 0 0,1 0 0 0 0,-1 0-1 0 0,1 1 1 0 0,2-9 0 0 0,-2 10-75 0 0,-1 1 0 0 0,1-1 0 0 0,0 1 0 0 0,-1 0 0 0 0,1-1 0 0 0,0 1 0 0 0,0 0 0 0 0,1 0-1 0 0,-1 0 1 0 0,0 0 0 0 0,1 0 0 0 0,-1 0 0 0 0,1 0 0 0 0,0 0 0 0 0,0 1 0 0 0,0-1 0 0 0,-1 0 0 0 0,1 1 0 0 0,1 0 0 0 0,-1-1 0 0 0,0 1 0 0 0,0 0 0 0 0,3-1 0 0 0,-1 1-5 0 0,0 1 0 0 0,1-1-1 0 0,-1 1 1 0 0,0 0 0 0 0,0 0 0 0 0,1 0 0 0 0,-1 1 0 0 0,0 0-1 0 0,0-1 1 0 0,0 1 0 0 0,0 1 0 0 0,7 1 0 0 0,0 2 3 0 0,0 1 0 0 0,0 0 0 0 0,0 0 0 0 0,0 1 0 0 0,-1 0 0 0 0,0 1 0 0 0,-1 0 0 0 0,13 14 0 0 0,-19-18 59 0 0,0 0-1 0 0,0 0 1 0 0,-1 0 0 0 0,1 0-1 0 0,-1 0 1 0 0,0 1 0 0 0,0-1 0 0 0,0 1-1 0 0,-1 0 1 0 0,0-1 0 0 0,0 1-1 0 0,0 0 1 0 0,0 0 0 0 0,-1 0 0 0 0,0-1-1 0 0,0 1 1 0 0,0 0 0 0 0,0 0-1 0 0,-1 0 1 0 0,0 0 0 0 0,0-1 0 0 0,0 1-1 0 0,-1 0 1 0 0,0-1 0 0 0,0 1-1 0 0,0-1 1 0 0,0 1 0 0 0,0-1 0 0 0,-1 0-1 0 0,0 0 1 0 0,0 0 0 0 0,0 0-1 0 0,0-1 1 0 0,-1 1 0 0 0,1-1 0 0 0,-1 0-1 0 0,0 0 1 0 0,0 0 0 0 0,0-1-1 0 0,0 1 1 0 0,-1-1 0 0 0,1 0 0 0 0,-1 0-1 0 0,1-1 1 0 0,-1 1 0 0 0,0-1-1 0 0,0 0 1 0 0,1 0 0 0 0,-1 0-1 0 0,-5-1 1 0 0,-5 0 29 0 0,1-1 0 0 0,0 0 0 0 0,0-1 0 0 0,0-1 0 0 0,0 0 0 0 0,1-1 1 0 0,-27-11-1 0 0,35 12-106 0 0,-1 1 1 0 0,0-1 0 0 0,1-1 0 0 0,-1 1 0 0 0,1-1 0 0 0,0 0 0 0 0,0 0 0 0 0,1-1 0 0 0,-1 1 0 0 0,1-1 0 0 0,0 0 0 0 0,0 0-1 0 0,1-1 1 0 0,0 1 0 0 0,-1-1 0 0 0,2 1 0 0 0,-1-1 0 0 0,1 0 0 0 0,-3-11 0 0 0,4 13 9 0 0,1 0-1 0 0,0 1 1 0 0,0-1-1 0 0,0 0 1 0 0,1 0 0 0 0,-1 0-1 0 0,1 0 1 0 0,0 0 0 0 0,0 1-1 0 0,1-1 1 0 0,-1 0 0 0 0,1 1-1 0 0,-1-1 1 0 0,1 1-1 0 0,0 0 1 0 0,0-1 0 0 0,1 1-1 0 0,-1 0 1 0 0,1 0 0 0 0,-1 0-1 0 0,1 1 1 0 0,0-1-1 0 0,0 1 1 0 0,0-1 0 0 0,1 1-1 0 0,-1 0 1 0 0,0 0 0 0 0,5-1-1 0 0,4-3 11 0 0,1 0-1 0 0,-1 1 1 0 0,1 0-1 0 0,0 1 0 0 0,1 1 1 0 0,22-4-1 0 0,-27 7-20 0 0,0-1 0 0 0,0 1 1 0 0,0 1-1 0 0,0-1 0 0 0,0 2 0 0 0,0-1 0 0 0,0 1 0 0 0,-1 1 0 0 0,1-1 0 0 0,-1 1 0 0 0,1 1 0 0 0,12 7 0 0 0,-18-9 37 0 0,1 0 1 0 0,-1 0-1 0 0,0 1 0 0 0,0-1 0 0 0,-1 1 0 0 0,1 0 0 0 0,0-1 0 0 0,-1 1 0 0 0,0 0 0 0 0,0 1 0 0 0,0-1 0 0 0,0 0 0 0 0,0 1 0 0 0,0-1 0 0 0,-1 1 0 0 0,0-1 0 0 0,0 1 0 0 0,0 0 1 0 0,0 0-1 0 0,0-1 0 0 0,-1 1 0 0 0,0 0 0 0 0,0 0 0 0 0,0 0 0 0 0,0 0 0 0 0,0-1 0 0 0,-1 1 0 0 0,0 0 0 0 0,0 0 0 0 0,0-1 0 0 0,0 1 0 0 0,-2 3 0 0 0,1 0 183 0 0,-1-1 0 0 0,-1 0 0 0 0,1 0 0 0 0,-1 0 0 0 0,0-1 0 0 0,0 1 0 0 0,-1-1 0 0 0,1 0 0 0 0,-1 0 0 0 0,-1 0 0 0 0,1-1 0 0 0,0 0 0 0 0,-1 0 0 0 0,0 0 0 0 0,-7 3 0 0 0,9-5-208 0 0,-1 0-1 0 0,1 0 1 0 0,0-1-1 0 0,-1 1 1 0 0,1-1-1 0 0,-1 0 1 0 0,1-1 0 0 0,-1 1-1 0 0,1-1 1 0 0,-1 0-1 0 0,0 0 1 0 0,1 0-1 0 0,-1-1 1 0 0,1 1-1 0 0,-1-1 1 0 0,1 0-1 0 0,-1-1 1 0 0,1 1-1 0 0,-1-1 1 0 0,1 0-1 0 0,0 0 1 0 0,0 0-1 0 0,0 0 1 0 0,-4-4-1 0 0,6 4-453 0 0,-1-1 0 0 0,1 1-1 0 0,0-1 1 0 0,0 0-1 0 0,0 0 1 0 0,0 0 0 0 0,0 0-1 0 0,1 0 1 0 0,-1-1 0 0 0,1 1-1 0 0,0 0 1 0 0,0-1-1 0 0,0 1 1 0 0,0-1 0 0 0,1 1-1 0 0,0-1 1 0 0,-1 1 0 0 0,1-5-1 0 0,7-72-3466 0 0,-2 47 3200 0 0,-4 10 413 0 0,1-1 65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3.74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 1005 68 0 0,'0'1'179'0'0,"-1"-1"1"0"0,1 0-1 0 0,0 1 1 0 0,0-1-1 0 0,0 0 1 0 0,-1 0-1 0 0,1 1 1 0 0,0-1-1 0 0,0 0 1 0 0,-1 0-1 0 0,1 1 1 0 0,0-1-1 0 0,-1 0 1 0 0,1 0-1 0 0,0 1 1 0 0,0-1-1 0 0,-1 0 1 0 0,1 0-1 0 0,-1 0 1 0 0,1 0-1 0 0,0 0 1 0 0,-1 0-1 0 0,1 0 1 0 0,0 0-1 0 0,-1 0 1 0 0,1 0-1 0 0,0 0 1 0 0,-1 0-1 0 0,1 0 1 0 0,-1 0-1 0 0,1 0 1 0 0,0 0-1 0 0,-1 0 1 0 0,1 0-1 0 0,0 0 1 0 0,-1-1-1 0 0,1-14 1310 0 0,12-27-2543 0 0,-10 39 1556 0 0,32-93 10 0 0,5 2 1 0 0,65-115-1 0 0,-67 147-311 0 0,2 1 0 0 0,3 2 1 0 0,2 3-1 0 0,56-56 0 0 0,-76 89-186 0 0,1 0-1 0 0,0 2 1 0 0,2 1 0 0 0,0 1-1 0 0,1 1 1 0 0,1 2 0 0 0,1 1-1 0 0,49-18 1 0 0,-70 30-23 0 0,0 1 0 0 0,0 0 0 0 0,1 0 0 0 0,-1 1 0 0 0,1 0 0 0 0,-1 1 0 0 0,1 0 0 0 0,-1 0 0 0 0,1 1-1 0 0,-1 0 1 0 0,0 1 0 0 0,1 0 0 0 0,-1 1 0 0 0,0 0 0 0 0,0 0 0 0 0,0 1 0 0 0,-1 0 0 0 0,14 8 0 0 0,-3 2-12 0 0,-1 1 0 0 0,0 1 0 0 0,-1 0 0 0 0,-1 1 0 0 0,0 1 0 0 0,17 26 0 0 0,125 194 889 0 0,-44-63-378 0 0,-85-132-568 0 0,3-2 0 0 0,1-1 0 0 0,2-2 0 0 0,1-1 0 0 0,45 33 0 0 0,-36-29 148 0 0,-2 2 0 0 0,-2 1 0 0 0,-2 2 0 0 0,59 91 0 0 0,-23-32-58 0 0,-46-67-157 0 0,2-2 0 0 0,2-1 0 0 0,60 52 0 0 0,-72-70 168 0 0,1-1 0 0 0,0-1-1 0 0,1-1 1 0 0,0-1 0 0 0,1-1 0 0 0,0-1-1 0 0,1-1 1 0 0,28 7 0 0 0,-37-13 3 0 0,1-1 1 0 0,0-1 0 0 0,0 0 0 0 0,-1-1 0 0 0,1-1 0 0 0,0-1-1 0 0,0 0 1 0 0,0-1 0 0 0,0-1 0 0 0,-1-1 0 0 0,1 0-1 0 0,-1-1 1 0 0,0-1 0 0 0,27-14 0 0 0,-23 8 7 0 0,0 0 0 0 0,-1-2-1 0 0,-1 0 1 0 0,0-1 0 0 0,-1-1 0 0 0,-1-1 0 0 0,0 0-1 0 0,-1-1 1 0 0,-1 0 0 0 0,14-25 0 0 0,142-277-886 0 0,-113 203 931 0 0,120-183 0 0 0,-133 237 333 0 0,104-111-1 0 0,-131 157-428 0 0,0 0-1 0 0,1 2 1 0 0,1 0-1 0 0,0 1 0 0 0,1 1 1 0 0,1 1-1 0 0,0 1 1 0 0,0 0-1 0 0,1 2 0 0 0,40-12 1 0 0,-48 19-26 0 0,-1 0 1 0 0,1 1 0 0 0,-1 0-1 0 0,1 1 1 0 0,-1 1 0 0 0,1 0 0 0 0,-1 1-1 0 0,0 0 1 0 0,0 1 0 0 0,0 1-1 0 0,0 0 1 0 0,0 0 0 0 0,-1 2-1 0 0,1-1 1 0 0,-1 2 0 0 0,-1-1-1 0 0,16 13 1 0 0,16 14-36 0 0,-3 1-1 0 0,0 3 1 0 0,38 46 0 0 0,-12-13 179 0 0,-18-22 2 0 0,86 65-1 0 0,-106-92-146 0 0,1-3-1 0 0,1 0 1 0 0,0-2 0 0 0,1-1-1 0 0,35 12 1 0 0,-45-20-22 0 0,1 0 1 0 0,0-1 0 0 0,0-1 0 0 0,0-1-1 0 0,28 2 1 0 0,-42-6 59 0 0,0-1 0 0 0,1 1-1 0 0,-1-1 1 0 0,0-1 0 0 0,0 1-1 0 0,0-1 1 0 0,0-1 0 0 0,0 1 0 0 0,-1-2-1 0 0,1 1 1 0 0,-1-1 0 0 0,0 0-1 0 0,0 0 1 0 0,0-1 0 0 0,0 0 0 0 0,-1 0-1 0 0,10-11 1 0 0,12-18 162 0 0,-2-1 1 0 0,-2-1-1 0 0,-1-1 1 0 0,-2-2-1 0 0,22-52 0 0 0,13-24 376 0 0,-37 79-374 0 0,2 2 1 0 0,1 0 0 0 0,35-40 0 0 0,-39 55-79 0 0,0 0 1 0 0,1 2 0 0 0,1 0 0 0 0,0 1 0 0 0,2 1 0 0 0,28-15 0 0 0,49-18-751 0 0,-56 31-5115 0 0,-46 24-507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4.41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4 258 44 0 0,'0'0'74'0'0,"0"0"1"0"0,-1 1-1 0 0,1-1 0 0 0,0 0 1 0 0,0 0-1 0 0,-1 1 0 0 0,1-1 0 0 0,0 0 1 0 0,0 1-1 0 0,-1-1 0 0 0,1 0 1 0 0,0 1-1 0 0,0-1 0 0 0,0 0 1 0 0,0 1-1 0 0,-1-1 0 0 0,1 1 0 0 0,0-1 1 0 0,0 0-1 0 0,0 1 0 0 0,0-1 1 0 0,0 1-1 0 0,0-1 0 0 0,0 0 1 0 0,0 1-1 0 0,0-1 0 0 0,0 1 1 0 0,0-1-1 0 0,0 0 0 0 0,1 1 0 0 0,-1-1 1 0 0,0 0-1 0 0,0 1 0 0 0,0-1 1 0 0,0 0-1 0 0,1 1 0 0 0,-1-1 1 0 0,1 1-1 0 0,15-7 4849 0 0,10-11-588 0 0,-16 9-4831 0 0,17-20 1803 0 0,12-12 88 0 0,2 1 1 0 0,61-44-1 0 0,-108 65-15974 0 0,-18-4 13229 0 0,17 16 468 0 0,1 1 656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4.66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10 2 152 0 0,'-10'-1'2685'0'0,"16"9"3019"0"0,7 9-4359 0 0,9 19-125 0 0,15 15-138 0 0,7 3-3685 0 0,-41-50 2188 0 0,14 20-2807 0 0,-15-20 2713 0 0,1 1 0 0 0,-1-1-1 0 0,1 0 1 0 0,0 0 0 0 0,1 0 0 0 0,-1 0-1 0 0,0-1 1 0 0,1 0 0 0 0,0 1-1 0 0,7 3 1 0 0,-6-5 267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5.06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1 128 120 0 0,'3'1'478'0'0,"1"0"0"0"0,0 0 0 0 0,-1-1-1 0 0,1 0 1 0 0,0 0 0 0 0,-1 0 0 0 0,1 0 0 0 0,0 0 0 0 0,-1-1-1 0 0,1 1 1 0 0,-1-1 0 0 0,1 0 0 0 0,3-2 0 0 0,52-20 1504 0 0,-46 18-1191 0 0,5-3-249 0 0,-3 3-425 0 0,-1 0-1 0 0,0-2 0 0 0,0 0 1 0 0,-1 0-1 0 0,1-1 1 0 0,-2-1-1 0 0,20-16 0 0 0,-30 19-6695 0 0,-5 3 3734 0 0,-13-1 2505 0 0,5 3-553 0 0,5-1 602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5.31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0 228 0 0,'0'0'639'0'0,"11"35"6129"0"0,1-8-5077 0 0,1-1 0 0 0,2 0 0 0 0,25 34 1 0 0,27 24-5032 0 0,-61-77 2364 0 0,-1 1 0 0 0,0-1 0 0 0,0 1 1 0 0,-1 0-1 0 0,0 1 0 0 0,-1-1 0 0 0,0 1 0 0 0,0 0 1 0 0,0-1-1 0 0,1 19 0 0 0,-2-20 714 0 0</inkml:trace>
  <inkml:trace contextRef="#ctx0" brushRef="#br0" timeOffset="1">255 430 112 0 0,'98'-54'8997'0'0,"4"-2"-6699"0"0,-69 44-1692 0 0,-10 3-2055 0 0,-9 3-4682 0 0,-22 11 3503 0 0,8-4 2563 0 0,-1 0 0 0 0,0-1 0 0 0,1 1 0 0 0,-1-1 0 0 0,0 1 0 0 0,1-1 0 0 0,-1 0 0 0 0,0 1 0 0 0,0-1 0 0 0,1 0 0 0 0,-1 1-1 0 0,0-1 1 0 0,0 0 0 0 0,0 0 0 0 0,0 0 0 0 0,1 0 0 0 0,-1 0 0 0 0,0 0 0 0 0,0 0 0 0 0,0 0 0 0 0,1 0 0 0 0,-2 0 0 0 0,-4-2-188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5.69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 0 124 0 0,'0'2'193'0'0,"-1"-1"0"0"0,0 1 0 0 0,1-1 0 0 0,-1 1 0 0 0,1-1 0 0 0,0 1-1 0 0,-1-1 1 0 0,1 1 0 0 0,0-1 0 0 0,0 1 0 0 0,0 0 0 0 0,0-1 0 0 0,0 1 0 0 0,1-1 0 0 0,-1 1 0 0 0,0-1 0 0 0,1 1 0 0 0,-1-1 0 0 0,1 1-1 0 0,0 1 1 0 0,15 38 2785 0 0,-12-32-2532 0 0,29 58 2103 0 0,-18-45-1734 0 0,0 0-1 0 0,23 24 1 0 0,5-1-2861 0 0,3-2-4258 0 0,-44-41 5931 0 0,0 1 0 0 0,1 0 0 0 0,-2-1-1 0 0,1 1 1 0 0,0 0 0 0 0,0 0 0 0 0,-1 0-1 0 0,0 0 1 0 0,2 5 0 0 0,-2-3 102 0 0,2 0 44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5.92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1 178 28 0 0,'159'-49'7489'0'0,"-93"26"-6450"0"0,-55 19-1024 0 0,-4 2-303 0 0,0-1 1 0 0,1 1-1 0 0,-1 0 0 0 0,15-1 1 0 0,-21 3-449 0 0,-8-2-5649 0 0</inkml:trace>
  <inkml:trace contextRef="#ctx0" brushRef="#br0" timeOffset="1">171 0 188 0 0,'0'0'275'0'0,"7"40"3948"0"0,2-13-2279 0 0,0 0-1 0 0,24 45 1 0 0,11 5-1195 0 0,18 40-8299 0 0,-44-65 4229 0 0,-16-46 3066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6.12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1 164 100 0 0,'13'-2'892'0'0,"-1"0"0"0"0,1-1 0 0 0,-1 0 0 0 0,0-1 0 0 0,0 0 0 0 0,16-8-1 0 0,12-5 285 0 0,-20 10-751 0 0,-4 3-428 0 0,-1-1 0 0 0,0-1 0 0 0,0 0 1 0 0,-1-1-1 0 0,0-1 0 0 0,19-13 0 0 0,-32 21-145 0 0,-1-1 0 0 0,1 1 0 0 0,-1-1 0 0 0,1 0-1 0 0,-1 1 1 0 0,1-1 0 0 0,-1 0 0 0 0,1 1 0 0 0,-1-1 0 0 0,0 0 0 0 0,0 0 0 0 0,1 1 0 0 0,-1-1-1 0 0,0 0 1 0 0,0 0 0 0 0,0 0 0 0 0,0 1 0 0 0,0-1 0 0 0,0 0 0 0 0,0 0 0 0 0,0 0-1 0 0,0 1 1 0 0,0-1 0 0 0,0 0 0 0 0,0 0 0 0 0,-1 0 0 0 0,1 1 0 0 0,0-1 0 0 0,-1 0-1 0 0,1 0 1 0 0,0 1 0 0 0,-1-1 0 0 0,1 0 0 0 0,-1 1 0 0 0,1-1 0 0 0,-2 0 0 0 0,-22-20-1991 0 0,16 17 1874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6.38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44 0 0,'1'26'2272'0'0,"1"-1"1"0"0,1 0-1 0 0,9 33 0 0 0,-7-38-1504 0 0,1-1-1 0 0,0 1 1 0 0,2-1 0 0 0,15 29-1 0 0,-23-48-752 0 0,22 34-1194 0 0,-18-26-42 0 0,2 0 0 0 0,-1 0 0 0 0,1 0 0 0 0,0-1 0 0 0,1 0 0 0 0,0 0 0 0 0,0-1 0 0 0,12 9 0 0 0,-12-13 835 0 0,0-1 78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6.69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1 162 60 0 0,'28'-1'2269'0'0,"0"-1"0"0"0,0-1-1 0 0,38-10 1 0 0,-41 7-2172 0 0,-2-1 0 0 0,1-1-1 0 0,-1-1 1 0 0,0-1 0 0 0,0-2-1 0 0,-1 0 1 0 0,25-19 0 0 0,-45 30-501 0 0,0 0-1 0 0,0-1 1 0 0,0 1 0 0 0,0-1-1 0 0,0 0 1 0 0,-1 0 0 0 0,1 0-1 0 0,-1 0 1 0 0,1 0-1 0 0,1-4 1 0 0,-3 5 242 0 0,0 1-1 0 0,0-1 1 0 0,0 0-1 0 0,0 0 1 0 0,0 0-1 0 0,0 0 1 0 0,0 0-1 0 0,0 0 1 0 0,-1 1-1 0 0,1-1 1 0 0,0 0-1 0 0,-1 0 1 0 0,1 0 0 0 0,-1 1-1 0 0,1-1 1 0 0,-1 0-1 0 0,1 0 1 0 0,-1 1-1 0 0,1-1 1 0 0,-1 0-1 0 0,1 1 1 0 0,-1-1-1 0 0,0 1 1 0 0,0-1-1 0 0,1 1 1 0 0,-1-1-1 0 0,0 1 1 0 0,0 0-1 0 0,1-1 1 0 0,-1 1-1 0 0,-1-1 1 0 0,-3-2-56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6.92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 0 164 0 0,'0'0'281'0'0,"-1"37"4591"0"0,13 28-823 0 0,-5-26-82 0 0,22 69-1 0 0,-24-95-4351 0 0,0 0 0 0 0,2 0 1 0 0,8 14-1 0 0,-9-18-1054 0 0,0-1 0 0 0,0-1 0 0 0,1 1-1 0 0,0-1 1 0 0,11 9 0 0 0,-16-14 1156 0 0,0-1-1 0 0,1 1 1 0 0,-1-1-1 0 0,0 1 1 0 0,1-1-1 0 0,-1 0 0 0 0,1 0 1 0 0,-1 0-1 0 0,1 0 1 0 0,-1 0-1 0 0,1-1 1 0 0,0 1-1 0 0,-1-1 1 0 0,1 0-1 0 0,0 1 0 0 0,0-1 1 0 0,-1-1-1 0 0,1 1 1 0 0,0 0-1 0 0,0-1 1 0 0,-1 1-1 0 0,1-1 1 0 0,4-1-1 0 0,3-3 0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7.2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1 161 92 0 0,'0'0'3254'0'0,"11"-7"410"0"0,14-9-2414 0 0,125-99-146 0 0,-150 110-6875 0 0,-9 0 3617 0 0,-13-3 1642 0 0,20 7-3 0 0,-5-2 255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7.46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1 116 0 0,'0'0'264'0'0,"14"32"4090"0"0,1 8-705 0 0,32 59 0 0 0,-40-86-3705 0 0,1 0 1 0 0,0-1-1 0 0,1 1 1 0 0,1-2-1 0 0,0 1 0 0 0,0-1 1 0 0,1-1-1 0 0,12 10 1 0 0,-20-18-255 0 0,-1 0 1 0 0,0 0-1 0 0,1-1 1 0 0,-1 1-1 0 0,1-1 1 0 0,0 1-1 0 0,-1-1 1 0 0,1 0-1 0 0,0 0 1 0 0,0 0 0 0 0,0 0-1 0 0,0 0 1 0 0,0-1-1 0 0,0 0 1 0 0,0 1-1 0 0,0-1 1 0 0,0 0-1 0 0,0 0 1 0 0,0-1-1 0 0,0 1 1 0 0,0-1-1 0 0,0 1 1 0 0,0-1-1 0 0,0 0 1 0 0,0 0-1 0 0,-1 0 1 0 0,1-1-1 0 0,0 1 1 0 0,-1-1 0 0 0,1 1-1 0 0,-1-1 1 0 0,1 0-1 0 0,-1 0 1 0 0,0 0-1 0 0,3-3 1 0 0,-1-2 34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7.81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1 461 16 0 0,'9'-12'3495'0'0,"21"-8"177"0"0,-14 11-2674 0 0,54-45 1784 0 0,-18 15-2727 0 0,-2-1-1 0 0,65-69 1 0 0,-113 107-370 0 0,0 1 1 0 0,-1-1-1 0 0,1 0 1 0 0,0 1-1 0 0,-1-1 0 0 0,0 0 1 0 0,1 0-1 0 0,-1 0 0 0 0,0 0 1 0 0,0 0-1 0 0,0-1 1 0 0,0 1-1 0 0,-1 0 0 0 0,1 0 1 0 0,-1-1-1 0 0,1-2 0 0 0,-2 3 91 0 0,1 1-1 0 0,-1-1 0 0 0,0 1 0 0 0,0 0 0 0 0,0-1 1 0 0,0 1-1 0 0,-1 0 0 0 0,1 0 0 0 0,0 0 0 0 0,0 0 1 0 0,-1 0-1 0 0,1 0 0 0 0,-1 0 0 0 0,1 0 0 0 0,-1 0 1 0 0,1 1-1 0 0,-1-1 0 0 0,1 1 0 0 0,-1-1 0 0 0,0 1 1 0 0,1-1-1 0 0,-3 1 0 0 0,-15-4-202 0 0,8 1 258 0 0</inkml:trace>
  <inkml:trace contextRef="#ctx0" brushRef="#br0" timeOffset="1">120 0 32 0 0,'0'0'1275'0'0,"23"35"5638"0"0,3 11-3364 0 0,3-3 1 0 0,40 50-1 0 0,-21-38-4665 0 0,3-2-4205 0 0,-44-46 3890 0 0,25 20-5438 0 0,-31-27 6719 0 0,1 1-1 0 0,-1-1 1 0 0,1 1-1 0 0,-1-1 1 0 0,1 1-1 0 0,-1-1 1 0 0,1 0-1 0 0,-1 1 1 0 0,1-1-1 0 0,-1 0 1 0 0,1 0-1 0 0,-1 0 0 0 0,1 0 1 0 0,0-1-1 0 0,-1 1 1 0 0,1 0-1 0 0,-1-1 1 0 0,1 1-1 0 0,-1-1 1 0 0,0 1-1 0 0,1-1 1 0 0,-1 0-1 0 0,1 0 1 0 0,0-1-1 0 0,6-2-137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8.04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0 250 72 0 0,'12'-5'7030'0'0,"14"-6"-5279"0"0,7 3-1245 0 0,0-2-1 0 0,-1-2 0 0 0,37-17 0 0 0,-46 17-1495 0 0,-1-1 1 0 0,33-23-1 0 0,-50 32 549 0 0,1 0-1 0 0,0-1 1 0 0,-1 1-1 0 0,0-1 1 0 0,0 0-1 0 0,-1-1 1 0 0,1 1-1 0 0,-1-1 1 0 0,0 0-1 0 0,0 0 1 0 0,-1 0-1 0 0,0-1 0 0 0,0 1 1 0 0,-1-1-1 0 0,1 1 1 0 0,0-9-1 0 0,-2 4 147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8.25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0 140 0 0,'1'14'664'0'0,"1"0"0"0"0,1-1 0 0 0,0 1 0 0 0,0-1 0 0 0,1 0-1 0 0,1 0 1 0 0,0 0 0 0 0,1-1 0 0 0,1 1 0 0 0,0-2 0 0 0,13 20 0 0 0,-6-14-114 0 0,-1 0-1 0 0,2 0 1 0 0,0-1 0 0 0,1-1 0 0 0,1 0-1 0 0,30 19 1 0 0,-40-29-1106 0 0,1 0 0 0 0,0-1 1 0 0,0 0-1 0 0,1-1 0 0 0,-1 0 0 0 0,14 3 0 0 0,-18-5 128 0 0,0-1-1 0 0,0 1 0 0 0,0-1 1 0 0,0 0-1 0 0,0 0 0 0 0,0 0 0 0 0,-1-1 1 0 0,1 1-1 0 0,0-1 0 0 0,0 0 0 0 0,0 0 1 0 0,-1 0-1 0 0,1-1 0 0 0,-1 1 1 0 0,1-1-1 0 0,-1 0 0 0 0,5-3 0 0 0,-3 0 146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08.51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1 369 176 0 0,'7'-5'724'0'0,"0"0"0"0"0,0-1 0 0 0,-1 0 0 0 0,0 0 0 0 0,0 0 0 0 0,0-1 0 0 0,-1 0 0 0 0,7-10 0 0 0,33-68-1972 0 0,-27 48-66 0 0,-8 18 347 0 0,-1-1 0 0 0,-1-1-1 0 0,8-35 1 0 0,-14 45 770 0 0</inkml:trace>
  <inkml:trace contextRef="#ctx0" brushRef="#br0" timeOffset="1">225 1 40 0 0,'4'7'491'0'0,"0"1"-1"0"0,0 0 1 0 0,-1 0-1 0 0,0 0 1 0 0,0 0-1 0 0,-1 1 1 0 0,2 11-1 0 0,8 26 2644 0 0,29 87 1562 0 0,-8 4-7328 0 0,-18-75-2218 0 0,-14-55 4270 0 0,0 0 1 0 0,0 0-1 0 0,0 0 1 0 0,-1 0-1 0 0,0 0 1 0 0,-1 12-1 0 0,0-13 345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10.03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152 141 108 0 0,'-25'27'1447'0'0,"-37"28"0"0"0,51-46 183 0 0,0-1-1 0 0,-1-1 0 0 0,-18 10 5027 0 0,66-29-5497 0 0,-7 4-1390 0 0,-1-2 1 0 0,0-1 0 0 0,0-1 0 0 0,-2-1-1 0 0,35-22 1 0 0,-39 20-1886 0 0,0-1 0 0 0,-1 0 0 0 0,26-28 0 0 0,-45 43 1884 0 0,0-2 1 0 0,0 1-1 0 0,0 0 1 0 0,0 0-1 0 0,0-1 1 0 0,0 1-1 0 0,-1-1 1 0 0,1 1-1 0 0,-1-1 1 0 0,0 0-1 0 0,0 1 1 0 0,0-1-1 0 0,0 0 1 0 0,0 0-1 0 0,-1 0 1 0 0,1 0 0 0 0,-1 0-1 0 0,0 0 1 0 0,0 0-1 0 0,0 0 1 0 0,0 0-1 0 0,-1-3 1 0 0,-2-2-96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5:10.51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31 7 96 0 0,'-1'-1'159'0'0,"0"0"-1"0"0,0 0 1 0 0,0 1-1 0 0,0-1 1 0 0,0 1-1 0 0,0-1 1 0 0,0 1-1 0 0,-1 0 1 0 0,1-1-1 0 0,0 1 1 0 0,0 0-1 0 0,0 0 1 0 0,-1 0-1 0 0,1 0 1 0 0,0 0 0 0 0,0 0-1 0 0,0 0 1 0 0,-1 0-1 0 0,1 1 1 0 0,0-1-1 0 0,-2 1 1 0 0,2 0-8 0 0,1 0 0 0 0,-1-1 0 0 0,1 1 0 0 0,0 0 0 0 0,-1 0 0 0 0,1 0 0 0 0,0 0 0 0 0,0 0 0 0 0,-1 0 0 0 0,1 0 0 0 0,0-1 0 0 0,0 1 0 0 0,0 0-1 0 0,0 0 1 0 0,0 0 0 0 0,1 0 0 0 0,-1 0 0 0 0,0 0 0 0 0,0 0 0 0 0,1 0 0 0 0,0 1 0 0 0,31 63 3498 0 0,-25-51-3935 0 0,11 17 300 0 0,1-1 1 0 0,1-1-1 0 0,37 41 1 0 0,82 69-7401 0 0,-106-107 5583 0 0,-9-7 1015 0 0,-12-12 507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8:24.72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99 88 4 0 0,'-26'-88'7080'0'0,"28"109"2054"0"0,-4 40-8422 0 0,1-9-440 0 0,-27 382 3214 0 0,2-101-1623 0 0,25-301-3271 0 0,-1 31 3606 0 0,1-9-3934 0 0,0-43-4075 0 0,-9-115-9633 0 0,8 86 15210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8:25.54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210 4 112 0 0,'0'-3'9549'0'0,"-7"27"-9211"0"0,-21 21-399 0 0,15-20 220 0 0,-2-1 0 0 0,-1-1 0 0 0,-1 0 0 0 0,0-1 0 0 0,-2-1 0 0 0,-27 23 0 0 0,41-39-37 0 0,-17 14 791 0 0,21-19-895 0 0,1 0 0 0 0,0 1 1 0 0,-1-1-1 0 0,1 0 0 0 0,0 0 1 0 0,0 1-1 0 0,-1-1 0 0 0,1 0 1 0 0,0 1-1 0 0,0-1 0 0 0,0 1 1 0 0,-1-1-1 0 0,1 0 0 0 0,0 1 1 0 0,0-1-1 0 0,0 0 1 0 0,0 1-1 0 0,0-1 0 0 0,0 1 1 0 0,0-1-1 0 0,0 0 0 0 0,0 1 1 0 0,0-1-1 0 0,0 1 0 0 0,0-1 1 0 0,0 0-1 0 0,0 1 0 0 0,0-1 1 0 0,0 1-1 0 0,1-1 0 0 0,-1 0 1 0 0,0 1-1 0 0,0-1 1 0 0,0 0-1 0 0,1 1 0 0 0,-1-1 1 0 0,0 0-1 0 0,0 1 0 0 0,1-1 1 0 0,-1 0-1 0 0,0 0 0 0 0,1 1 1 0 0,-1-1-1 0 0,0 0 0 0 0,1 0 1 0 0,-1 1-1 0 0,0-1 0 0 0,1 0 1 0 0,-1 0-1 0 0,1 0 0 0 0,-1 0 1 0 0,0 0-1 0 0,1 0 1 0 0,55 21-485 0 0,-12-4 414 0 0,64 16 0 0 0,-93-30 212 0 0,0 0 0 0 0,-1-1 0 0 0,1-1 1 0 0,0 0-1 0 0,0-1 0 0 0,0-1 0 0 0,20-2 0 0 0,-31 2-7 0 0,-1 0 1 0 0,0 0-1 0 0,1 0 0 0 0,-1 0 1 0 0,0 0-1 0 0,0-1 0 0 0,0 1 1 0 0,0-1-1 0 0,0 0 0 0 0,-1 0 1 0 0,1 0-1 0 0,0 0 0 0 0,-1-1 1 0 0,0 1-1 0 0,5-5 0 0 0,-6 3 72 0 0,1 1-1 0 0,-1 0 1 0 0,0-1-1 0 0,0 1 1 0 0,0-1-1 0 0,0 1 1 0 0,-1-1-1 0 0,1 1 1 0 0,-1-1-1 0 0,0 1 1 0 0,0-1 0 0 0,0 0-1 0 0,-1 1 1 0 0,1-1-1 0 0,-1 1 1 0 0,0-1-1 0 0,0 1 1 0 0,-2-5-1 0 0,0-1 112 0 0,-1-1 0 0 0,0 2 0 0 0,-1-1 0 0 0,0 0 0 0 0,0 1 1 0 0,-1 0-1 0 0,0 0 0 0 0,0 1 0 0 0,-1 0 0 0 0,0 0 0 0 0,0 0 0 0 0,-17-11 0 0 0,-39-20-700 0 0,-4 7-3497 0 0,60 67-15362 0 0,7-18 18118 0 0,-1-7 862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8:33.84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40 58 8 0 0,'-4'-3'116'0'0,"4"0"8"0"0,-3 1 8 0 0,1-1 4 0 0,-2 0 0 0 0,3 0 0 0 0,-3 1-4 0 0,4-1-40 0 0,-2 0-68 0 0,-1-1-56 0 0,1 1-56 0 0,0-2-32 0 0,0 2-12 0 0,-1 0-8 0 0,3 0 0 0 0,-4 0 12 0 0,3-2 4 0 0,-1 2 12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28:34.6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146 32 24 0 0,'1'-17'-884'0'0,"-3"2"14964"0"0,0 28-13853 0 0,-14 92-103 0 0,-6 175 1 0 0,22-280-136 0 0,-28-37 1061 0 0,19 25-962 0 0,0-1 1 0 0,1-1-1 0 0,-9-18 0 0 0,-17-28 105 0 0,43 70-149 0 0,0 0 1 0 0,0-1 0 0 0,1 0-1 0 0,0-1 1 0 0,22 14 0 0 0,68 35 325 0 0,-53-32-300 0 0,-43-23-67 0 0,-2-1-1 0 0,0 0-1 0 0,0 0 1 0 0,0 0-1 0 0,0 0 1 0 0,0 0 0 0 0,-1 0-1 0 0,1 1 1 0 0,0-1 0 0 0,-1 1-1 0 0,1-1 1 0 0,0 1 0 0 0,-1 0-1 0 0,0-1 1 0 0,1 1-1 0 0,0 3 1 0 0,-2-4-117 0 0,-14 34-12231 0 0,12-34 12125 0 0,1 1-1 0 0,-1-1 1 0 0,0 0 0 0 0,0 0 0 0 0,0 0-1 0 0,0 0 1 0 0,0 0 0 0 0,0 0 0 0 0,0 0-1 0 0,0-1 1 0 0,0 1 0 0 0,0-1 0 0 0,0 0-1 0 0,-3 1 1 0 0,0-1 15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06T01:06:58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1 109 72 0 0,'4'-10'1295'0'0,"6"-20"-1561"0"0,-8 19 4976 0 0,-1 1 5382 0 0,-2 10-9513 0 0,-3-16-17915 0 0,4 8 19451 0 0,2-7-2908 0 0,0 7 505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08.44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130 404 180 0 0,'11'-42'8644'0'0,"-13"50"-4158"0"0,-10 62-3358 0 0,4 1 0 0 0,0 89 1 0 0,1-6 41 0 0,-36 557 3909 0 0,22-323-4580 0 0,-10 173 1567 0 0,23-383-906 0 0,160-160-1100 0 0,500-12 552 0 0,-400-8-1063 0 0,646-15-27 0 0,-856 17 723 0 0,0 3 0 0 0,-1 1 0 0 0,1 2 0 0 0,60 17 0 0 0,-101-23-253 0 0,0 1 0 0 0,0-1 0 0 0,0 0 1 0 0,1 0-1 0 0,-1 0 0 0 0,0-1 0 0 0,0 1 1 0 0,0 0-1 0 0,0 0 0 0 0,0-1 0 0 0,0 1 1 0 0,0 0-1 0 0,0-1 0 0 0,0 1 0 0 0,0-1 1 0 0,0 1-1 0 0,0-1 0 0 0,0 0 1 0 0,0 1-1 0 0,0-1 0 0 0,0 0 0 0 0,-1 0 1 0 0,1 0-1 0 0,0 0 0 0 0,-1 1 0 0 0,1-1 1 0 0,0 0-1 0 0,-1 0 0 0 0,1-1 0 0 0,14-32-234 0 0,-14 30 207 0 0,25-74 296 0 0,-3 0 0 0 0,15-105 0 0 0,7-168 225 0 0,-29 210-892 0 0,18-193 387 0 0,-14 102-576 0 0,70-312 1 0 0,96-63-59 0 0,-174 580 430 0 0,-8 20 117 0 0,0-1-1 0 0,-1 0 0 0 0,0 1 0 0 0,-1-1 0 0 0,0 0 0 0 0,2-12 0 0 0,-4 20 108 0 0,0-1 0 0 0,-1 0 0 0 0,1 1 0 0 0,-1-1 0 0 0,1 1 0 0 0,-1-1 0 0 0,1 1 0 0 0,-1-1 0 0 0,1 1 0 0 0,-1-1 0 0 0,0 1 0 0 0,1 0 0 0 0,-1-1 0 0 0,0 1 0 0 0,1 0 0 0 0,-1-1 0 0 0,0 1 0 0 0,0 0 0 0 0,1 0 0 0 0,-1 0 0 0 0,0-1 0 0 0,1 1 0 0 0,-1 0-1 0 0,0 0 1 0 0,0 0 0 0 0,0 1 0 0 0,-27-2 142 0 0,25 1-115 0 0,-841 71 2944 0 0,589-40-720 0 0,-340 0-280 0 0,323-24-3350 0 0,0 11-3743 0 0,246-14 2030 0 0,-1 7-7378 0 0,26-10 9988 0 0,0 0 1 0 0,1 0-1 0 0,-1 0 0 0 0,0 0 0 0 0,0 0 0 0 0,1 0 1 0 0,-1 0-1 0 0,1 0 0 0 0,-1 0 0 0 0,1 0 0 0 0,-1 0 0 0 0,1 0 1 0 0,0 1-1 0 0,0-1 0 0 0,-1 0 0 0 0,1 0 0 0 0,0 1 1 0 0,0-1-1 0 0,0 2 0 0 0,6 22-1095 0 0,3-2 715 0 0,-4-11 566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09.46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54 114 60 0 0,'0'-25'2864'0'0,"0"43"3295"0"0,0 23 916 0 0,0-22-5219 0 0,-2 29-1884 0 0,-1 1 0 0 0,-3-1 0 0 0,-1 0 1 0 0,-20 65-1 0 0,21-94 354 0 0,3-4 575 0 0,28-26-992 0 0,9-8-79 0 0,1 2-1 0 0,0 2 1 0 0,1 1 0 0 0,1 2-1 0 0,0 1 1 0 0,1 2 0 0 0,0 2-1 0 0,0 1 1 0 0,42-1 0 0 0,-71 7 172 0 0,-2 0 33 0 0,-1-1 0 0 0,1 1 0 0 0,-1 0 1 0 0,1 1-1 0 0,-1-1 0 0 0,1 1 0 0 0,-1 1 0 0 0,1-1 0 0 0,-1 1 0 0 0,12 5 0 0 0,-30-18 74 0 0,1 0 1 0 0,0-1-1 0 0,1 0 0 0 0,0 0 0 0 0,1-2 0 0 0,1 1 0 0 0,0-1 0 0 0,0 0 1 0 0,2 0-1 0 0,0-1 0 0 0,0 0 0 0 0,1 0 0 0 0,1 0 0 0 0,1-1 0 0 0,-3-29 0 0 0,5 32-102 0 0,1 2 112 0 0,-1 0-1 0 0,0 0 0 0 0,-1 0 1 0 0,0 0-1 0 0,-6-15 1 0 0,7 23 64 0 0,-1 0 0 0 0,1 0 0 0 0,-1 0 0 0 0,0 1 0 0 0,0-1 0 0 0,0 0 1 0 0,0 1-1 0 0,0-1 0 0 0,-1 1 0 0 0,1 0 0 0 0,-1 0 0 0 0,0 0 0 0 0,0 0 0 0 0,1 0 0 0 0,-1 0 1 0 0,0 1-1 0 0,-1 0 0 0 0,1-1 0 0 0,0 1 0 0 0,0 0 0 0 0,-7-1 0 0 0,-2 1 261 0 0,0 0 0 0 0,-1 1 0 0 0,1 0-1 0 0,0 1 1 0 0,-1 0 0 0 0,1 1 0 0 0,0 1-1 0 0,0 0 1 0 0,-21 8 0 0 0,22-5-1382 0 0,6 3-10330 0 0,11 4 462 0 0,3-2 10688 0 0,-3-3-609 0 0,0-1-1 0 0,1 0 0 0 0,0 0 0 0 0,0-1 1 0 0,0 0-1 0 0,10 6 0 0 0,-7-6 466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10.328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 71 92 0 0,'1'1'11043'0'0,"3"14"-8755"0"0,3 22-2554 0 0,-6 4 700 0 0,-1 0 1 0 0,-7 47-1 0 0,-1 34 803 0 0,23-132-1102 0 0,1 0-1 0 0,0 1 0 0 0,1 1 0 0 0,0 0 1 0 0,26-7-1 0 0,-18 10-114 0 0,1 1 0 0 0,-1 1 0 0 0,1 2 1 0 0,0 1-1 0 0,-1 0 0 0 0,1 2 0 0 0,0 1 0 0 0,-1 1 1 0 0,39 11-1 0 0,-68-23 164 0 0,1 0 0 0 0,-1 0 0 0 0,-1 0 1 0 0,-8-13-1 0 0,12 19-152 0 0,-7-10 92 0 0,-4-6 63 0 0,0-1 0 0 0,-15-38 0 0 0,24 51-179 0 0,1 1 0 0 0,0-2 0 0 0,1 1 0 0 0,0 0 0 0 0,0 0-1 0 0,0 0 1 0 0,0-1 0 0 0,1 1 0 0 0,0 0 0 0 0,1-1 0 0 0,-1 1-1 0 0,1 0 1 0 0,0 0 0 0 0,4-11 0 0 0,30-50 87 0 0,-18 38-60 0 0,-67 27 5340 0 0,-138-2-1449 0 0,188 4-4233 0 0,-1 0 1 0 0,1-1 0 0 0,0 1-1 0 0,-1 0 1 0 0,1 0-1 0 0,0 0 1 0 0,-1 0 0 0 0,1 0-1 0 0,0 0 1 0 0,-1 0-1 0 0,1 0 1 0 0,0 0 0 0 0,-1 0-1 0 0,1 0 1 0 0,0 0-1 0 0,-1 1 1 0 0,1-1 0 0 0,0 0-1 0 0,-1 0 1 0 0,1 0-1 0 0,0 0 1 0 0,-1 1 0 0 0,1-1-1 0 0,0 0 1 0 0,0 0-1 0 0,-1 0 1 0 0,1 1-307 0 0,0-1 307 0 0,0 0-1 0 0,-1 1 1 0 0,1-1 0 0 0,0 0-1 0 0,0 1 1 0 0,0-1-1 0 0,0 0 1 0 0,-1 1 0 0 0,1-1-1 0 0,0 0 1 0 0,0 1-1 0 0,0-1 1 0 0,0 0 0 0 0,0 1-1 0 0,0-1 1 0 0,0 0-1 0 0,0 1 1 0 0,0-1 0 0 0,0 0-1 0 0,0 1 1 0 0,0-1-1 0 0,0 0 1 0 0,1 1 0 0 0,-1-1-1 0 0,0 0 1 0 0,0 1-1 0 0,0-1 1 0 0,21 26-6797 0 0,35 22 4184 0 0,-43-40 2630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11.07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23 115 128 0 0,'0'-2'11877'0'0,"0"11"-6987"0"0,0-5-6799 0 0,0 76 2638 0 0,-4 1 0 0 0,-14 84 1 0 0,122-184-634 0 0,-65 17 144 0 0,-1 2 1 0 0,44 6 0 0 0,-62-3-189 0 0,-1 0 0 0 0,0 1-1 0 0,0 1 1 0 0,0 0 0 0 0,-1 2 0 0 0,21 10-1 0 0,-46-24 162 0 0,-1 1 0 0 0,2-2-1 0 0,-1 1 1 0 0,1 0 0 0 0,0-1-1 0 0,0 0 1 0 0,1-1 0 0 0,-5-10-1 0 0,5 11-189 0 0,1-1 0 0 0,0 1-1 0 0,1-1 1 0 0,0 0 0 0 0,0 0-1 0 0,1 0 1 0 0,0 0 0 0 0,0 0 0 0 0,1-1-1 0 0,0 1 1 0 0,1-1 0 0 0,1-14-1 0 0,6-5 179 0 0,1 1 0 0 0,2 1-1 0 0,1 0 1 0 0,26-48 0 0 0,-9 18 49 0 0,-27 56-240 0 0,-1 1 0 0 0,1-1 1 0 0,-1 1-1 0 0,1-1 0 0 0,-1 0 0 0 0,0 1 1 0 0,0-1-1 0 0,1 0 0 0 0,-1 1 1 0 0,0-1-1 0 0,0 0 0 0 0,0 1 0 0 0,1-1 1 0 0,-1 0-1 0 0,0 0 0 0 0,0 1 1 0 0,0-1-1 0 0,0 0 0 0 0,0 1 1 0 0,0-1-1 0 0,-1 0 0 0 0,1 0 0 0 0,0 1 1 0 0,0-1-1 0 0,0 0 0 0 0,-1 1 1 0 0,0-2-1 0 0,-20-2-1004 0 0,11 3-54 0 0,-16 0-3856 0 0,0 0 1 0 0,-46 6-1 0 0,45-1 3266 0 0,0 2 0 0 0,-40 12 0 0 0,46-10 1344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12.12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26 187 16 0 0,'6'-59'1862'0'0,"-2"37"948"0"0,-2 33 3494 0 0,-4 30-5469 0 0,-2-1 0 0 0,-2 1 0 0 0,-13 44 0 0 0,13-57-420 0 0,6-27-425 0 0,0-1 0 0 0,0 0 0 0 0,0 1 1 0 0,0-1-1 0 0,0 1 0 0 0,0-1 0 0 0,1 1 1 0 0,-1-1-1 0 0,0 1 0 0 0,0-1 0 0 0,0 1 1 0 0,1-1-1 0 0,-1 1 0 0 0,0-1 0 0 0,1 0 0 0 0,-1 1 1 0 0,0-1-1 0 0,1 0 0 0 0,-1 1 0 0 0,0-1 1 0 0,1 0-1 0 0,-1 1 0 0 0,1-1 0 0 0,-1 0 1 0 0,1 0-1 0 0,-1 0 0 0 0,0 1 0 0 0,1-1 1 0 0,-1 0-1 0 0,1 0 0 0 0,0 0 0 0 0,28 7-147 0 0,43-3 64 0 0,-55-3 60 0 0,35 2-272 0 0,1 2 0 0 0,-1 3 0 0 0,68 19 0 0 0,-134-77 713 0 0,7 21-335 0 0,1-1 1 0 0,2 0 0 0 0,1 0-1 0 0,0-38 1 0 0,4 54-148 0 0,-1-1 0 0 0,2 0 0 0 0,0 0-1 0 0,1 1 1 0 0,0 0 0 0 0,1-1 0 0 0,1 1 0 0 0,0 1 0 0 0,1-1-1 0 0,13-22 1 0 0,-23 36 841 0 0,0-1 1 0 0,1 1-1 0 0,-1 0 0 0 0,0 0 0 0 0,1 0 0 0 0,-1 0 0 0 0,0 1 1 0 0,1-1-1 0 0,-1 1 0 0 0,0 0 0 0 0,-6 3 0 0 0,-69 17 984 0 0,64-15-1970 0 0,-16 4 545 0 0,13-7-8812 0 0,25 6-1556 0 0,9 8 7400 0 0,-10-12 2225 0 0,1 0 0 0 0,0-1 0 0 0,0 0 0 0 0,1 0 0 0 0,10 4 0 0 0,-5-3 178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12.81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35 87 72 0 0,'2'-3'11691'0'0,"2"30"-9547"0"0,0 42-2519 0 0,-8-14 1657 0 0,-3 0 1 0 0,-26 103-1 0 0,132-196-1486 0 0,-79 30 230 0 0,0 0 1 0 0,0 1-1 0 0,1 1 1 0 0,0 1-1 0 0,-1 1 1 0 0,2 1-1 0 0,-1 1 1 0 0,0 1-1 0 0,1 0 1 0 0,41 6-1 0 0,-62-5-38 0 0,0-1-1 0 0,0 1 0 0 0,-1 0 1 0 0,1-1-1 0 0,0 1 0 0 0,0 0 1 0 0,0-1-1 0 0,-1 1 1 0 0,1-1-1 0 0,0 1 0 0 0,-1-1 1 0 0,1 0-1 0 0,0 1 0 0 0,-1-1 1 0 0,1 1-1 0 0,-1-1 0 0 0,1 0 1 0 0,-1 0-1 0 0,1 1 1 0 0,-1-1-1 0 0,0 0 0 0 0,1 0 1 0 0,-1 0-1 0 0,0 0 0 0 0,1 1 1 0 0,-1-1-1 0 0,0 0 1 0 0,0 0-1 0 0,0 0 0 0 0,0 0 1 0 0,0 0-1 0 0,0 1 0 0 0,0-1 1 0 0,0 0-1 0 0,0 0 0 0 0,-1-1 1 0 0,0-51-95 0 0,0 36 82 0 0,0-1 145 0 0,-1 1 1 0 0,0 0 0 0 0,-1-1-1 0 0,0 1 1 0 0,-2 0 0 0 0,0 0-1 0 0,-1 1 1 0 0,-1 0-1 0 0,-12-23 1 0 0,15 33 179 0 0,0-1-1 0 0,-1 1 1 0 0,1-1-1 0 0,-1 1 1 0 0,-1 1-1 0 0,1-1 1 0 0,-1 1-1 0 0,0 0 1 0 0,-1 0-1 0 0,-8-5 1 0 0,11 8-19 0 0,-1 0 0 0 0,0 0 0 0 0,0 0 1 0 0,0 1-1 0 0,-1-1 0 0 0,1 1 0 0 0,0 0 1 0 0,0 1-1 0 0,-1-1 0 0 0,1 1 0 0 0,0 0 1 0 0,-1 1-1 0 0,1-1 0 0 0,0 1 1 0 0,0 0-1 0 0,-8 3 0 0 0,25 13-15042 0 0,13 1 8910 0 0,-18-13 5200 0 0,0-1-1 0 0,1 0 0 0 0,-1 0 1 0 0,1-1-1 0 0,0 0 1 0 0,0 0-1 0 0,10 2 1 0 0,-7-4 394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13.46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48 112 0 0,'5'-1'8695'0'0,"0"8"-3697"0"0,3 21-2555 0 0,0 31-3282 0 0,-6-28 1490 0 0,-3 0 0 0 0,0 0-1 0 0,-2-1 1 0 0,-11 50-1 0 0,110-99-1096 0 0,-66 15 574 0 0,1 1 0 0 0,-1 1 0 0 0,0 2 0 0 0,1 1 0 0 0,-1 2 0 0 0,0 1 0 0 0,31 8 0 0 0,-80-56 1207 0 0,12 32-1369 0 0,0 0 0 0 0,1 0-1 0 0,0-1 1 0 0,1 0 0 0 0,0-1 0 0 0,1 1-1 0 0,1-1 1 0 0,0 0 0 0 0,0 0 0 0 0,2 0-1 0 0,0 0 1 0 0,0 0 0 0 0,2 0-1 0 0,-1 0 1 0 0,2 0 0 0 0,0 0 0 0 0,1 0-1 0 0,0 1 1 0 0,8-23 0 0 0,-34 77-12774 0 0,-14 3 7995 0 0,14-22 3801 0 0,-45 34-1 0 0,45-38 773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14.31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1 130 128 0 0,'5'-72'6857'0'0,"0"79"-3298"0"0,1 19-2369 0 0,-3 17-1414 0 0,3 118 1858 0 0,-6-160-1636 0 0,0-1 0 0 0,0 1 0 0 0,0 0 1 0 0,0 0-1 0 0,0-1 0 0 0,0 1 0 0 0,1 0 0 0 0,-1 0 1 0 0,0-1-1 0 0,0 1 0 0 0,1 0 0 0 0,-1-1 0 0 0,1 1 1 0 0,-1 0-1 0 0,0-1 0 0 0,1 1 0 0 0,-1-1 0 0 0,1 1 1 0 0,0-1-1 0 0,-1 1 0 0 0,1-1 0 0 0,-1 1 0 0 0,1-1 1 0 0,0 0-1 0 0,-1 1 0 0 0,1-1 0 0 0,0 0 0 0 0,-1 1 1 0 0,1-1-1 0 0,1 0 0 0 0,32 1-84 0 0,40-19-100 0 0,-66 15 162 0 0,270-69-1180 0 0,-277 71 1194 0 0,0 1-1 0 0,0 0 0 0 0,0-1 0 0 0,0 1 1 0 0,-1-1-1 0 0,1 1 0 0 0,0-1 0 0 0,0 1 1 0 0,-1-1-1 0 0,1 1 0 0 0,-1-1 0 0 0,1 0 1 0 0,0 1-1 0 0,-1-1 0 0 0,1 0 0 0 0,-1 0 1 0 0,1 1-1 0 0,-1-1 0 0 0,0 0 1 0 0,1 0-1 0 0,-1 0 0 0 0,0 0 0 0 0,0 0 1 0 0,1 1-1 0 0,-1-3 0 0 0,-3-29 4 0 0,0 22 207 0 0,0 0 0 0 0,-1 0-1 0 0,-10-18 1 0 0,10 20 409 0 0,-1 0 0 0 0,0 1 0 0 0,-1-1-1 0 0,0 1 1 0 0,0 0 0 0 0,-1 1 0 0 0,0 0 0 0 0,0 0 0 0 0,0 0 0 0 0,0 1-1 0 0,-1 0 1 0 0,0 0 0 0 0,0 1 0 0 0,-1 0 0 0 0,1 0 0 0 0,-1 1-1 0 0,0 0 1 0 0,0 1 0 0 0,0 0 0 0 0,0 0 0 0 0,-13 0 0 0 0,21 2-764 0 0,13 5-10225 0 0,16 6 4373 0 0,-8-2 2983 0 0,-2 0 1628 0 0,0-2 1 0 0,0 0-1 0 0,23 6 0 0 0,-25-10 1121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14.90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51 7 156 0 0,'15'-7'9722'0'0,"-15"15"-4490"0"0,0 11-6738 0 0,-1 5 2068 0 0,-1 1 0 0 0,-2 0-1 0 0,0 0 1 0 0,-1-1 0 0 0,-2 0 0 0 0,0 0 0 0 0,-1-1 0 0 0,-14 27-1 0 0,21-49-525 0 0,1-1 0 0 0,-1 1 0 0 0,1-1 0 0 0,-1 1 0 0 0,1-1 0 0 0,-1 1-1 0 0,1-1 1 0 0,0 1 0 0 0,0-1 0 0 0,-1 1 0 0 0,1 0 0 0 0,0-1 0 0 0,0 1 0 0 0,-1-1-1 0 0,1 1 1 0 0,0 0 0 0 0,0-1 0 0 0,0 1 0 0 0,0 0 0 0 0,0-1 0 0 0,0 1-1 0 0,0 0 1 0 0,0-1 0 0 0,0 1 0 0 0,0 0 0 0 0,1-1 0 0 0,-1 1 0 0 0,0-1-1 0 0,0 1 1 0 0,1 0 0 0 0,-1-1 0 0 0,0 1 0 0 0,1-1 0 0 0,-1 1 0 0 0,0-1 0 0 0,1 1-1 0 0,26-3 424 0 0,-8-2-458 0 0,26-1 189 0 0,89 2 1 0 0,18-2-52 0 0,-151 5-135 0 0,0 0 1 0 0,1 0-1 0 0,-1 0 1 0 0,1 0 0 0 0,-1 0-1 0 0,1 0 1 0 0,-1 0-1 0 0,0-1 1 0 0,1 1 0 0 0,-1 0-1 0 0,1-1 1 0 0,-1 1 0 0 0,0-1-1 0 0,0 0 1 0 0,1 1-1 0 0,-1-1 1 0 0,0 0 0 0 0,0 0-1 0 0,0 0 1 0 0,0 0-1 0 0,0 0 1 0 0,0 0 0 0 0,0 0-1 0 0,0 0 1 0 0,0 0-1 0 0,0-1 1 0 0,0 1 0 0 0,-1 0-1 0 0,1 0 1 0 0,-1-1 0 0 0,1 1-1 0 0,0-2 1 0 0,-2-1 66 0 0,1-1 0 0 0,-1 1 1 0 0,0 0-1 0 0,0-1 0 0 0,-1 1 0 0 0,1 0 1 0 0,-1 0-1 0 0,0 0 0 0 0,0 0 0 0 0,-3-4 1 0 0,-3-6 372 0 0,-1 1-1 0 0,0 0 1 0 0,-1 1 0 0 0,0 0 0 0 0,-1 1 0 0 0,-1 0 0 0 0,1 1 0 0 0,-2 0 0 0 0,1 1-1 0 0,-1 0 1 0 0,-23-11 0 0 0,35 20-569 0 0,26 0-15803 0 0,3 8 9459 0 0,29 20 3486 0 0,-31-15 1624 0 0,-10-6 1074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15.44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99 38 12 0 0,'0'-11'-740'0'0,"-1"-15"8604"0"0,-3 28-3070 0 0,-5 16-3277 0 0,-73 167 4308 0 0,82-184-5766 0 0,-1-1 0 0 0,1 1 1 0 0,0 0-1 0 0,-1-1 0 0 0,1 1 0 0 0,0 0 1 0 0,0 0-1 0 0,-1 0 0 0 0,1-1 1 0 0,0 1-1 0 0,0 0 0 0 0,0 0 0 0 0,0 0 1 0 0,0-1-1 0 0,0 1 0 0 0,0 0 1 0 0,0 0-1 0 0,0 0 0 0 0,1-1 0 0 0,-1 1 1 0 0,1 1-1 0 0,16 2 252 0 0,-8-3-413 0 0,276 32 545 0 0,-282-33-417 0 0,1 0 0 0 0,-1 1 0 0 0,1-1-1 0 0,-1 0 1 0 0,1-1 0 0 0,0 1 0 0 0,-1-1 0 0 0,1 1 0 0 0,-1-1 0 0 0,0 0 0 0 0,1 0-1 0 0,-1-1 1 0 0,0 1 0 0 0,0-1 0 0 0,1 1 0 0 0,-1-1 0 0 0,0 0 0 0 0,-1 0 0 0 0,4-3-1 0 0,-5 3 46 0 0,0 0 1 0 0,1 0-1 0 0,-1-1 0 0 0,0 1 0 0 0,-1 0 0 0 0,1-1 0 0 0,0 1 0 0 0,-1 0 0 0 0,1-1 0 0 0,-1 1 0 0 0,0-1 0 0 0,1 1 0 0 0,-1-1 0 0 0,-1 1 0 0 0,1 0 0 0 0,0-1 0 0 0,0 1 0 0 0,-1-1 0 0 0,0 1 0 0 0,1 0 0 0 0,-1-1 0 0 0,0 1 0 0 0,0 0 0 0 0,0 0 0 0 0,0-1 0 0 0,-1 1 0 0 0,-2-3 0 0 0,-5-8 10 0 0,0 0-1 0 0,-1 1 0 0 0,0 0 1 0 0,-1 1-1 0 0,-1 0 0 0 0,1 1 1 0 0,-21-14-1 0 0,31 24-283 0 0,1-1 0 0 0,0 1 0 0 0,0 0 0 0 0,-1 0 0 0 0,1-1 0 0 0,0 1 0 0 0,0 0 0 0 0,-1 0 0 0 0,1 0 0 0 0,0-1 0 0 0,-1 1 0 0 0,1 0 0 0 0,0 0 0 0 0,-1 0 0 0 0,1 0 0 0 0,-1 0 0 0 0,1 0 0 0 0,0 0 0 0 0,-1 0 0 0 0,1 0 0 0 0,0 0 0 0 0,-1 0 0 0 0,1 0 0 0 0,0 0 0 0 0,-1 0 1 0 0,1 0-1 0 0,0 0 0 0 0,-1 0 0 0 0,1 0 0 0 0,0 1 0 0 0,-1-1 0 0 0,1 0 0 0 0,0 0 0 0 0,-1 0 0 0 0,1 0 0 0 0,-1 1 0 0 0,-1 15-5321 0 0,8 25-491 0 0,-5-37 5409 0 0,16 117-3619 0 0,-14-94 3940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22.38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21 145 216 0 0,'-20'2'13482'0'0,"35"-5"-12579"0"0,78-15 1588 0 0,1 4 1 0 0,127-2-1 0 0,190 20 368 0 0,-121 2-2931 0 0,141-19 4367 0 0,-445 13-3766 0 0,0-1-1 0 0,-1 0 1 0 0,1-2 0 0 0,0 1 0 0 0,1-2 0 0 0,-21-6 0 0 0,26 6-563 0 0,0 1 0 0 0,1-1 0 0 0,-1 0 0 0 0,1 0 0 0 0,0-1 0 0 0,0 0 0 0 0,0 0 0 0 0,1-1 0 0 0,-1 0 0 0 0,1 0 0 0 0,-9-13 0 0 0,39 35-1480 0 0,14 19 1112 0 0,-35-31 244 0 0,48 54-155 0 0,-20-38-2775 0 0,6-9-5489 0 0,-36-11 8023 0 0,0 0 0 0 0,1 0 1 0 0,-1 0-1 0 0,0 0 0 0 0,0 0 0 0 0,0 1 1 0 0,0-1-1 0 0,0 0 0 0 0,0 1 0 0 0,0-1 0 0 0,0 1 1 0 0,0-1-1 0 0,-1 1 0 0 0,1-1 0 0 0,0 1 1 0 0,0-1-1 0 0,0 1 0 0 0,0 0 0 0 0,1 1 0 0 0,-2-1 329 0 0,0 0 0 0 0,0-1 0 0 0,0 1 0 0 0,0 0 0 0 0,0 0 0 0 0,0-1 0 0 0,0 1 0 0 0,0 0 0 0 0,0 0 0 0 0,0-1-1 0 0,0 1 1 0 0,0 0 0 0 0,0-1 0 0 0,-1 1 0 0 0,1 0 0 0 0,0 0 0 0 0,-1-1 0 0 0,1 1 0 0 0,0-1 0 0 0,-1 1 0 0 0,0 0-1 0 0,-33 32-1524 0 0,30-29 1418 0 0,-8 6 75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23.36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1 210 148 0 0,'3'-10'9677'0'0,"6"10"-10705"0"0,201-7 4215 0 0,100 2-2410 0 0,293 0 436 0 0,-479 0-1668 0 0,-69 4 524 0 0,0 3 0 0 0,0 2 0 0 0,-1 2 1 0 0,83 20-1 0 0,-115-21 938 0 0,-35-10 2821 0 0,-20-7-226 0 0,16 3-4357 0 0,3 0 658 0 0,1 1 0 0 0,1-2 1 0 0,0 0-1 0 0,0 0 1 0 0,1-1-1 0 0,0-1 0 0 0,1 0 1 0 0,0 0-1 0 0,1-1 0 0 0,1 0 1 0 0,-12-25-1 0 0,19 37 85 0 0,1 0 0 0 0,-1 0 0 0 0,1 1 0 0 0,0-1 0 0 0,-1 0 0 0 0,1 0-1 0 0,0 0 1 0 0,0 0 0 0 0,-1 0 0 0 0,1 0 0 0 0,0 0 0 0 0,0 0 0 0 0,0 0 0 0 0,0 1-1 0 0,0-1 1 0 0,1 0 0 0 0,-1 0 0 0 0,0 0 0 0 0,0 0 0 0 0,1 0 0 0 0,-1 0 0 0 0,0 0 0 0 0,1 0-1 0 0,-1 1 1 0 0,1-1 0 0 0,-1 0 0 0 0,1 0 0 0 0,-1 1 0 0 0,1-1 0 0 0,0 0 0 0 0,-1 1 0 0 0,1-1-1 0 0,0 0 1 0 0,1 0 0 0 0,1 0 53 0 0,0 0 0 0 0,0 0 1 0 0,0 0-1 0 0,0 1 0 0 0,1-1 0 0 0,-1 1 0 0 0,0 0 0 0 0,0 0 0 0 0,0 0 0 0 0,0 0 0 0 0,4 1 0 0 0,0 0-307 0 0,0 0 0 0 0,-1 0 0 0 0,1 1 0 0 0,0 0 0 0 0,-1 0 0 0 0,1 1 0 0 0,-1 0 0 0 0,0 0 0 0 0,0 0 0 0 0,10 8 0 0 0,-15-10-179 0 0,0 0 0 0 0,0 1 0 0 0,0-1 0 0 0,-1 0 0 0 0,1 0-1 0 0,0 1 1 0 0,-1-1 0 0 0,1 1 0 0 0,-1-1 0 0 0,0 0 0 0 0,1 1 0 0 0,-1-1 0 0 0,0 1-1 0 0,0-1 1 0 0,0 1 0 0 0,0-1 0 0 0,0 0 0 0 0,-1 4 0 0 0,-13 26-4308 0 0,-35 23 1416 0 0,45-49 3117 0 0,-9 7-100 0 0,-3 1 57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24.22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8 180 176 0 0,'-7'-9'3389'0'0,"14"8"1301"0"0,12 1-4783 0 0,224-16 3465 0 0,123 11-2536 0 0,-58 2-52 0 0,-187-1-564 0 0,135-1-651 0 0,-194 6 199 0 0,-1 4 0 0 0,68 13 0 0 0,-105-13 1294 0 0,-44-10 2691 0 0,14 3-3759 0 0,1-1 1 0 0,-1 0 0 0 0,1 0 0 0 0,0 0 0 0 0,0 0 0 0 0,0-1-1 0 0,0 0 1 0 0,1 0 0 0 0,-1 0 0 0 0,1-1 0 0 0,0 1-1 0 0,0-1 1 0 0,1 0 0 0 0,-4-6 0 0 0,4 7-58 0 0,0-1 0 0 0,1 1 0 0 0,0 0 0 0 0,0-1 0 0 0,0 0 0 0 0,1 1 0 0 0,0-1 0 0 0,-1 0 0 0 0,2 0 0 0 0,-1 0 0 0 0,0 0 0 0 0,1 0 0 0 0,0 0 0 0 0,0 1 0 0 0,1-1 0 0 0,-1 0 0 0 0,1 0 0 0 0,2-5 0 0 0,-3 9 54 0 0,1 1 0 0 0,0 0 0 0 0,0-1 0 0 0,0 1 0 0 0,0 0 0 0 0,0 0 0 0 0,-1 0 1 0 0,1 0-1 0 0,0 0 0 0 0,0 0 0 0 0,0 0 0 0 0,0 0 0 0 0,0 0 0 0 0,0 0 0 0 0,0 0 0 0 0,0 1 0 0 0,-1-1 0 0 0,1 0 1 0 0,0 1-1 0 0,0-1 0 0 0,0 0 0 0 0,-1 1 0 0 0,1-1 0 0 0,0 1 0 0 0,0 0 0 0 0,-1-1 0 0 0,2 2 0 0 0,23 15-57 0 0,-22-16-104 0 0,-1 1 0 0 0,0 0 0 0 0,0 0 0 0 0,1 0 0 0 0,-1 0 0 0 0,0 1 1 0 0,0-1-1 0 0,-1 1 0 0 0,1-1 0 0 0,-1 1 0 0 0,1 0 0 0 0,-1-1 0 0 0,0 1 0 0 0,0 0 0 0 0,0 0 1 0 0,0 0-1 0 0,0 0 0 0 0,-1 0 0 0 0,1 3 0 0 0,-1-1-365 0 0,-1 0 0 0 0,1 0-1 0 0,-1-1 1 0 0,0 1 0 0 0,0 0 0 0 0,0 0 0 0 0,-1-1 0 0 0,0 1-1 0 0,0-1 1 0 0,-4 8 0 0 0,-2 1-865 0 0,-1-1 1 0 0,0 0-1 0 0,-17 16 0 0 0,-7 4 1254 0 0,17-17-88 0 0,-2 1 35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25.13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35 75 76 0 0,'-16'5'-388'0'0,"0"1"4084"0"0,16-5-3640 0 0,0-1 1 0 0,0 0 0 0 0,-1 0 0 0 0,1 0 0 0 0,0 0-1 0 0,0 0 1 0 0,0 0 0 0 0,0 0 0 0 0,0 0 0 0 0,0 0 0 0 0,0 0-1 0 0,0 0 1 0 0,0 0 0 0 0,-1 0 0 0 0,1 0 0 0 0,0 0 0 0 0,0 0-1 0 0,0 0 1 0 0,0 1 0 0 0,0-1 0 0 0,0 0 0 0 0,0 0 0 0 0,0 0-1 0 0,0 0 1 0 0,0 0 0 0 0,0 0 0 0 0,0 0 0 0 0,0 0 0 0 0,0 1-1 0 0,0-1 1 0 0,0 0 0 0 0,0 0 0 0 0,0 0 0 0 0,0 0-1 0 0,0 0 1 0 0,0 0 0 0 0,0 0 0 0 0,0 0 0 0 0,0 1 0 0 0,0-1-1 0 0,0 0 1 0 0,0 0 0 0 0,0 0 0 0 0,0 0 0 0 0,0 0 0 0 0,0 0-1 0 0,0 0 1 0 0,0 0 0 0 0,0 0 0 0 0,1 0 0 0 0,-1 1 0 0 0,0-1-1 0 0,0 0 1 0 0,0 0 0 0 0,0 0 0 0 0,0 0 0 0 0,0 0 0 0 0,0 0-1 0 0,0 0 1 0 0,0 0 0 0 0,0 0 0 0 0,1 0 0 0 0,-1 0-1 0 0,0 0 1 0 0,0 0 0 0 0,20 2 1119 0 0,508 12 3022 0 0,-122 2-2871 0 0,-1 0-1368 0 0,-361-16-102 0 0,0 2 0 0 0,0 1-1 0 0,-1 3 1 0 0,61 15 0 0 0,-169-44 6555 0 0,-6-13-5020 0 0,61 30-1384 0 0,0-1 0 0 0,-1 0 0 0 0,2 0-1 0 0,-1-1 1 0 0,1 0 0 0 0,1-1 0 0 0,-1 0 0 0 0,2 0-1 0 0,-1-1 1 0 0,1 0 0 0 0,-6-12 0 0 0,7 70-798 0 0,1-20 680 0 0,2 0 1 0 0,0 0-1 0 0,2 34 0 0 0,1-61 81 0 0,0 1 0 0 0,0 0 1 0 0,0-1-1 0 0,0 1 0 0 0,0-1 0 0 0,0 1 0 0 0,1 0 0 0 0,-1-1 1 0 0,0 1-1 0 0,1-1 0 0 0,-1 1 0 0 0,1-1 0 0 0,0 1 0 0 0,0-1 1 0 0,-1 0-1 0 0,1 1 0 0 0,0-1 0 0 0,0 0 0 0 0,0 1 0 0 0,0-1 1 0 0,1 0-1 0 0,-1 0 0 0 0,0 0 0 0 0,0 0 0 0 0,1 0 0 0 0,-1 0 1 0 0,0-1-1 0 0,1 1 0 0 0,-1 0 0 0 0,1-1 0 0 0,-1 1 0 0 0,1-1 1 0 0,-1 1-1 0 0,1-1 0 0 0,0 0 0 0 0,-1 1 0 0 0,1-1 0 0 0,-1 0 1 0 0,1 0-1 0 0,0 0 0 0 0,-1-1 0 0 0,1 1 0 0 0,-1 0 0 0 0,1-1 0 0 0,0 1 1 0 0,2-2-1 0 0,8-3-1486 0 0,-1 0-1 0 0,1-1 1 0 0,-1-1 0 0 0,20-15 0 0 0,-5 3-5196 0 0,8 5 3027 0 0,-29 14 3403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43.31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2363 555 132 0 0,'-4'8'6259'0'0,"-3"-15"-1345"0"0,0 1-5425 0 0,-107-86 848 0 0,-20-13-649 0 0,56 54 222 0 0,-3 3 0 0 0,-2 4-1 0 0,-136-51 1 0 0,145 69 38 0 0,0 3 1 0 0,-2 3-1 0 0,0 4 0 0 0,-131-11 1 0 0,145 25-139 0 0,0 2 1 0 0,0 3 0 0 0,1 3 0 0 0,-83 18 0 0 0,96-12 212 0 0,1 1 0 0 0,0 2 0 0 0,1 3 1 0 0,1 1-1 0 0,-84 51 0 0 0,115-61-29 0 0,-1 2 0 0 0,2 0 0 0 0,-1 1 0 0 0,2 0 0 0 0,-1 1 0 0 0,2 0 0 0 0,0 1 0 0 0,0 0 0 0 0,1 1 0 0 0,1 0 0 0 0,1 1 0 0 0,-7 16 0 0 0,9-18 59 0 0,2 0 1 0 0,0 0-1 0 0,0 0 1 0 0,1 0 0 0 0,1 0-1 0 0,0 1 1 0 0,1-1 0 0 0,1 1-1 0 0,0-1 1 0 0,1 1 0 0 0,1-1-1 0 0,0 1 1 0 0,1-1 0 0 0,0 0-1 0 0,6 15 1 0 0,0-10-236 0 0,-7-10 2038 0 0,-19-16-25 0 0,11 3-1698 0 0,-14-6 157 0 0,1 2-1 0 0,-1 0 1 0 0,0 0-1 0 0,-1 2 0 0 0,1 1 1 0 0,-1 0-1 0 0,-39-2 1 0 0,60 7-120 0 0,1 1-296 0 0,1 0 0 0 0,-1 0 0 0 0,1 0 0 0 0,-1 0-1 0 0,1-1 1 0 0,0 1 0 0 0,-1 0 0 0 0,1-1 0 0 0,0 1-1 0 0,0-1 1 0 0,-1 1 0 0 0,1-1 0 0 0,0 0 0 0 0,0 0-1 0 0,3 0 1 0 0,33 3-2440 0 0,148 1-5649 0 0,65 3 4989 0 0,-203-3 2971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44.01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2993 1227 148 0 0,'1'0'82'0'0,"-1"0"0"0"0,1 0 0 0 0,-1 0 0 0 0,1 0 0 0 0,-1 0 0 0 0,0 0 0 0 0,1 0 0 0 0,-1 0 0 0 0,1 0 0 0 0,-1 0 0 0 0,1 0 0 0 0,-1 0 0 0 0,1-1 0 0 0,-1 1 0 0 0,0 0 0 0 0,1 0 0 0 0,-1 0 0 0 0,0-1 0 0 0,1 1 0 0 0,-1 0 0 0 0,0-1 0 0 0,1 1 0 0 0,-1 0 1 0 0,0-1-1 0 0,1 1 0 0 0,-1 0 0 0 0,0-1 0 0 0,0 1 0 0 0,1-1 0 0 0,-1 1 0 0 0,0 0 0 0 0,0-1 0 0 0,0 0 0 0 0,-4-19 1665 0 0,-22-27-428 0 0,19 36-1290 0 0,-47-88 145 0 0,-5 3 1 0 0,-4 3-1 0 0,-4 3 1 0 0,-3 2-1 0 0,-5 4 1 0 0,-3 3-1 0 0,-4 4 1 0 0,-106-79-1 0 0,137 121-45 0 0,-1 2 0 0 0,-2 3 0 0 0,0 2 0 0 0,-3 2-1 0 0,0 2 1 0 0,-1 4 0 0 0,-69-16 0 0 0,59 21-243 0 0,-2 3-1 0 0,1 3 0 0 0,-1 3 1 0 0,-1 3-1 0 0,1 3 1 0 0,-73 10-1 0 0,96-2 177 0 0,-1 1-1 0 0,1 2 1 0 0,0 3 0 0 0,1 1-1 0 0,1 3 1 0 0,1 1-1 0 0,0 3 1 0 0,-72 47-1 0 0,55-25-65 0 0,1 2-1 0 0,3 3 0 0 0,2 2 1 0 0,-95 116-1 0 0,132-145 63 0 0,2 1 1 0 0,0 0-1 0 0,2 1 1 0 0,0 0-1 0 0,-16 44 0 0 0,25-55-16 0 0,1 1 0 0 0,0 0 0 0 0,1 0 0 0 0,1 0 0 0 0,0 1 0 0 0,1-1 0 0 0,0 0-1 0 0,1 1 1 0 0,1-1 0 0 0,0 0 0 0 0,1 0 0 0 0,8 26 0 0 0,-2-17-69 0 0,-4-9 437 0 0,-16-31 344 0 0,-5-7-530 0 0,0 2 1 0 0,-1 0-1 0 0,-1 1 0 0 0,-1 1 0 0 0,-1 1 0 0 0,-45-31 0 0 0,89 47-4904 0 0,56 3 2319 0 0,-63 0 1626 0 0,259 20-2968 0 0,-250-18 3562 0 0,21 3-82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44.71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3568 1491 172 0 0,'0'-1'111'0'0,"1"0"0"0"0,-1 1-1 0 0,1-1 1 0 0,-1 0 0 0 0,0 0-1 0 0,1 0 1 0 0,-1 1 0 0 0,0-1 0 0 0,0 0-1 0 0,0 0 1 0 0,1 0 0 0 0,-1 0 0 0 0,0 0-1 0 0,0 0 1 0 0,0 0 0 0 0,0 0 0 0 0,-1 0-1 0 0,1 1 1 0 0,0-1 0 0 0,0 0 0 0 0,0 0-1 0 0,-1 0 1 0 0,1 0 0 0 0,-1 0 0 0 0,1 1-1 0 0,0-1 1 0 0,-1 0 0 0 0,1 0 0 0 0,-1 1-1 0 0,0-1 1 0 0,1 0 0 0 0,-1 1 0 0 0,0-1-1 0 0,1 0 1 0 0,-2 0 0 0 0,-27-35 1876 0 0,24 32-1828 0 0,-329-433 3664 0 0,210 264-4027 0 0,-152-163-1 0 0,229 289 132 0 0,-2 2 0 0 0,-2 2 0 0 0,-2 2 0 0 0,-2 3 0 0 0,-1 2 0 0 0,-2 2 0 0 0,-1 3 0 0 0,-1 3 0 0 0,-2 2 0 0 0,0 3 0 0 0,-2 3 0 0 0,0 2 0 0 0,-1 4 0 0 0,-1 2 0 0 0,0 3 0 0 0,-1 3 0 0 0,1 3-1 0 0,-1 3 1 0 0,0 3 0 0 0,-86 14 0 0 0,54 1 151 0 0,0 3-1 0 0,2 6 1 0 0,1 3-1 0 0,1 4 1 0 0,2 5-1 0 0,2 4 0 0 0,-162 102 1 0 0,206-112 55 0 0,1 2 1 0 0,2 2-1 0 0,1 2 1 0 0,-58 69 0 0 0,74-73-99 0 0,1 0 0 0 0,2 1 0 0 0,1 2 1 0 0,2 0-1 0 0,1 2 0 0 0,-22 66 1 0 0,-7 64-759 0 0,81-188-6019 0 0,51-17 4938 0 0,-61 29 1580 0 0,2 1 37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45.77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4328 1755 76 0 0,'0'1'36'0'0,"0"-1"0"0"0,1 0 0 0 0,-1 1 0 0 0,0-1-1 0 0,1 0 1 0 0,-1 1 0 0 0,0-1 0 0 0,1 0 0 0 0,-1 0 0 0 0,0 1 0 0 0,1-1 0 0 0,-1 0-1 0 0,1 0 1 0 0,-1 0 0 0 0,1 0 0 0 0,-1 1 0 0 0,1-1 0 0 0,-1 0 0 0 0,1 0 0 0 0,-1 0-1 0 0,0 0 1 0 0,1 0 0 0 0,-1 0 0 0 0,1 0 0 0 0,-1 0 0 0 0,1 0 0 0 0,-1-1 0 0 0,1 1 0 0 0,-1 0-1 0 0,1 0 1 0 0,-1 0 0 0 0,0 0 0 0 0,1-1 0 0 0,-1 1 0 0 0,1 0 0 0 0,-1 0 0 0 0,0-1-1 0 0,1 1 1 0 0,-1 0 0 0 0,0-1 0 0 0,1 1 0 0 0,-1 0 0 0 0,0-1 0 0 0,1 1 0 0 0,-1-1-1 0 0,-5-23 1749 0 0,1 10-1687 0 0,-129-405 1021 0 0,63 242-540 0 0,-135-246-1 0 0,174 368-360 0 0,-3 1 0 0 0,-2 2 1 0 0,-2 2-1 0 0,-85-85 0 0 0,90 104-57 0 0,-3 1 1 0 0,0 1-1 0 0,-1 3 0 0 0,-2 1 0 0 0,-1 2 1 0 0,-1 1-1 0 0,-61-23 0 0 0,21 18-43 0 0,-2 2-1 0 0,0 5 0 0 0,-2 2 1 0 0,0 5-1 0 0,0 4 1 0 0,-166 2-1 0 0,146 13-136 0 0,1 5-1 0 0,-1 5 1 0 0,2 4-1 0 0,1 5 1 0 0,-129 48-1 0 0,88-20-178 0 0,2 7-1 0 0,3 5 0 0 0,3 7 1 0 0,-229 161-1 0 0,283-164 289 0 0,3 3-1 0 0,2 4 1 0 0,5 3-1 0 0,-66 92 1 0 0,124-150-112 0 0,0 0-1 0 0,1 1 1 0 0,1 0 0 0 0,1 1-1 0 0,-11 40 1 0 0,-14 31 257 0 0,34-92-177 0 0,1-1 0 0 0,-1 1 0 0 0,1 0-1 0 0,-1 0 1 0 0,0-1 0 0 0,1 1-1 0 0,-1 0 1 0 0,0-1 0 0 0,0 1-1 0 0,0-1 1 0 0,0 1 0 0 0,0-1-1 0 0,-1 0 1 0 0,1 1 0 0 0,0-1-1 0 0,-1 0 1 0 0,1 0 0 0 0,-1 0-1 0 0,1 0 1 0 0,-1 0 0 0 0,0 0 0 0 0,1 0-1 0 0,-1 0 1 0 0,0-1 0 0 0,1 1-1 0 0,-1-1 1 0 0,0 1 0 0 0,0-1-1 0 0,0 0 1 0 0,-2 0 0 0 0,-10 3-306 0 0,13-2 249 0 0,-28 6-119 0 0,-1-1 0 0 0,-1-1 0 0 0,1-1 0 0 0,-52-1 1 0 0,79-4 90 0 0,0 1 1 0 0,0-1-1 0 0,0 0 1 0 0,0 0-1 0 0,0 0 1 0 0,0 0-1 0 0,1 0 1 0 0,-1-1-1 0 0,0 0 1 0 0,1 1-1 0 0,-1-1 1 0 0,1 0-1 0 0,-1 0 1 0 0,1 0-1 0 0,0 0 1 0 0,0-1-1 0 0,0 1 1 0 0,0-1-1 0 0,0 1 1 0 0,0-1-1 0 0,1 0 1 0 0,-1 1-1 0 0,1-1 1 0 0,0 0-1 0 0,-1-4 1 0 0,1 5 13 0 0,1 0 0 0 0,0 1 1 0 0,-1-1-1 0 0,1 0 1 0 0,0 0-1 0 0,0 0 1 0 0,0 0-1 0 0,1 0 0 0 0,-1 1 1 0 0,0-1-1 0 0,1 0 1 0 0,-1 0-1 0 0,1 0 1 0 0,-1 1-1 0 0,1-1 0 0 0,0 0 1 0 0,0 1-1 0 0,0-1 1 0 0,0 0-1 0 0,0 1 0 0 0,0-1 1 0 0,0 1-1 0 0,1 0 1 0 0,-1-1-1 0 0,0 1 1 0 0,1 0-1 0 0,-1 0 0 0 0,1 0 1 0 0,-1 0-1 0 0,1 0 1 0 0,0 0-1 0 0,-1 0 1 0 0,1 1-1 0 0,0-1 0 0 0,0 0 1 0 0,0 1-1 0 0,-1 0 1 0 0,1-1-1 0 0,0 1 0 0 0,0 0 1 0 0,0 0-1 0 0,2 0 1 0 0,0 0 22 0 0,-1-1-1 0 0,1 1 1 0 0,0 0 0 0 0,0 0 0 0 0,-1 0 0 0 0,1 1 0 0 0,0-1 0 0 0,0 1 0 0 0,-1 0 0 0 0,1 0-1 0 0,-1 0 1 0 0,1 0 0 0 0,-1 1 0 0 0,1-1 0 0 0,-1 1 0 0 0,0 0 0 0 0,0 0 0 0 0,1 1-1 0 0,-2-1 1 0 0,1 0 0 0 0,0 1 0 0 0,0 0 0 0 0,-1 0 0 0 0,0-1 0 0 0,4 6 0 0 0,-4-3 11 0 0,0-1-1 0 0,0 1 1 0 0,-1-1 0 0 0,1 1 0 0 0,-1 0 0 0 0,0-1 0 0 0,-1 1 0 0 0,1 0 0 0 0,-1 0 0 0 0,0 0-1 0 0,0 0 1 0 0,0 0 0 0 0,-1-1 0 0 0,1 1 0 0 0,-1 0 0 0 0,-1 0 0 0 0,1-1 0 0 0,0 1 0 0 0,-3 4-1 0 0,-3 5-23 0 0,-1-1 0 0 0,0 0-1 0 0,0-1 1 0 0,-17 18-1 0 0,-19 31-3880 0 0,44-60 3258 0 0,0 0-139 0 0,1 0 659 0 0,-1 0 0 0 0,0 0 0 0 0,1 0 0 0 0,0 0 0 0 0,-1-1 0 0 0,1 1 0 0 0,0 0 0 0 0,-1 0 0 0 0,1 0 0 0 0,0-1 0 0 0,0 1 0 0 0,-1 0 0 0 0,1-1 0 0 0,0 1 0 0 0,0-1 0 0 0,0 1 0 0 0,0-1 0 0 0,0 1 0 0 0,0-1 0 0 0,0 0 0 0 0,0 0 0 0 0,0 1 0 0 0,0-1 0 0 0,0 0 0 0 0,0 0 0 0 0,0 0 0 0 0,0 0 0 0 0,0 0 0 0 0,2 0 0 0 0,4-2-82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55.36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32 20 0 0,'3'-10'466'0'0,"2"-7"-379"0"0,-5 17 29 0 0,0 0 1 0 0,0 0-1 0 0,0-1 0 0 0,0 1 0 0 0,0 0 0 0 0,0 0 1 0 0,0-1-1 0 0,0 1 0 0 0,0 0 0 0 0,0 0 1 0 0,0 0-1 0 0,0 0 0 0 0,0-1 0 0 0,1 1 1 0 0,-1 0-1 0 0,0 0 0 0 0,0 0 0 0 0,0-1 0 0 0,0 1 1 0 0,0 0-1 0 0,1 0 0 0 0,-1 0 0 0 0,0 0 1 0 0,0 0-1 0 0,0 0 0 0 0,1 0 0 0 0,-1-1 1 0 0,0 1-1 0 0,0 0 0 0 0,0 0 0 0 0,1 0 0 0 0,-1 0 1 0 0,0 0-1 0 0,0 0 0 0 0,1 0 0 0 0,-1 0 1 0 0,0 0-1 0 0,0 0 0 0 0,0 0 0 0 0,1 0 1 0 0,-1 0-1 0 0,0 0 0 0 0,0 0 0 0 0,0 0 0 0 0,1 0 1 0 0,-1 1-1 0 0,0-1 0 0 0,0 0 0 0 0,1 0 1 0 0,-1 0 56 0 0,11 44 914 0 0,1 41-805 0 0,1 159 0 0 0,-25 87 395 0 0,6-200-819 0 0,-4-41-86 0 0,0 17-511 0 0,14-112 731 0 0,0-1 1 0 0,0 1-1 0 0,0-1 0 0 0,1 1 0 0 0,0 1 0 0 0,10-9 0 0 0,21-12 100 0 0,0 1-1 0 0,1 3 1 0 0,2 1 0 0 0,0 1-1 0 0,49-15 1 0 0,-38 15-149 0 0,-1-2 0 0 0,78-46 0 0 0,-120 63 47 0 0,0-1 0 0 0,0 1 1 0 0,-1-1-1 0 0,0 0 0 0 0,0-1 1 0 0,0 0-1 0 0,-1 0 0 0 0,0 0 1 0 0,6-9-1 0 0,-9 10 32 0 0,1-1 1 0 0,-1 1-1 0 0,-1-1 0 0 0,1 1 0 0 0,-1-1 1 0 0,0 0-1 0 0,-1 0 0 0 0,1 1 1 0 0,-1-1-1 0 0,0 0 0 0 0,0 0 1 0 0,-1 0-1 0 0,-2-8 0 0 0,-2-23 79 0 0,-2 1 0 0 0,-1 0-1 0 0,-2 1 1 0 0,-2 0 0 0 0,-26-55 0 0 0,32 80 85 0 0,-1 1-1 0 0,0 1 1 0 0,0-1 0 0 0,-1 1-1 0 0,0 1 1 0 0,-1-1 0 0 0,1 1 0 0 0,-2 1-1 0 0,1 0 1 0 0,-1 0 0 0 0,-19-9-1 0 0,-12-2 1006 0 0,-68-19-1 0 0,99 33-979 0 0,-14-5-46 0 0,-1 2 1 0 0,0 1-1 0 0,1 0 1 0 0,-35 0-1 0 0,59 5-705 0 0,12 0-6894 0 0,14 10 5300 0 0,-20-7 1371 0 0,29 11-958 0 0,42 24 0 0 0,-59-28 1510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55.95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1 124 148 0 0,'0'0'66'0'0,"0"-1"0"0"0,0 1 0 0 0,0 0 0 0 0,0-1 0 0 0,0 1 0 0 0,0 0 0 0 0,-1-1 0 0 0,1 1 0 0 0,1-1 0 0 0,-1 1 0 0 0,0 0 0 0 0,0-1 0 0 0,0 1 0 0 0,0-1 0 0 0,0 1 0 0 0,0 0 0 0 0,0-1 0 0 0,0 1-1 0 0,1 0 1 0 0,-1-1 0 0 0,0 1 0 0 0,0 0 0 0 0,1-1 0 0 0,-1 1 0 0 0,0 0 0 0 0,0-1 0 0 0,1 1 0 0 0,-1 0 0 0 0,0 0 0 0 0,1-1 0 0 0,-1 1 0 0 0,0 0 0 0 0,1 0 0 0 0,-1 0 0 0 0,0 0 0 0 0,1-1 0 0 0,-1 1 0 0 0,0 0 0 0 0,1 0 0 0 0,-1 0 0 0 0,1 0 0 0 0,-1 0 0 0 0,0 0 0 0 0,1 0 0 0 0,-1 0 0 0 0,1 0 0 0 0,-1 0 0 0 0,0 0 0 0 0,1 0 0 0 0,0 1 0 0 0,11 23 1133 0 0,5 40-436 0 0,19 255 1742 0 0,-23-182-1882 0 0,2 94 205 0 0,-10-212-815 0 0,2-17-87 0 0,10-29-75 0 0,-3 3 294 0 0,1 6-64 0 0,0 1 1 0 0,1 0 0 0 0,1 1 0 0 0,32-24 0 0 0,84-47 20 0 0,-14 11-145 0 0,-99 62 18 0 0,90-71-244 0 0,-96 73 212 0 0,-2 0 0 0 0,1-1 1 0 0,-2 0-1 0 0,0-1 0 0 0,17-27 0 0 0,-26 38 106 0 0,0 0 0 0 0,0-1 0 0 0,0 1-1 0 0,-1-1 1 0 0,1 1 0 0 0,-1-1 0 0 0,0 0 0 0 0,0 1 0 0 0,0-1 0 0 0,0 0 0 0 0,-1 0 0 0 0,0 0 0 0 0,0 0-1 0 0,0 0 1 0 0,0 0 0 0 0,0 1 0 0 0,-1-1 0 0 0,0 0 0 0 0,1 0 0 0 0,-2 0 0 0 0,1 1 0 0 0,0-1 0 0 0,-1 0-1 0 0,1 1 1 0 0,-4-5 0 0 0,-1 1 202 0 0,-1 0 1 0 0,1 0-1 0 0,-1 1 0 0 0,-1-1 0 0 0,1 2 0 0 0,-1-1 0 0 0,0 1 1 0 0,-1 0-1 0 0,-11-4 0 0 0,-100-44 1440 0 0,1 0-1220 0 0,43 11-3563 0 0,74 41 2509 0 0,0-1 1 0 0,0 0 0 0 0,0 0 0 0 0,0 1-1 0 0,0-1 1 0 0,0 0 0 0 0,0-1-1 0 0,1 1 1 0 0,-1 0 0 0 0,1 0-1 0 0,0-1 1 0 0,-1 1 0 0 0,1-1-1 0 0,0 1 1 0 0,0-1 0 0 0,1 1-1 0 0,-1-1 1 0 0,0-4 0 0 0,-4-12-143 0 0,3 14 510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57.18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1 229 4 0 0,'4'-17'2403'0'0,"8"-17"-2598"0"0,-4 20 63 0 0,0 0-1 0 0,2 1 1 0 0,0 0 0 0 0,0 1-1 0 0,1 0 1 0 0,1 0 0 0 0,0 1-1 0 0,0 1 1 0 0,1 0 0 0 0,0 1-1 0 0,1 0 1 0 0,0 1-1 0 0,0 0 1 0 0,25-8 0 0 0,-21 9-7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57.386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0 20 0 0,'7'6'341'0'0,"-1"0"1"0"0,1 1-1 0 0,-1 0 1 0 0,0 0-1 0 0,-1 0 1 0 0,1 0-1 0 0,-2 1 0 0 0,1 0 1 0 0,-1 0-1 0 0,0 1 1 0 0,-1-1-1 0 0,0 1 1 0 0,0 0-1 0 0,2 10 1 0 0,0 9 1104 0 0,-1-1 1 0 0,-1 1 0 0 0,0 39 0 0 0,-3-67-1367 0 0,2-45-4772 0 0,0 26 3706 0 0,1 0-1 0 0,1 0 1 0 0,1 0-1 0 0,0 1 1 0 0,15-32-1 0 0,-12 33 737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57.57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1 212 0 0,'6'2'254'0'0,"0"1"-1"0"0,-1 0 1 0 0,1 1 0 0 0,-1-1 0 0 0,1 1-1 0 0,-1 0 1 0 0,-1 1 0 0 0,1-1-1 0 0,0 1 1 0 0,6 8 0 0 0,34 62 2955 0 0,-36-58-3051 0 0,1 0 0 0 0,16 22 0 0 0,-26-39-224 0 0,0 1 1 0 0,0-1 0 0 0,1 0-1 0 0,-1 1 1 0 0,0-1-1 0 0,0 0 1 0 0,0 1-1 0 0,0-1 1 0 0,0 0-1 0 0,0 0 1 0 0,1 1-1 0 0,-1-1 1 0 0,0 0-1 0 0,0 1 1 0 0,0-1-1 0 0,1 0 1 0 0,-1 0-1 0 0,0 0 1 0 0,0 1-1 0 0,1-1 1 0 0,-1 0-1 0 0,0 0 1 0 0,1 0-1 0 0,-1 1 1 0 0,0-1 0 0 0,0 0-1 0 0,1 0 1 0 0,-1 0-1 0 0,0 0 1 0 0,1 0-1 0 0,-1 0 1 0 0,0 0-1 0 0,1 0 1 0 0,-1 0-1 0 0,0 0 1 0 0,1 0-1 0 0,-1 0 1 0 0,0 0-1 0 0,1 0 1 0 0,-1 0-1 0 0,0 0 1 0 0,1 0-1 0 0,-1 0 1 0 0,0-1-1 0 0,1 1 1 0 0,-1 0 0 0 0,0 0-1 0 0,0 0 1 0 0,1 0-1 0 0,-1-1 1 0 0,0 1-1 0 0,0 0 1 0 0,1 0-1 0 0,-1-1 1 0 0,0 1-1 0 0,0 0 1 0 0,0 0-1 0 0,1-1 1 0 0,-1 1-1 0 0,0-22-2333 0 0,-2 15 2189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58.58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2935 899 140 0 0,'0'0'749'0'0,"-18"-34"2168"0"0,-21-22-2729 0 0,-2 1 0 0 0,-2 2 1 0 0,-3 2-1 0 0,-1 2 1 0 0,-3 2-1 0 0,-2 3 0 0 0,-2 1 1 0 0,-67-39-1 0 0,-327-166 685 0 0,390 223-837 0 0,-1 1-1 0 0,0 4 1 0 0,-2 2 0 0 0,-1 2 0 0 0,0 4 0 0 0,-68-6 0 0 0,59 15-91 0 0,-1 2 1 0 0,0 4-1 0 0,1 3 1 0 0,-1 3 0 0 0,1 3-1 0 0,1 3 1 0 0,-107 38-1 0 0,119-32 65 0 0,2 4-1 0 0,0 1 0 0 0,2 4 0 0 0,1 1 0 0 0,1 3 1 0 0,2 2-1 0 0,1 2 0 0 0,2 2 0 0 0,-47 53 0 0 0,76-71 140 0 0,0 0-1 0 0,2 2 0 0 0,1 0 1 0 0,1 1-1 0 0,0 0 0 0 0,2 1 1 0 0,1 0-1 0 0,2 1 0 0 0,0 0 0 0 0,2 1 1 0 0,1 0-1 0 0,1 0 0 0 0,1 0 1 0 0,0 51-1 0 0,0-84 242 0 0,0 0 0 0 0,-1 0 0 0 0,1 1 0 0 0,-1-1 0 0 0,-1 1 0 0 0,1 0 0 0 0,-8-5 0 0 0,-19-15 1501 0 0,32 24-1635 0 0,29-6-2051 0 0,15 3-432 0 0,1 3 1 0 0,0 1-1 0 0,60 11 0 0 0,131 37-426 0 0,-185-37 2403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8:59.84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4141 1244 120 0 0,'1'0'126'0'0,"0"-1"1"0"0,0 0-1 0 0,-1 0 0 0 0,1 0 0 0 0,0 0 1 0 0,-1 0-1 0 0,1 0 0 0 0,-1 0 0 0 0,1 0 1 0 0,-1 0-1 0 0,1 0 0 0 0,-1 0 0 0 0,0 0 1 0 0,0 0-1 0 0,1-1 0 0 0,-1 1 1 0 0,0 0-1 0 0,0 0 0 0 0,0 0 0 0 0,0 0 1 0 0,0 0-1 0 0,-1-1 0 0 0,1 1 0 0 0,0 0 1 0 0,-1 0-1 0 0,1 0 0 0 0,0 0 0 0 0,-1 0 1 0 0,1 0-1 0 0,-1 0 0 0 0,-1-2 1 0 0,-21-43 789 0 0,17 35-883 0 0,-25-42 152 0 0,-2 1 0 0 0,-2 2 0 0 0,-2 1 0 0 0,-3 2 0 0 0,-61-57 0 0 0,14 24 154 0 0,-179-122-1 0 0,138 119-245 0 0,-3 5-1 0 0,-163-70 1 0 0,188 104-384 0 0,-1 4 1 0 0,-1 5 0 0 0,-176-33-1 0 0,213 59 199 0 0,-1 3-1 0 0,1 3 0 0 0,-1 3 1 0 0,0 3-1 0 0,-81 14 0 0 0,-349 94 1034 0 0,445-93-938 0 0,2 1 1 0 0,0 3-1 0 0,2 3 1 0 0,0 1-1 0 0,2 3 0 0 0,1 2 1 0 0,1 3-1 0 0,-85 76 1 0 0,74-60 83 0 0,-34 33 10 0 0,84-73 23 0 0,0 1 1 0 0,1 0-1 0 0,1 0 0 0 0,0 1 1 0 0,0 0-1 0 0,-9 22 0 0 0,10-14-1022 0 0,-2-5 5152 0 0,-18-12-1038 0 0,-81 1-3992 0 0,-143 22 0 0 0,228-22 748 0 0,0 0 0 0 0,1 1 0 0 0,-40 14 0 0 0,93-30-7097 0 0,15-3 3931 0 0,7 0 2357 0 0,59-8 0 0 0,-78 18 647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00.96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4544 1245 744 0 0,'0'-1'86'0'0,"0"1"0"0"0,0 0 0 0 0,0 0 0 0 0,0 0 0 0 0,0 0 0 0 0,0 0 0 0 0,0-1-1 0 0,0 1 1 0 0,0 0 0 0 0,1 0 0 0 0,-1 0 0 0 0,0 0 0 0 0,0-1 0 0 0,0 1 0 0 0,0 0 0 0 0,0 0 0 0 0,0 0 0 0 0,0 0 0 0 0,0 0 0 0 0,0 0 0 0 0,1-1-1 0 0,-1 1 1 0 0,0 0 0 0 0,0 0 0 0 0,0 0 0 0 0,0 0 0 0 0,0 0 0 0 0,1 0 0 0 0,-1 0 0 0 0,0 0 0 0 0,0 0 0 0 0,0 0 0 0 0,0 0 0 0 0,0 0 0 0 0,1 0-1 0 0,-1 0 1 0 0,0 0 0 0 0,0 0 0 0 0,0 0 0 0 0,0 0 0 0 0,1 0 0 0 0,-17-33 984 0 0,-28-41-491 0 0,2 13-138 0 0,-2 2 0 0 0,-3 2-1 0 0,-2 3 1 0 0,-75-65 0 0 0,29 41-352 0 0,-3 4 0 0 0,-4 5 0 0 0,-2 5 0 0 0,-3 4-1 0 0,-3 4 1 0 0,-222-77 0 0 0,-274-51-214 0 0,534 165 160 0 0,-1 3-1 0 0,-1 4 1 0 0,0 2-1 0 0,0 4 1 0 0,0 3-1 0 0,-1 4 0 0 0,1 2 1 0 0,-1 4-1 0 0,2 3 1 0 0,-1 4-1 0 0,2 2 0 0 0,-72 27 1 0 0,-32 20-43 0 0,3 7-1 0 0,-202 113 1 0 0,285-125 204 0 0,2 4 0 0 0,-118 110-1 0 0,67-54-214 0 0,85-73-27 0 0,-99 84-529 0 0,128-106 626 0 0,2 2 0 0 0,0 1 0 0 0,-33 48 1 0 0,51-67-12 0 0,3-5-23 0 0,1 0 0 0 0,-1 1-1 0 0,1-1 1 0 0,-1 0 0 0 0,1 1 0 0 0,0-1 0 0 0,0 1 0 0 0,0-1 0 0 0,0 1 0 0 0,-1 4 0 0 0,2-6-21 0 0,32 40-8345 0 0,-23-28 7529 0 0,-4-10 621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01.94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5081 1470 64 0 0,'17'-15'803'0'0,"2"-3"-278"0"0,0 1 0 0 0,2 1-1 0 0,28-17 1 0 0,-45 31-483 0 0,-1 0 0 0 0,0 0 0 0 0,1 0 0 0 0,-1-1 1 0 0,0 1-1 0 0,0-1 0 0 0,-1 0 0 0 0,1 1 0 0 0,0-1 0 0 0,-1-1 0 0 0,0 1 0 0 0,0 0 0 0 0,0-1 0 0 0,0 1 0 0 0,0-1 0 0 0,-1 1 0 0 0,1-1 0 0 0,-1 0 0 0 0,1-5 0 0 0,-1 3 36 0 0,-1-1 0 0 0,0 1 0 0 0,-1 0 0 0 0,1-1 0 0 0,-1 1 0 0 0,0 0-1 0 0,0 0 1 0 0,-1 0 0 0 0,0 0 0 0 0,0 0 0 0 0,-4-7 0 0 0,-4-5 35 0 0,-1-1 1 0 0,-1 1 0 0 0,0 1 0 0 0,-1 0-1 0 0,-1 1 1 0 0,-20-18 0 0 0,-17-11-268 0 0,-2 3 0 0 0,-78-48 0 0 0,-127-58-740 0 0,170 99 756 0 0,-68-33 441 0 0,-274-101 0 0 0,-184-5 1048 0 0,366 120-863 0 0,-488-105-214 0 0,656 163-140 0 0,0 5-1 0 0,-1 3 0 0 0,0 3 0 0 0,1 4 0 0 0,0 4 1 0 0,0 3-1 0 0,-142 40 0 0 0,78-5-164 0 0,3 5 0 0 0,2 7-1 0 0,-166 96 1 0 0,182-78-242 0 0,3 5-1 0 0,-113 102 1 0 0,175-137 443 0 0,19-15-25 0 0,8-5-41 0 0,-2-1 1 0 0,0-2-1 0 0,-1-1 0 0 0,-40 19 1 0 0,32-20-79 0 0,42-22-247 0 0,0 0 96 0 0,0 1 1 0 0,0-1-1 0 0,0 1 0 0 0,0-1 1 0 0,0 1-1 0 0,0-1 0 0 0,0 1 1 0 0,0-1-1 0 0,0 1 0 0 0,0-1 0 0 0,0 1 1 0 0,0-1-1 0 0,0 1 0 0 0,-1-1 1 0 0,1 0-1 0 0,0 1 0 0 0,0-1 1 0 0,0 1-1 0 0,-1-1 0 0 0,1 1 1 0 0,0-1-1 0 0,0 0 0 0 0,-1 1 1 0 0,1-1-1 0 0,0 0 0 0 0,-1 1 1 0 0,1-1-1 0 0,-1 0 0 0 0,1 1 0 0 0,0-1 1 0 0,-1 0-1 0 0,1 0 0 0 0,-1 1 1 0 0,1-1-1 0 0,-1 0 0 0 0,1 0 1 0 0,-1 0-1 0 0,1 0 0 0 0,-1 0 1 0 0,1 0-1 0 0,-1 0 0 0 0,0 0 1 0 0,0 0 2 0 0,0 0 1 0 0,-1-1 0 0 0,1 1-1 0 0,0-1 1 0 0,-1 1 0 0 0,1-1-1 0 0,0 0 1 0 0,0 1 0 0 0,0-1-1 0 0,0 0 1 0 0,-1 0 0 0 0,1 0-1 0 0,0 0 1 0 0,-1-2 0 0 0,-3-4-76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16.532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1031 32 0 0,'3'1'218'0'0,"0"-1"0"0"0,0 1 0 0 0,-1-1 0 0 0,1 0 0 0 0,0 0 0 0 0,0 0-1 0 0,0 0 1 0 0,0 0 0 0 0,0-1 0 0 0,0 0 0 0 0,0 1 0 0 0,-1-1 0 0 0,1 0 0 0 0,0 0 0 0 0,-1 0 0 0 0,1-1 0 0 0,0 1 0 0 0,3-4 0 0 0,50-36 1653 0 0,-44 32-1706 0 0,46-44 976 0 0,-3-1 1 0 0,-1-4 0 0 0,82-115-1 0 0,60-66-1406 0 0,-163 208 220 0 0,1 2 0 0 0,52-35 1 0 0,-55 43 191 0 0,-1-1 0 0 0,-1-1 0 0 0,-1-1 0 0 0,34-40 0 0 0,-54 54 226 0 0,1 0 0 0 0,-2 0 0 0 0,0-1 0 0 0,0 0 1 0 0,0-1-1 0 0,-2 1 0 0 0,7-17 0 0 0,-13 27-261 0 0,1 0 1 0 0,0 1-1 0 0,-1-1 0 0 0,1 0 1 0 0,-1 1-1 0 0,1-1 0 0 0,-1 1 1 0 0,1-1-1 0 0,-1 1 1 0 0,0-1-1 0 0,1 1 0 0 0,-1-1 1 0 0,1 1-1 0 0,-1 0 0 0 0,0-1 1 0 0,1 1-1 0 0,-1 0 0 0 0,0-1 1 0 0,0 1-1 0 0,1 0 1 0 0,-1 0-1 0 0,0 0 0 0 0,0 0 1 0 0,1 0-1 0 0,-1 0 0 0 0,0 0 1 0 0,0 0-1 0 0,1 0 0 0 0,-1 0 1 0 0,0 0-1 0 0,0 0 1 0 0,1 1-1 0 0,-2-1 0 0 0,-30 4 1451 0 0,12 0-1119 0 0,1 1-1 0 0,0 1 1 0 0,0 1-1 0 0,-26 13 0 0 0,36-15-406 0 0,1 0 0 0 0,0 0 0 0 0,0 1-1 0 0,0 0 1 0 0,0 0 0 0 0,1 1-1 0 0,0-1 1 0 0,1 2 0 0 0,-1-1-1 0 0,2 1 1 0 0,-7 9 0 0 0,11-16-67 0 0,0 1 1 0 0,0-1 0 0 0,0 1 0 0 0,0 0-1 0 0,1-1 1 0 0,-1 1 0 0 0,0 0-1 0 0,1 0 1 0 0,-1-1 0 0 0,1 1 0 0 0,-1 0-1 0 0,1 0 1 0 0,0 0 0 0 0,0 0-1 0 0,0 0 1 0 0,0-1 0 0 0,0 1 0 0 0,1 0-1 0 0,-1 0 1 0 0,0 0 0 0 0,1 0-1 0 0,-1-1 1 0 0,1 1 0 0 0,0 0 0 0 0,0 0-1 0 0,1 2 1 0 0,1-1 30 0 0,-1-1-1 0 0,1 0 1 0 0,0 0-1 0 0,0 0 1 0 0,0 0-1 0 0,0-1 1 0 0,0 1 0 0 0,0-1-1 0 0,0 1 1 0 0,0-1-1 0 0,1 0 1 0 0,-1-1-1 0 0,5 2 1 0 0,7 0-249 0 0,0-1 0 0 0,0 0 0 0 0,0-1-1 0 0,0 0 1 0 0,24-5 0 0 0,4-4-7932 0 0,68-5-1 0 0,-45 16 5114 0 0,-54 0 2758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17.750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336 134 80 0 0,'6'-13'6659'0'0,"-12"21"-1948"0"0,-5 1-5369 0 0,-11 8 819 0 0,0 1 0 0 0,2 1 0 0 0,0 0 1 0 0,1 2-1 0 0,1 0 0 0 0,1 1 0 0 0,-25 43 0 0 0,32-46 70 0 0,0-1-1 0 0,2 2 1 0 0,0 0-1 0 0,1 0 1 0 0,1 0-1 0 0,-4 32 1 0 0,9-51-237 0 0,1 0 1 0 0,0 0 0 0 0,0 0 0 0 0,0 0 0 0 0,-1 0-1 0 0,1 0 1 0 0,0 0 0 0 0,0 0 0 0 0,1 0 0 0 0,-1 0-1 0 0,0 0 1 0 0,0 0 0 0 0,0 0 0 0 0,1 0-1 0 0,-1-1 1 0 0,0 1 0 0 0,1 0 0 0 0,-1 0 0 0 0,1 0-1 0 0,-1 0 1 0 0,1 0 0 0 0,-1-1 0 0 0,1 1 0 0 0,0 0-1 0 0,-1 0 1 0 0,1-1 0 0 0,0 1 0 0 0,1 0 0 0 0,26 4-186 0 0,-25-5 186 0 0,-1 0 0 0 0,1 0 1 0 0,-1 0-1 0 0,0 0 0 0 0,1 0 1 0 0,-1 1-1 0 0,0-1 0 0 0,1 1 1 0 0,-1-1-1 0 0,0 1 0 0 0,0 0 1 0 0,1 0-1 0 0,1 2 0 0 0,-4-3 44 0 0,-10 15 1314 0 0,-12 17-359 0 0,-4 4 156 0 0,-38 56 666 0 0,59-82-1778 0 0,-1 0 0 0 0,2 0 1 0 0,-1 0-1 0 0,1 0 0 0 0,1 1 0 0 0,0 0 1 0 0,-3 17-1 0 0,6-21-87 0 0,0 0-1 0 0,1 0 1 0 0,-1 0-1 0 0,2 0 1 0 0,-1 0-1 0 0,1 0 1 0 0,0 0 0 0 0,0 0-1 0 0,1-1 1 0 0,-1 1-1 0 0,2-1 1 0 0,-1 1-1 0 0,1-1 1 0 0,0 0-1 0 0,0-1 1 0 0,0 1 0 0 0,11 9-1 0 0,8 7-227 0 0,1-1-1 0 0,46 31 1 0 0,-41-32 231 0 0,-8-4 64 0 0,-13-10-22 0 0,0 0 1 0 0,0 0-1 0 0,0-1 0 0 0,0 0 1 0 0,14 6-1 0 0,-19-10 10 0 0,0 0 0 0 0,-1-1 0 0 0,1 1 1 0 0,0-1-1 0 0,-1 0 0 0 0,1 1 0 0 0,0-1 0 0 0,0 0 0 0 0,-1-1 0 0 0,1 1 0 0 0,0 0 0 0 0,-1-1 0 0 0,1 0 1 0 0,0 1-1 0 0,-1-1 0 0 0,1 0 0 0 0,-1 0 0 0 0,1-1 0 0 0,-1 1 0 0 0,1 0 0 0 0,-1-1 0 0 0,0 1 0 0 0,0-1 0 0 0,3-3 1 0 0,14-16 240 0 0,0-2 0 0 0,-1 0 0 0 0,-1-1 0 0 0,-2-1 0 0 0,0 0 0 0 0,17-45 0 0 0,12-16 130 0 0,-31 62-287 0 0,4-7-36 0 0,1 1 0 0 0,1 0 0 0 0,24-28 0 0 0,-17 27-236 0 0,-1-2 1 0 0,-2 0-1 0 0,30-59 1 0 0,-42 70 62 0 0,-1-1 0 0 0,-1 0 0 0 0,-1 0 1 0 0,-1-1-1 0 0,-1 0 0 0 0,-1 0 0 0 0,2-30 1 0 0,-6 44 261 0 0,-2 1 1 0 0,1-1 0 0 0,-1 1-1 0 0,-1-1 1 0 0,0 1 0 0 0,0 0-1 0 0,-1 0 1 0 0,0 0 0 0 0,-1 0-1 0 0,1 0 1 0 0,-2 1-1 0 0,1-1 1 0 0,-1 1 0 0 0,-1 0-1 0 0,1 0 1 0 0,-1 1 0 0 0,-1 0-1 0 0,1 0 1 0 0,-1 0 0 0 0,0 1-1 0 0,-1 0 1 0 0,0 1 0 0 0,0-1-1 0 0,0 2 1 0 0,0-1 0 0 0,-1 1-1 0 0,0 0 1 0 0,1 1 0 0 0,-2 0-1 0 0,1 0 1 0 0,0 1 0 0 0,0 0-1 0 0,-1 1 1 0 0,-15-1-1 0 0,47 21-19161 0 0,23 5 16328 0 0,-8-11 1637 0 0,-24-12 817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18.71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167 92 64 0 0,'6'-7'224'0'0,"0"1"295"0"0,-1 0 0 0 0,1-1 0 0 0,-1 1 0 0 0,0-1 0 0 0,-1 0 0 0 0,0 0 0 0 0,0-1 0 0 0,0 0 0 0 0,4-14 6000 0 0,-14 36-765 0 0,-22 12-4555 0 0,19-18-598 0 0,-15 17 323 0 0,-39 50 0 0 0,58-69-897 0 0,0 1-1 0 0,1 0 1 0 0,0 0-1 0 0,0 0 1 0 0,0 0-1 0 0,1 1 1 0 0,0-1-1 0 0,1 1 0 0 0,-1 0 1 0 0,2 0-1 0 0,-1 0 1 0 0,1 0-1 0 0,0 0 1 0 0,1 9-1 0 0,1-12-71 0 0,0 1 0 0 0,0-1-1 0 0,1 1 1 0 0,0-1 0 0 0,0 0-1 0 0,1 0 1 0 0,-1 0 0 0 0,1 0 0 0 0,0 0-1 0 0,0 0 1 0 0,1-1 0 0 0,-1 0-1 0 0,1 1 1 0 0,5 3 0 0 0,9 7-210 0 0,0 0-1 0 0,24 14 1 0 0,17 14-121 0 0,-57-41 394 0 0,0-1-1 0 0,0 1 0 0 0,0-1 0 0 0,0 1 1 0 0,0 0-1 0 0,-1 0 0 0 0,1 0 0 0 0,-1 0 1 0 0,1 0-1 0 0,-1 0 0 0 0,0 0 0 0 0,0 0 1 0 0,0 1-1 0 0,0-1 0 0 0,0 0 0 0 0,-1 1 1 0 0,1-1-1 0 0,-1 1 0 0 0,1-1 0 0 0,-1 1 1 0 0,0-1-1 0 0,0 0 0 0 0,0 1 0 0 0,-1 2 1 0 0,0-1 17 0 0,-1 0 0 0 0,0 0 0 0 0,0-1 0 0 0,0 1 0 0 0,-1-1 0 0 0,1 1 0 0 0,-1-1 1 0 0,0 0-1 0 0,0 0 0 0 0,0 0 0 0 0,0 0 0 0 0,0-1 0 0 0,-7 5 0 0 0,-51 29 615 0 0,45-28-474 0 0,1 1 0 0 0,0 1 0 0 0,0 0 1 0 0,-15 15-1 0 0,25-21-160 0 0,1 0 1 0 0,1 1 0 0 0,-1-1-1 0 0,1 1 1 0 0,0 0-1 0 0,0 0 1 0 0,0 0 0 0 0,0 1-1 0 0,1-1 1 0 0,0 1-1 0 0,0-1 1 0 0,1 1 0 0 0,0 0-1 0 0,0-1 1 0 0,0 1-1 0 0,0 0 1 0 0,1 6 0 0 0,2 11-33 0 0,1 1 0 0 0,1-1 0 0 0,1 0 0 0 0,1 0 0 0 0,1-1 0 0 0,1 0 0 0 0,13 25 0 0 0,14 41-416 0 0,-35-84 421 0 0,1-1 1 0 0,0 1 0 0 0,-1 0-1 0 0,1 0 1 0 0,-1 0 0 0 0,0 0-1 0 0,0 0 1 0 0,-1 0 0 0 0,1 0-1 0 0,-1 0 1 0 0,0 0 0 0 0,0 0-1 0 0,0 0 1 0 0,-1-1 0 0 0,1 1-1 0 0,-1 0 1 0 0,-2 3 0 0 0,-6 9 31 0 0,-1 0 1 0 0,-19 21-1 0 0,-10 16-211 0 0,39-50 162 0 0,-1 0-1 0 0,1 0 0 0 0,0 1 0 0 0,0-1 1 0 0,0 0-1 0 0,0 1 0 0 0,0-1 0 0 0,1 1 1 0 0,-1-1-1 0 0,1 1 0 0 0,0-1 0 0 0,0 1 1 0 0,0-1-1 0 0,1 1 0 0 0,-1-1 1 0 0,1 1-1 0 0,2 5 0 0 0,0-2 30 0 0,0 0 0 0 0,1 1 0 0 0,0-2 0 0 0,0 1 0 0 0,0 0 0 0 0,1-1 0 0 0,8 9-1 0 0,7 4 56 0 0,0 0 0 0 0,1-2-1 0 0,36 22 1 0 0,-30-21 61 0 0,0-1 1 0 0,2-2-1 0 0,0-1 0 0 0,0-1 0 0 0,1-1 1 0 0,38 9-1 0 0,-59-20-71 0 0,0 1-1 0 0,0-1 1 0 0,1 0 0 0 0,-1-1 0 0 0,0 0-1 0 0,0 0 1 0 0,0-1 0 0 0,0 0 0 0 0,0-1-1 0 0,0 0 1 0 0,12-5 0 0 0,-14 4-38 0 0,-1 0-1 0 0,0-1 1 0 0,1 0 0 0 0,-2 0 0 0 0,1 0-1 0 0,0-1 1 0 0,-1 0 0 0 0,0 0 0 0 0,0 0-1 0 0,0-1 1 0 0,-1 0 0 0 0,0 0-1 0 0,0 0 1 0 0,-1 0 0 0 0,1 0 0 0 0,3-10-1 0 0,1-8 18 0 0,0 0 0 0 0,-2 0-1 0 0,0 0 1 0 0,-1-1 0 0 0,-2 1-1 0 0,-1-1 1 0 0,-1 0 0 0 0,0 0-1 0 0,-2 0 1 0 0,-5-25 0 0 0,3 28 170 0 0,-1 0-1 0 0,-1 1 1 0 0,-1 0 0 0 0,-1 0 0 0 0,-1 0 0 0 0,-21-37 0 0 0,22 48-189 0 0,0 0-1 0 0,-1 1 1 0 0,0 0 0 0 0,0 0-1 0 0,-1 1 1 0 0,0 0 0 0 0,-13-9-1 0 0,2 2-4346 0 0,1-1-4550 0 0,11 28 222 0 0,-8 13 6976 0 0,12-19 1433 0 0,0 1 34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31.385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983 146 52 0 0,'-5'-3'357'0'0,"-1"-1"1"0"0,0 1-1 0 0,0 0 0 0 0,0 0 1 0 0,-1 0-1 0 0,1 1 0 0 0,-1 0 0 0 0,1 1 1 0 0,-1-1-1 0 0,0 1 0 0 0,1 0 1 0 0,-1 1-1 0 0,0 0 0 0 0,-9 0 1 0 0,-18 2 803 0 0,-51 10 0 0 0,74-10-1062 0 0,-34 6 32 0 0,0 1 1 0 0,-72 26-1 0 0,93-25-147 0 0,1 1 0 0 0,1 0 0 0 0,0 2 0 0 0,1 0 0 0 0,0 1 0 0 0,-28 26 0 0 0,14-7 22 0 0,2 2-1 0 0,1 0 1 0 0,2 3-1 0 0,2 0 1 0 0,1 2 0 0 0,2 1-1 0 0,2 1 1 0 0,2 1-1 0 0,-30 85 1 0 0,38-85 163 0 0,1 0 0 0 0,3 0 0 0 0,1 1 0 0 0,2 1 0 0 0,3-1 0 0 0,1 1 0 0 0,2-1 0 0 0,2 1 0 0 0,2-1 0 0 0,17 77 0 0 0,-13-95-219 0 0,0 1-1 0 0,2-1 1 0 0,1-1-1 0 0,2 0 1 0 0,0 0-1 0 0,1-1 1 0 0,1-1-1 0 0,2-1 1 0 0,0 0-1 0 0,32 31 1 0 0,-31-36 116 0 0,0-1 0 0 0,1 0-1 0 0,1-2 1 0 0,0 0 0 0 0,1-1 0 0 0,1-1 0 0 0,-1-1 0 0 0,2-1 0 0 0,0-2 0 0 0,0 0 0 0 0,0-1 0 0 0,29 5 0 0 0,7-4-76 0 0,0-3 0 0 0,0-3 0 0 0,1-2 0 0 0,-1-2 0 0 0,61-11 0 0 0,-87 7-110 0 0,1-1 0 0 0,-2-1 1 0 0,1-1-1 0 0,-1-3 0 0 0,-1 0 0 0 0,0-2 1 0 0,0-1-1 0 0,-2-1 0 0 0,0-2 1 0 0,33-27-1 0 0,-48 33 171 0 0,-1-1 1 0 0,-1-1 0 0 0,0 0-1 0 0,-1-1 1 0 0,-1 0 0 0 0,0-1-1 0 0,-1 0 1 0 0,0 0-1 0 0,-2-1 1 0 0,0 0 0 0 0,-1-1-1 0 0,0 1 1 0 0,-2-1 0 0 0,5-34-1 0 0,-4-3 53 0 0,-2-1 0 0 0,-2 0 0 0 0,-12-89 1 0 0,5 100-274 0 0,-2 0 0 0 0,-2 0 0 0 0,-3 1 0 0 0,-31-77-1 0 0,-96-163-311 0 0,86 181 699 0 0,12 17-94 0 0,26 48-63 0 0,-3 1 0 0 0,-1 0 0 0 0,-1 1 0 0 0,-34-41 0 0 0,51 72-25 0 0,-1 1 0 0 0,0 0 0 0 0,0 0 0 0 0,0 0 0 0 0,-1 1 1 0 0,1 0-1 0 0,-1 0 0 0 0,1 0 0 0 0,-1 0 0 0 0,0 1 1 0 0,0 0-1 0 0,-1 1 0 0 0,1-1 0 0 0,0 1 0 0 0,0 0 1 0 0,-1 1-1 0 0,1-1 0 0 0,-11 2 0 0 0,-12 2-195 0 0,-1 0 0 0 0,-53 16 0 0 0,14-4-2595 0 0,63-14 2401 0 0,-25 5-2483 0 0,31-6 2745 0 0,-1 0 0 0 0,1 1-1 0 0,-1-1 1 0 0,0 0 0 0 0,1 0 0 0 0,-1 0-1 0 0,1 0 1 0 0,-1 0 0 0 0,0 0 0 0 0,1 0 0 0 0,-1 0-1 0 0,1 0 1 0 0,-1 0 0 0 0,0 0 0 0 0,1-1-1 0 0,-1 1 1 0 0,1 0 0 0 0,-1 0 0 0 0,1 0-1 0 0,-1-1 1 0 0,1 1 0 0 0,-1 0 0 0 0,1-1-1 0 0,-1 1 1 0 0,1-1 0 0 0,-1 1 0 0 0,1 0-1 0 0,-1-1 1 0 0,1 1 0 0 0,0-1 0 0 0,-1 1-1 0 0,1-1 1 0 0,0 1 0 0 0,-1-1 0 0 0,1 0 0 0 0,0 1-1 0 0,0-2 1 0 0,0-2-99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26T00:59:32.577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4598 1177 64 0 0,'-127'-166'842'0'0,"-200"-204"1"0"0,287 335-777 0 0,-1 1 0 0 0,-1 1 0 0 0,-1 3 0 0 0,-2 1 0 0 0,-81-37 0 0 0,-255-86-289 0 0,379 151 222 0 0,-148-47 203 0 0,-2 6 0 0 0,-209-30 0 0 0,-320-7-18 0 0,532 65-211 0 0,71 10-14 0 0,-1 3-1 0 0,1 3 0 0 0,-1 4 1 0 0,1 3-1 0 0,1 3 1 0 0,-151 46-1 0 0,81-17 5 0 0,-85 28-67 0 0,180-51 76 0 0,1 3 0 0 0,-68 38 1 0 0,19-1 17 0 0,-93 71 0 0 0,158-101 88 0 0,1 1-1 0 0,2 1 1 0 0,1 1 0 0 0,1 2 0 0 0,-47 68 0 0 0,63-79 23 0 0,0 1 0 0 0,1 1 0 0 0,1 0 1 0 0,1 1-1 0 0,1 0 0 0 0,2 1 0 0 0,-7 31 1 0 0,12-42 55 0 0,3-15-147 0 0,0 0 1 0 0,0 0-1 0 0,0 0 1 0 0,0 0-1 0 0,0 0 1 0 0,1 0-1 0 0,-1 0 0 0 0,0 0 1 0 0,0 1-1 0 0,0-1 1 0 0,0 0-1 0 0,0 0 1 0 0,0 0-1 0 0,0 0 1 0 0,1 0-1 0 0,-1 0 0 0 0,0 0 1 0 0,0 0-1 0 0,0 0 1 0 0,0 0-1 0 0,0 0 1 0 0,0 0-1 0 0,0 1 1 0 0,0-1-1 0 0,1 0 0 0 0,-1 0 1 0 0,0 0-1 0 0,0 0 1 0 0,0 0-1 0 0,0 0 1 0 0,0 0-1 0 0,0 1 1 0 0,0-1-1 0 0,0 0 0 0 0,0 0 1 0 0,0 0-1 0 0,0 0 1 0 0,0 1-1 0 0,7-7-478 0 0,5-1 195 0 0,1 0-1 0 0,0 1 0 0 0,0 1 1 0 0,0 0-1 0 0,0 1 0 0 0,1 0 1 0 0,27-4-1 0 0,103-2-691 0 0,-110 9 821 0 0,8-1-16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" name="Google Shape;7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9" name="Google Shape;7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1c03c1d1e6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g21c03c1d1e6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1c03c1d1e6_1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21c03c1d1e6_1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21c03c1d1e6_1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g21c03c1d1e6_1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1c03c1d1e6_1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g21c03c1d1e6_1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1c03c1d1e6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g21c03c1d1e6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21c03c1d1e6_1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g21c03c1d1e6_1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21c03c1d1e6_1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g21c03c1d1e6_1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1c03c1d1e6_1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g21c03c1d1e6_1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21c03c1d1e6_1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g21c03c1d1e6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21c03c1d1e6_1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21c03c1d1e6_1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21c03c1d1e6_1_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g21c03c1d1e6_1_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1c03c1d1e6_1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21c03c1d1e6_1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21c03c1d1e6_1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g21c03c1d1e6_1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21c03c1d1e6_1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g21c03c1d1e6_1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9422000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207497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3586642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21c03c1d1e6_1_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g21c03c1d1e6_1_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710768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15F3D490-9250-E122-674D-A994A3929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>
            <a:extLst>
              <a:ext uri="{FF2B5EF4-FFF2-40B4-BE49-F238E27FC236}">
                <a16:creationId xmlns:a16="http://schemas.microsoft.com/office/drawing/2014/main" id="{DF1BF5C1-345C-DF2A-3031-571908C407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>
            <a:extLst>
              <a:ext uri="{FF2B5EF4-FFF2-40B4-BE49-F238E27FC236}">
                <a16:creationId xmlns:a16="http://schemas.microsoft.com/office/drawing/2014/main" id="{4F4990A1-AC80-A1B2-1BA6-A3BFFB3B59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2401560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>
          <a:extLst>
            <a:ext uri="{FF2B5EF4-FFF2-40B4-BE49-F238E27FC236}">
              <a16:creationId xmlns:a16="http://schemas.microsoft.com/office/drawing/2014/main" id="{3B9BF6A6-A5D8-DDF0-73A9-E6A905F86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21c03c1d1e6_1_133:notes">
            <a:extLst>
              <a:ext uri="{FF2B5EF4-FFF2-40B4-BE49-F238E27FC236}">
                <a16:creationId xmlns:a16="http://schemas.microsoft.com/office/drawing/2014/main" id="{6C9E317F-F3CC-512F-FAB9-8D50B7AC8E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21c03c1d1e6_1_133:notes">
            <a:extLst>
              <a:ext uri="{FF2B5EF4-FFF2-40B4-BE49-F238E27FC236}">
                <a16:creationId xmlns:a16="http://schemas.microsoft.com/office/drawing/2014/main" id="{E1B6E134-80D2-54B5-1741-3246407F30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9506741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1c03c1d1e6_1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21c03c1d1e6_1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21c03c1d1e6_1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g21c03c1d1e6_1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1c03c1d1e6_1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g21c03c1d1e6_1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21c03c1d1e6_1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g21c03c1d1e6_1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21c03c1d1e6_1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21c03c1d1e6_1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21c03c1d1e6_1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21c03c1d1e6_1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21c03c1d1e6_1_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8" name="Google Shape;298;g21c03c1d1e6_1_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199021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1c03c1d1e6_1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g21c03c1d1e6_1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21c03c1d1e6_1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6" name="Google Shape;316;g21c03c1d1e6_1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21c03c1d1e6_1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6" name="Google Shape;326;g21c03c1d1e6_1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1c03c1d1e6_1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g21c03c1d1e6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21c03c1d1e6_1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8" name="Google Shape;348;g21c03c1d1e6_1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21c03c1d1e6_1_2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g21c03c1d1e6_1_2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21c03c1d1e6_1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g21c03c1d1e6_1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21c03c1d1e6_1_2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7" name="Google Shape;407;g21c03c1d1e6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21c03c1d1e6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3" name="Google Shape;423;g21c03c1d1e6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1c03c1d1e6_1_3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g21c03c1d1e6_1_3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43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7843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4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4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5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5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4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5" name="Google Shape;25;p4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6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8" name="Google Shape;28;p4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7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7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7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7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47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4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48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48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8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48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9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4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0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50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50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50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50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5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51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51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51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5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52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52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5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21c03c1d1e6_1_13"/>
          <p:cNvSpPr txBox="1">
            <a:spLocks noGrp="1"/>
          </p:cNvSpPr>
          <p:nvPr>
            <p:ph type="title"/>
          </p:nvPr>
        </p:nvSpPr>
        <p:spPr>
          <a:xfrm>
            <a:off x="856060" y="463888"/>
            <a:ext cx="7429499" cy="1108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1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g21c03c1d1e6_1_13"/>
          <p:cNvSpPr txBox="1">
            <a:spLocks noGrp="1"/>
          </p:cNvSpPr>
          <p:nvPr>
            <p:ph type="body" idx="1"/>
          </p:nvPr>
        </p:nvSpPr>
        <p:spPr>
          <a:xfrm>
            <a:off x="856059" y="1687115"/>
            <a:ext cx="7429499" cy="26562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36550"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1pPr>
            <a:lvl2pPr marL="914400" lvl="1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2pPr>
            <a:lvl3pPr marL="1371600" lvl="2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3pPr>
            <a:lvl4pPr marL="1828800" lvl="3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4pPr>
            <a:lvl5pPr marL="2286000" lvl="4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5pPr>
            <a:lvl6pPr marL="2743200" lvl="5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6pPr>
            <a:lvl7pPr marL="3200400" lvl="6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●"/>
              <a:defRPr sz="1100"/>
            </a:lvl7pPr>
            <a:lvl8pPr marL="3657600" lvl="7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○"/>
              <a:defRPr sz="1100"/>
            </a:lvl8pPr>
            <a:lvl9pPr marL="4114800" lvl="8" indent="-336550" algn="l">
              <a:lnSpc>
                <a:spcPct val="12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700"/>
              <a:buChar char="■"/>
              <a:defRPr sz="1100"/>
            </a:lvl9pPr>
          </a:lstStyle>
          <a:p>
            <a:endParaRPr/>
          </a:p>
        </p:txBody>
      </p:sp>
      <p:sp>
        <p:nvSpPr>
          <p:cNvPr id="66" name="Google Shape;66;g21c03c1d1e6_1_13"/>
          <p:cNvSpPr txBox="1">
            <a:spLocks noGrp="1"/>
          </p:cNvSpPr>
          <p:nvPr>
            <p:ph type="dt" idx="10"/>
          </p:nvPr>
        </p:nvSpPr>
        <p:spPr>
          <a:xfrm>
            <a:off x="5592691" y="4412457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7" name="Google Shape;67;g21c03c1d1e6_1_13"/>
          <p:cNvSpPr txBox="1">
            <a:spLocks noGrp="1"/>
          </p:cNvSpPr>
          <p:nvPr>
            <p:ph type="ftr" idx="11"/>
          </p:nvPr>
        </p:nvSpPr>
        <p:spPr>
          <a:xfrm>
            <a:off x="856058" y="4412456"/>
            <a:ext cx="4679482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8" name="Google Shape;68;g21c03c1d1e6_1_13"/>
          <p:cNvSpPr txBox="1">
            <a:spLocks noGrp="1"/>
          </p:cNvSpPr>
          <p:nvPr>
            <p:ph type="sldNum" idx="12"/>
          </p:nvPr>
        </p:nvSpPr>
        <p:spPr>
          <a:xfrm>
            <a:off x="7707241" y="4412456"/>
            <a:ext cx="578317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0" lvl="0" indent="0" algn="r">
              <a:spcBef>
                <a:spcPts val="0"/>
              </a:spcBef>
              <a:buNone/>
              <a:defRPr sz="1100"/>
            </a:lvl1pPr>
            <a:lvl2pPr marL="0" lvl="1" indent="0" algn="r">
              <a:spcBef>
                <a:spcPts val="0"/>
              </a:spcBef>
              <a:buNone/>
              <a:defRPr sz="1100"/>
            </a:lvl2pPr>
            <a:lvl3pPr marL="0" lvl="2" indent="0" algn="r">
              <a:spcBef>
                <a:spcPts val="0"/>
              </a:spcBef>
              <a:buNone/>
              <a:defRPr sz="1100"/>
            </a:lvl3pPr>
            <a:lvl4pPr marL="0" lvl="3" indent="0" algn="r">
              <a:spcBef>
                <a:spcPts val="0"/>
              </a:spcBef>
              <a:buNone/>
              <a:defRPr sz="1100"/>
            </a:lvl4pPr>
            <a:lvl5pPr marL="0" lvl="4" indent="0" algn="r">
              <a:spcBef>
                <a:spcPts val="0"/>
              </a:spcBef>
              <a:buNone/>
              <a:defRPr sz="1100"/>
            </a:lvl5pPr>
            <a:lvl6pPr marL="0" lvl="5" indent="0" algn="r">
              <a:spcBef>
                <a:spcPts val="0"/>
              </a:spcBef>
              <a:buNone/>
              <a:defRPr sz="1100"/>
            </a:lvl6pPr>
            <a:lvl7pPr marL="0" lvl="6" indent="0" algn="r">
              <a:spcBef>
                <a:spcPts val="0"/>
              </a:spcBef>
              <a:buNone/>
              <a:defRPr sz="1100"/>
            </a:lvl7pPr>
            <a:lvl8pPr marL="0" lvl="7" indent="0" algn="r">
              <a:spcBef>
                <a:spcPts val="0"/>
              </a:spcBef>
              <a:buNone/>
              <a:defRPr sz="1100"/>
            </a:lvl8pPr>
            <a:lvl9pPr marL="0" lvl="8" indent="0" algn="r">
              <a:spcBef>
                <a:spcPts val="0"/>
              </a:spcBef>
              <a:buNone/>
              <a:defRPr sz="1100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2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42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4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customXml" Target="../ink/ink5.xml"/><Relationship Id="rId18" Type="http://schemas.openxmlformats.org/officeDocument/2006/relationships/image" Target="../media/image19.png"/><Relationship Id="rId26" Type="http://schemas.openxmlformats.org/officeDocument/2006/relationships/image" Target="../media/image23.png"/><Relationship Id="rId39" Type="http://schemas.openxmlformats.org/officeDocument/2006/relationships/customXml" Target="../ink/ink18.xml"/><Relationship Id="rId21" Type="http://schemas.openxmlformats.org/officeDocument/2006/relationships/customXml" Target="../ink/ink9.xml"/><Relationship Id="rId34" Type="http://schemas.openxmlformats.org/officeDocument/2006/relationships/image" Target="../media/image27.png"/><Relationship Id="rId42" Type="http://schemas.openxmlformats.org/officeDocument/2006/relationships/image" Target="../media/image31.png"/><Relationship Id="rId47" Type="http://schemas.openxmlformats.org/officeDocument/2006/relationships/customXml" Target="../ink/ink22.xml"/><Relationship Id="rId50" Type="http://schemas.openxmlformats.org/officeDocument/2006/relationships/image" Target="../media/image35.png"/><Relationship Id="rId55" Type="http://schemas.openxmlformats.org/officeDocument/2006/relationships/customXml" Target="../ink/ink26.xml"/><Relationship Id="rId7" Type="http://schemas.openxmlformats.org/officeDocument/2006/relationships/customXml" Target="../ink/ink2.xml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8.png"/><Relationship Id="rId29" Type="http://schemas.openxmlformats.org/officeDocument/2006/relationships/customXml" Target="../ink/ink13.xml"/><Relationship Id="rId11" Type="http://schemas.openxmlformats.org/officeDocument/2006/relationships/customXml" Target="../ink/ink4.xml"/><Relationship Id="rId24" Type="http://schemas.openxmlformats.org/officeDocument/2006/relationships/image" Target="../media/image22.png"/><Relationship Id="rId32" Type="http://schemas.openxmlformats.org/officeDocument/2006/relationships/image" Target="../media/image26.png"/><Relationship Id="rId37" Type="http://schemas.openxmlformats.org/officeDocument/2006/relationships/customXml" Target="../ink/ink17.xml"/><Relationship Id="rId40" Type="http://schemas.openxmlformats.org/officeDocument/2006/relationships/image" Target="../media/image30.png"/><Relationship Id="rId45" Type="http://schemas.openxmlformats.org/officeDocument/2006/relationships/customXml" Target="../ink/ink21.xml"/><Relationship Id="rId53" Type="http://schemas.openxmlformats.org/officeDocument/2006/relationships/customXml" Target="../ink/ink25.xml"/><Relationship Id="rId58" Type="http://schemas.openxmlformats.org/officeDocument/2006/relationships/image" Target="../media/image39.png"/><Relationship Id="rId5" Type="http://schemas.openxmlformats.org/officeDocument/2006/relationships/customXml" Target="../ink/ink1.xml"/><Relationship Id="rId19" Type="http://schemas.openxmlformats.org/officeDocument/2006/relationships/customXml" Target="../ink/ink8.xml"/><Relationship Id="rId4" Type="http://schemas.openxmlformats.org/officeDocument/2006/relationships/image" Target="../media/image10.png"/><Relationship Id="rId9" Type="http://schemas.openxmlformats.org/officeDocument/2006/relationships/customXml" Target="../ink/ink3.xml"/><Relationship Id="rId14" Type="http://schemas.openxmlformats.org/officeDocument/2006/relationships/image" Target="../media/image17.png"/><Relationship Id="rId22" Type="http://schemas.openxmlformats.org/officeDocument/2006/relationships/image" Target="../media/image21.png"/><Relationship Id="rId27" Type="http://schemas.openxmlformats.org/officeDocument/2006/relationships/customXml" Target="../ink/ink12.xml"/><Relationship Id="rId30" Type="http://schemas.openxmlformats.org/officeDocument/2006/relationships/image" Target="../media/image25.png"/><Relationship Id="rId35" Type="http://schemas.openxmlformats.org/officeDocument/2006/relationships/customXml" Target="../ink/ink16.xml"/><Relationship Id="rId43" Type="http://schemas.openxmlformats.org/officeDocument/2006/relationships/customXml" Target="../ink/ink20.xml"/><Relationship Id="rId48" Type="http://schemas.openxmlformats.org/officeDocument/2006/relationships/image" Target="../media/image34.png"/><Relationship Id="rId56" Type="http://schemas.openxmlformats.org/officeDocument/2006/relationships/image" Target="../media/image38.png"/><Relationship Id="rId8" Type="http://schemas.openxmlformats.org/officeDocument/2006/relationships/image" Target="../media/image14.png"/><Relationship Id="rId51" Type="http://schemas.openxmlformats.org/officeDocument/2006/relationships/customXml" Target="../ink/ink24.xml"/><Relationship Id="rId3" Type="http://schemas.openxmlformats.org/officeDocument/2006/relationships/image" Target="../media/image8.png"/><Relationship Id="rId12" Type="http://schemas.openxmlformats.org/officeDocument/2006/relationships/image" Target="../media/image16.png"/><Relationship Id="rId17" Type="http://schemas.openxmlformats.org/officeDocument/2006/relationships/customXml" Target="../ink/ink7.xml"/><Relationship Id="rId25" Type="http://schemas.openxmlformats.org/officeDocument/2006/relationships/customXml" Target="../ink/ink11.xml"/><Relationship Id="rId33" Type="http://schemas.openxmlformats.org/officeDocument/2006/relationships/customXml" Target="../ink/ink15.xml"/><Relationship Id="rId38" Type="http://schemas.openxmlformats.org/officeDocument/2006/relationships/image" Target="../media/image29.png"/><Relationship Id="rId46" Type="http://schemas.openxmlformats.org/officeDocument/2006/relationships/image" Target="../media/image33.png"/><Relationship Id="rId20" Type="http://schemas.openxmlformats.org/officeDocument/2006/relationships/image" Target="../media/image20.png"/><Relationship Id="rId41" Type="http://schemas.openxmlformats.org/officeDocument/2006/relationships/customXml" Target="../ink/ink19.xml"/><Relationship Id="rId54" Type="http://schemas.openxmlformats.org/officeDocument/2006/relationships/image" Target="../media/image3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15" Type="http://schemas.openxmlformats.org/officeDocument/2006/relationships/customXml" Target="../ink/ink6.xml"/><Relationship Id="rId23" Type="http://schemas.openxmlformats.org/officeDocument/2006/relationships/customXml" Target="../ink/ink10.xml"/><Relationship Id="rId28" Type="http://schemas.openxmlformats.org/officeDocument/2006/relationships/image" Target="../media/image24.png"/><Relationship Id="rId36" Type="http://schemas.openxmlformats.org/officeDocument/2006/relationships/image" Target="../media/image28.png"/><Relationship Id="rId49" Type="http://schemas.openxmlformats.org/officeDocument/2006/relationships/customXml" Target="../ink/ink23.xml"/><Relationship Id="rId57" Type="http://schemas.openxmlformats.org/officeDocument/2006/relationships/customXml" Target="../ink/ink27.xml"/><Relationship Id="rId10" Type="http://schemas.openxmlformats.org/officeDocument/2006/relationships/image" Target="../media/image15.png"/><Relationship Id="rId31" Type="http://schemas.openxmlformats.org/officeDocument/2006/relationships/customXml" Target="../ink/ink14.xml"/><Relationship Id="rId44" Type="http://schemas.openxmlformats.org/officeDocument/2006/relationships/image" Target="../media/image32.png"/><Relationship Id="rId52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3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0.jp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00.png"/><Relationship Id="rId80" Type="http://schemas.openxmlformats.org/officeDocument/2006/relationships/customXml" Target="../ink/ink33.xml"/><Relationship Id="rId85" Type="http://schemas.openxmlformats.org/officeDocument/2006/relationships/image" Target="../media/image68.png"/><Relationship Id="rId93" Type="http://schemas.openxmlformats.org/officeDocument/2006/relationships/image" Target="../media/image72.png"/><Relationship Id="rId3" Type="http://schemas.openxmlformats.org/officeDocument/2006/relationships/image" Target="../media/image61.png"/><Relationship Id="rId76" Type="http://schemas.openxmlformats.org/officeDocument/2006/relationships/customXml" Target="../ink/ink31.xml"/><Relationship Id="rId84" Type="http://schemas.openxmlformats.org/officeDocument/2006/relationships/customXml" Target="../ink/ink35.xml"/><Relationship Id="rId89" Type="http://schemas.openxmlformats.org/officeDocument/2006/relationships/image" Target="../media/image70.png"/><Relationship Id="rId92" Type="http://schemas.openxmlformats.org/officeDocument/2006/relationships/customXml" Target="../ink/ink39.xml"/><Relationship Id="rId2" Type="http://schemas.openxmlformats.org/officeDocument/2006/relationships/notesSlide" Target="../notesSlides/notesSlide31.xml"/><Relationship Id="rId75" Type="http://schemas.openxmlformats.org/officeDocument/2006/relationships/image" Target="../media/image63.png"/><Relationship Id="rId83" Type="http://schemas.openxmlformats.org/officeDocument/2006/relationships/image" Target="../media/image67.png"/><Relationship Id="rId88" Type="http://schemas.openxmlformats.org/officeDocument/2006/relationships/customXml" Target="../ink/ink37.xml"/><Relationship Id="rId91" Type="http://schemas.openxmlformats.org/officeDocument/2006/relationships/image" Target="../media/image71.png"/><Relationship Id="rId1" Type="http://schemas.openxmlformats.org/officeDocument/2006/relationships/slideLayout" Target="../slideLayouts/slideLayout3.xml"/><Relationship Id="rId74" Type="http://schemas.openxmlformats.org/officeDocument/2006/relationships/customXml" Target="../ink/ink30.xml"/><Relationship Id="rId79" Type="http://schemas.openxmlformats.org/officeDocument/2006/relationships/image" Target="../media/image65.png"/><Relationship Id="rId87" Type="http://schemas.openxmlformats.org/officeDocument/2006/relationships/image" Target="../media/image69.png"/><Relationship Id="rId82" Type="http://schemas.openxmlformats.org/officeDocument/2006/relationships/customXml" Target="../ink/ink34.xml"/><Relationship Id="rId90" Type="http://schemas.openxmlformats.org/officeDocument/2006/relationships/customXml" Target="../ink/ink38.xml"/><Relationship Id="rId95" Type="http://schemas.openxmlformats.org/officeDocument/2006/relationships/image" Target="../media/image73.png"/><Relationship Id="rId73" Type="http://schemas.openxmlformats.org/officeDocument/2006/relationships/image" Target="../media/image700.png"/><Relationship Id="rId78" Type="http://schemas.openxmlformats.org/officeDocument/2006/relationships/customXml" Target="../ink/ink32.xml"/><Relationship Id="rId81" Type="http://schemas.openxmlformats.org/officeDocument/2006/relationships/image" Target="../media/image66.png"/><Relationship Id="rId86" Type="http://schemas.openxmlformats.org/officeDocument/2006/relationships/customXml" Target="../ink/ink36.xml"/><Relationship Id="rId94" Type="http://schemas.openxmlformats.org/officeDocument/2006/relationships/customXml" Target="../ink/ink40.xml"/><Relationship Id="rId4" Type="http://schemas.openxmlformats.org/officeDocument/2006/relationships/customXml" Target="../ink/ink28.xml"/><Relationship Id="rId14" Type="http://schemas.openxmlformats.org/officeDocument/2006/relationships/customXml" Target="../ink/ink29.xml"/><Relationship Id="rId77" Type="http://schemas.openxmlformats.org/officeDocument/2006/relationships/image" Target="../media/image64.png"/></Relationships>
</file>

<file path=ppt/slides/_rels/slide3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31.png"/><Relationship Id="rId21" Type="http://schemas.openxmlformats.org/officeDocument/2006/relationships/image" Target="../media/image83.png"/><Relationship Id="rId42" Type="http://schemas.openxmlformats.org/officeDocument/2006/relationships/customXml" Target="../ink/ink61.xml"/><Relationship Id="rId63" Type="http://schemas.openxmlformats.org/officeDocument/2006/relationships/image" Target="../media/image104.png"/><Relationship Id="rId84" Type="http://schemas.openxmlformats.org/officeDocument/2006/relationships/customXml" Target="../ink/ink82.xml"/><Relationship Id="rId138" Type="http://schemas.openxmlformats.org/officeDocument/2006/relationships/customXml" Target="../ink/ink109.xml"/><Relationship Id="rId159" Type="http://schemas.openxmlformats.org/officeDocument/2006/relationships/image" Target="../media/image152.png"/><Relationship Id="rId170" Type="http://schemas.openxmlformats.org/officeDocument/2006/relationships/customXml" Target="../ink/ink125.xml"/><Relationship Id="rId107" Type="http://schemas.openxmlformats.org/officeDocument/2006/relationships/image" Target="../media/image126.png"/><Relationship Id="rId11" Type="http://schemas.openxmlformats.org/officeDocument/2006/relationships/image" Target="../media/image78.png"/><Relationship Id="rId32" Type="http://schemas.openxmlformats.org/officeDocument/2006/relationships/customXml" Target="../ink/ink56.xml"/><Relationship Id="rId53" Type="http://schemas.openxmlformats.org/officeDocument/2006/relationships/image" Target="../media/image99.png"/><Relationship Id="rId74" Type="http://schemas.openxmlformats.org/officeDocument/2006/relationships/customXml" Target="../ink/ink77.xml"/><Relationship Id="rId128" Type="http://schemas.openxmlformats.org/officeDocument/2006/relationships/customXml" Target="../ink/ink104.xml"/><Relationship Id="rId149" Type="http://schemas.openxmlformats.org/officeDocument/2006/relationships/image" Target="../media/image147.png"/><Relationship Id="rId5" Type="http://schemas.openxmlformats.org/officeDocument/2006/relationships/image" Target="../media/image75.png"/><Relationship Id="rId95" Type="http://schemas.openxmlformats.org/officeDocument/2006/relationships/image" Target="../media/image120.png"/><Relationship Id="rId160" Type="http://schemas.openxmlformats.org/officeDocument/2006/relationships/customXml" Target="../ink/ink120.xml"/><Relationship Id="rId22" Type="http://schemas.openxmlformats.org/officeDocument/2006/relationships/customXml" Target="../ink/ink51.xml"/><Relationship Id="rId43" Type="http://schemas.openxmlformats.org/officeDocument/2006/relationships/image" Target="../media/image94.png"/><Relationship Id="rId64" Type="http://schemas.openxmlformats.org/officeDocument/2006/relationships/customXml" Target="../ink/ink72.xml"/><Relationship Id="rId118" Type="http://schemas.openxmlformats.org/officeDocument/2006/relationships/customXml" Target="../ink/ink99.xml"/><Relationship Id="rId139" Type="http://schemas.openxmlformats.org/officeDocument/2006/relationships/image" Target="../media/image142.png"/><Relationship Id="rId85" Type="http://schemas.openxmlformats.org/officeDocument/2006/relationships/image" Target="../media/image115.png"/><Relationship Id="rId150" Type="http://schemas.openxmlformats.org/officeDocument/2006/relationships/customXml" Target="../ink/ink115.xml"/><Relationship Id="rId171" Type="http://schemas.openxmlformats.org/officeDocument/2006/relationships/image" Target="../media/image158.png"/><Relationship Id="rId12" Type="http://schemas.openxmlformats.org/officeDocument/2006/relationships/customXml" Target="../ink/ink46.xml"/><Relationship Id="rId33" Type="http://schemas.openxmlformats.org/officeDocument/2006/relationships/image" Target="../media/image89.png"/><Relationship Id="rId108" Type="http://schemas.openxmlformats.org/officeDocument/2006/relationships/customXml" Target="../ink/ink94.xml"/><Relationship Id="rId129" Type="http://schemas.openxmlformats.org/officeDocument/2006/relationships/image" Target="../media/image137.png"/><Relationship Id="rId54" Type="http://schemas.openxmlformats.org/officeDocument/2006/relationships/customXml" Target="../ink/ink67.xml"/><Relationship Id="rId75" Type="http://schemas.openxmlformats.org/officeDocument/2006/relationships/image" Target="../media/image110.png"/><Relationship Id="rId96" Type="http://schemas.openxmlformats.org/officeDocument/2006/relationships/customXml" Target="../ink/ink88.xml"/><Relationship Id="rId140" Type="http://schemas.openxmlformats.org/officeDocument/2006/relationships/customXml" Target="../ink/ink110.xml"/><Relationship Id="rId161" Type="http://schemas.openxmlformats.org/officeDocument/2006/relationships/image" Target="../media/image153.png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43.xml"/><Relationship Id="rId23" Type="http://schemas.openxmlformats.org/officeDocument/2006/relationships/image" Target="../media/image84.png"/><Relationship Id="rId28" Type="http://schemas.openxmlformats.org/officeDocument/2006/relationships/customXml" Target="../ink/ink54.xml"/><Relationship Id="rId49" Type="http://schemas.openxmlformats.org/officeDocument/2006/relationships/image" Target="../media/image97.png"/><Relationship Id="rId114" Type="http://schemas.openxmlformats.org/officeDocument/2006/relationships/customXml" Target="../ink/ink97.xml"/><Relationship Id="rId119" Type="http://schemas.openxmlformats.org/officeDocument/2006/relationships/image" Target="../media/image132.png"/><Relationship Id="rId44" Type="http://schemas.openxmlformats.org/officeDocument/2006/relationships/customXml" Target="../ink/ink62.xml"/><Relationship Id="rId60" Type="http://schemas.openxmlformats.org/officeDocument/2006/relationships/customXml" Target="../ink/ink70.xml"/><Relationship Id="rId65" Type="http://schemas.openxmlformats.org/officeDocument/2006/relationships/image" Target="../media/image105.png"/><Relationship Id="rId81" Type="http://schemas.openxmlformats.org/officeDocument/2006/relationships/image" Target="../media/image113.png"/><Relationship Id="rId86" Type="http://schemas.openxmlformats.org/officeDocument/2006/relationships/customXml" Target="../ink/ink83.xml"/><Relationship Id="rId130" Type="http://schemas.openxmlformats.org/officeDocument/2006/relationships/customXml" Target="../ink/ink105.xml"/><Relationship Id="rId135" Type="http://schemas.openxmlformats.org/officeDocument/2006/relationships/image" Target="../media/image140.png"/><Relationship Id="rId151" Type="http://schemas.openxmlformats.org/officeDocument/2006/relationships/image" Target="../media/image148.png"/><Relationship Id="rId156" Type="http://schemas.openxmlformats.org/officeDocument/2006/relationships/customXml" Target="../ink/ink118.xml"/><Relationship Id="rId172" Type="http://schemas.openxmlformats.org/officeDocument/2006/relationships/customXml" Target="../ink/ink126.xml"/><Relationship Id="rId13" Type="http://schemas.openxmlformats.org/officeDocument/2006/relationships/image" Target="../media/image79.png"/><Relationship Id="rId18" Type="http://schemas.openxmlformats.org/officeDocument/2006/relationships/customXml" Target="../ink/ink49.xml"/><Relationship Id="rId39" Type="http://schemas.openxmlformats.org/officeDocument/2006/relationships/image" Target="../media/image92.png"/><Relationship Id="rId109" Type="http://schemas.openxmlformats.org/officeDocument/2006/relationships/image" Target="../media/image127.png"/><Relationship Id="rId34" Type="http://schemas.openxmlformats.org/officeDocument/2006/relationships/customXml" Target="../ink/ink57.xml"/><Relationship Id="rId50" Type="http://schemas.openxmlformats.org/officeDocument/2006/relationships/customXml" Target="../ink/ink65.xml"/><Relationship Id="rId55" Type="http://schemas.openxmlformats.org/officeDocument/2006/relationships/image" Target="../media/image100.png"/><Relationship Id="rId76" Type="http://schemas.openxmlformats.org/officeDocument/2006/relationships/customXml" Target="../ink/ink78.xml"/><Relationship Id="rId97" Type="http://schemas.openxmlformats.org/officeDocument/2006/relationships/image" Target="../media/image121.png"/><Relationship Id="rId104" Type="http://schemas.openxmlformats.org/officeDocument/2006/relationships/customXml" Target="../ink/ink92.xml"/><Relationship Id="rId120" Type="http://schemas.openxmlformats.org/officeDocument/2006/relationships/customXml" Target="../ink/ink100.xml"/><Relationship Id="rId125" Type="http://schemas.openxmlformats.org/officeDocument/2006/relationships/image" Target="../media/image135.png"/><Relationship Id="rId141" Type="http://schemas.openxmlformats.org/officeDocument/2006/relationships/image" Target="../media/image143.png"/><Relationship Id="rId146" Type="http://schemas.openxmlformats.org/officeDocument/2006/relationships/customXml" Target="../ink/ink113.xml"/><Relationship Id="rId167" Type="http://schemas.openxmlformats.org/officeDocument/2006/relationships/image" Target="../media/image156.png"/><Relationship Id="rId7" Type="http://schemas.openxmlformats.org/officeDocument/2006/relationships/image" Target="../media/image76.png"/><Relationship Id="rId71" Type="http://schemas.openxmlformats.org/officeDocument/2006/relationships/image" Target="../media/image108.png"/><Relationship Id="rId92" Type="http://schemas.openxmlformats.org/officeDocument/2006/relationships/customXml" Target="../ink/ink86.xml"/><Relationship Id="rId162" Type="http://schemas.openxmlformats.org/officeDocument/2006/relationships/customXml" Target="../ink/ink121.xml"/><Relationship Id="rId2" Type="http://schemas.openxmlformats.org/officeDocument/2006/relationships/customXml" Target="../ink/ink41.xml"/><Relationship Id="rId29" Type="http://schemas.openxmlformats.org/officeDocument/2006/relationships/image" Target="../media/image87.png"/><Relationship Id="rId24" Type="http://schemas.openxmlformats.org/officeDocument/2006/relationships/customXml" Target="../ink/ink52.xml"/><Relationship Id="rId40" Type="http://schemas.openxmlformats.org/officeDocument/2006/relationships/customXml" Target="../ink/ink60.xml"/><Relationship Id="rId45" Type="http://schemas.openxmlformats.org/officeDocument/2006/relationships/image" Target="../media/image95.png"/><Relationship Id="rId66" Type="http://schemas.openxmlformats.org/officeDocument/2006/relationships/customXml" Target="../ink/ink73.xml"/><Relationship Id="rId87" Type="http://schemas.openxmlformats.org/officeDocument/2006/relationships/image" Target="../media/image116.png"/><Relationship Id="rId110" Type="http://schemas.openxmlformats.org/officeDocument/2006/relationships/customXml" Target="../ink/ink95.xml"/><Relationship Id="rId115" Type="http://schemas.openxmlformats.org/officeDocument/2006/relationships/image" Target="../media/image130.png"/><Relationship Id="rId131" Type="http://schemas.openxmlformats.org/officeDocument/2006/relationships/image" Target="../media/image138.png"/><Relationship Id="rId136" Type="http://schemas.openxmlformats.org/officeDocument/2006/relationships/customXml" Target="../ink/ink108.xml"/><Relationship Id="rId157" Type="http://schemas.openxmlformats.org/officeDocument/2006/relationships/image" Target="../media/image151.png"/><Relationship Id="rId61" Type="http://schemas.openxmlformats.org/officeDocument/2006/relationships/image" Target="../media/image103.png"/><Relationship Id="rId82" Type="http://schemas.openxmlformats.org/officeDocument/2006/relationships/customXml" Target="../ink/ink81.xml"/><Relationship Id="rId152" Type="http://schemas.openxmlformats.org/officeDocument/2006/relationships/customXml" Target="../ink/ink116.xml"/><Relationship Id="rId173" Type="http://schemas.openxmlformats.org/officeDocument/2006/relationships/image" Target="../media/image159.png"/><Relationship Id="rId19" Type="http://schemas.openxmlformats.org/officeDocument/2006/relationships/image" Target="../media/image82.png"/><Relationship Id="rId14" Type="http://schemas.openxmlformats.org/officeDocument/2006/relationships/customXml" Target="../ink/ink47.xml"/><Relationship Id="rId30" Type="http://schemas.openxmlformats.org/officeDocument/2006/relationships/customXml" Target="../ink/ink55.xml"/><Relationship Id="rId35" Type="http://schemas.openxmlformats.org/officeDocument/2006/relationships/image" Target="../media/image90.png"/><Relationship Id="rId56" Type="http://schemas.openxmlformats.org/officeDocument/2006/relationships/customXml" Target="../ink/ink68.xml"/><Relationship Id="rId77" Type="http://schemas.openxmlformats.org/officeDocument/2006/relationships/image" Target="../media/image111.png"/><Relationship Id="rId100" Type="http://schemas.openxmlformats.org/officeDocument/2006/relationships/customXml" Target="../ink/ink90.xml"/><Relationship Id="rId105" Type="http://schemas.openxmlformats.org/officeDocument/2006/relationships/image" Target="../media/image125.png"/><Relationship Id="rId126" Type="http://schemas.openxmlformats.org/officeDocument/2006/relationships/customXml" Target="../ink/ink103.xml"/><Relationship Id="rId147" Type="http://schemas.openxmlformats.org/officeDocument/2006/relationships/image" Target="../media/image146.png"/><Relationship Id="rId168" Type="http://schemas.openxmlformats.org/officeDocument/2006/relationships/customXml" Target="../ink/ink124.xml"/><Relationship Id="rId8" Type="http://schemas.openxmlformats.org/officeDocument/2006/relationships/customXml" Target="../ink/ink44.xml"/><Relationship Id="rId51" Type="http://schemas.openxmlformats.org/officeDocument/2006/relationships/image" Target="../media/image98.png"/><Relationship Id="rId72" Type="http://schemas.openxmlformats.org/officeDocument/2006/relationships/customXml" Target="../ink/ink76.xml"/><Relationship Id="rId93" Type="http://schemas.openxmlformats.org/officeDocument/2006/relationships/image" Target="../media/image119.png"/><Relationship Id="rId98" Type="http://schemas.openxmlformats.org/officeDocument/2006/relationships/customXml" Target="../ink/ink89.xml"/><Relationship Id="rId121" Type="http://schemas.openxmlformats.org/officeDocument/2006/relationships/image" Target="../media/image133.png"/><Relationship Id="rId142" Type="http://schemas.openxmlformats.org/officeDocument/2006/relationships/customXml" Target="../ink/ink111.xml"/><Relationship Id="rId163" Type="http://schemas.openxmlformats.org/officeDocument/2006/relationships/image" Target="../media/image154.png"/><Relationship Id="rId3" Type="http://schemas.openxmlformats.org/officeDocument/2006/relationships/image" Target="../media/image74.png"/><Relationship Id="rId25" Type="http://schemas.openxmlformats.org/officeDocument/2006/relationships/image" Target="../media/image85.png"/><Relationship Id="rId46" Type="http://schemas.openxmlformats.org/officeDocument/2006/relationships/customXml" Target="../ink/ink63.xml"/><Relationship Id="rId67" Type="http://schemas.openxmlformats.org/officeDocument/2006/relationships/image" Target="../media/image106.png"/><Relationship Id="rId116" Type="http://schemas.openxmlformats.org/officeDocument/2006/relationships/customXml" Target="../ink/ink98.xml"/><Relationship Id="rId137" Type="http://schemas.openxmlformats.org/officeDocument/2006/relationships/image" Target="../media/image141.png"/><Relationship Id="rId158" Type="http://schemas.openxmlformats.org/officeDocument/2006/relationships/customXml" Target="../ink/ink119.xml"/><Relationship Id="rId20" Type="http://schemas.openxmlformats.org/officeDocument/2006/relationships/customXml" Target="../ink/ink50.xml"/><Relationship Id="rId41" Type="http://schemas.openxmlformats.org/officeDocument/2006/relationships/image" Target="../media/image93.png"/><Relationship Id="rId62" Type="http://schemas.openxmlformats.org/officeDocument/2006/relationships/customXml" Target="../ink/ink71.xml"/><Relationship Id="rId83" Type="http://schemas.openxmlformats.org/officeDocument/2006/relationships/image" Target="../media/image114.png"/><Relationship Id="rId88" Type="http://schemas.openxmlformats.org/officeDocument/2006/relationships/customXml" Target="../ink/ink84.xml"/><Relationship Id="rId111" Type="http://schemas.openxmlformats.org/officeDocument/2006/relationships/image" Target="../media/image128.png"/><Relationship Id="rId132" Type="http://schemas.openxmlformats.org/officeDocument/2006/relationships/customXml" Target="../ink/ink106.xml"/><Relationship Id="rId153" Type="http://schemas.openxmlformats.org/officeDocument/2006/relationships/image" Target="../media/image149.png"/><Relationship Id="rId15" Type="http://schemas.openxmlformats.org/officeDocument/2006/relationships/image" Target="../media/image80.png"/><Relationship Id="rId36" Type="http://schemas.openxmlformats.org/officeDocument/2006/relationships/customXml" Target="../ink/ink58.xml"/><Relationship Id="rId57" Type="http://schemas.openxmlformats.org/officeDocument/2006/relationships/image" Target="../media/image101.png"/><Relationship Id="rId106" Type="http://schemas.openxmlformats.org/officeDocument/2006/relationships/customXml" Target="../ink/ink93.xml"/><Relationship Id="rId127" Type="http://schemas.openxmlformats.org/officeDocument/2006/relationships/image" Target="../media/image136.png"/><Relationship Id="rId10" Type="http://schemas.openxmlformats.org/officeDocument/2006/relationships/customXml" Target="../ink/ink45.xml"/><Relationship Id="rId31" Type="http://schemas.openxmlformats.org/officeDocument/2006/relationships/image" Target="../media/image88.png"/><Relationship Id="rId52" Type="http://schemas.openxmlformats.org/officeDocument/2006/relationships/customXml" Target="../ink/ink66.xml"/><Relationship Id="rId73" Type="http://schemas.openxmlformats.org/officeDocument/2006/relationships/image" Target="../media/image109.png"/><Relationship Id="rId78" Type="http://schemas.openxmlformats.org/officeDocument/2006/relationships/customXml" Target="../ink/ink79.xml"/><Relationship Id="rId94" Type="http://schemas.openxmlformats.org/officeDocument/2006/relationships/customXml" Target="../ink/ink87.xml"/><Relationship Id="rId99" Type="http://schemas.openxmlformats.org/officeDocument/2006/relationships/image" Target="../media/image122.png"/><Relationship Id="rId101" Type="http://schemas.openxmlformats.org/officeDocument/2006/relationships/image" Target="../media/image123.png"/><Relationship Id="rId122" Type="http://schemas.openxmlformats.org/officeDocument/2006/relationships/customXml" Target="../ink/ink101.xml"/><Relationship Id="rId143" Type="http://schemas.openxmlformats.org/officeDocument/2006/relationships/image" Target="../media/image144.png"/><Relationship Id="rId148" Type="http://schemas.openxmlformats.org/officeDocument/2006/relationships/customXml" Target="../ink/ink114.xml"/><Relationship Id="rId164" Type="http://schemas.openxmlformats.org/officeDocument/2006/relationships/customXml" Target="../ink/ink122.xml"/><Relationship Id="rId169" Type="http://schemas.openxmlformats.org/officeDocument/2006/relationships/image" Target="../media/image157.png"/><Relationship Id="rId4" Type="http://schemas.openxmlformats.org/officeDocument/2006/relationships/customXml" Target="../ink/ink42.xml"/><Relationship Id="rId9" Type="http://schemas.openxmlformats.org/officeDocument/2006/relationships/image" Target="../media/image77.png"/><Relationship Id="rId26" Type="http://schemas.openxmlformats.org/officeDocument/2006/relationships/customXml" Target="../ink/ink53.xml"/><Relationship Id="rId47" Type="http://schemas.openxmlformats.org/officeDocument/2006/relationships/image" Target="../media/image96.png"/><Relationship Id="rId68" Type="http://schemas.openxmlformats.org/officeDocument/2006/relationships/customXml" Target="../ink/ink74.xml"/><Relationship Id="rId89" Type="http://schemas.openxmlformats.org/officeDocument/2006/relationships/image" Target="../media/image117.png"/><Relationship Id="rId112" Type="http://schemas.openxmlformats.org/officeDocument/2006/relationships/customXml" Target="../ink/ink96.xml"/><Relationship Id="rId133" Type="http://schemas.openxmlformats.org/officeDocument/2006/relationships/image" Target="../media/image139.png"/><Relationship Id="rId154" Type="http://schemas.openxmlformats.org/officeDocument/2006/relationships/customXml" Target="../ink/ink117.xml"/><Relationship Id="rId16" Type="http://schemas.openxmlformats.org/officeDocument/2006/relationships/customXml" Target="../ink/ink48.xml"/><Relationship Id="rId37" Type="http://schemas.openxmlformats.org/officeDocument/2006/relationships/image" Target="../media/image91.png"/><Relationship Id="rId58" Type="http://schemas.openxmlformats.org/officeDocument/2006/relationships/customXml" Target="../ink/ink69.xml"/><Relationship Id="rId79" Type="http://schemas.openxmlformats.org/officeDocument/2006/relationships/image" Target="../media/image112.png"/><Relationship Id="rId102" Type="http://schemas.openxmlformats.org/officeDocument/2006/relationships/customXml" Target="../ink/ink91.xml"/><Relationship Id="rId123" Type="http://schemas.openxmlformats.org/officeDocument/2006/relationships/image" Target="../media/image134.png"/><Relationship Id="rId144" Type="http://schemas.openxmlformats.org/officeDocument/2006/relationships/customXml" Target="../ink/ink112.xml"/><Relationship Id="rId90" Type="http://schemas.openxmlformats.org/officeDocument/2006/relationships/customXml" Target="../ink/ink85.xml"/><Relationship Id="rId165" Type="http://schemas.openxmlformats.org/officeDocument/2006/relationships/image" Target="../media/image155.png"/><Relationship Id="rId27" Type="http://schemas.openxmlformats.org/officeDocument/2006/relationships/image" Target="../media/image86.png"/><Relationship Id="rId48" Type="http://schemas.openxmlformats.org/officeDocument/2006/relationships/customXml" Target="../ink/ink64.xml"/><Relationship Id="rId69" Type="http://schemas.openxmlformats.org/officeDocument/2006/relationships/image" Target="../media/image107.png"/><Relationship Id="rId113" Type="http://schemas.openxmlformats.org/officeDocument/2006/relationships/image" Target="../media/image129.png"/><Relationship Id="rId134" Type="http://schemas.openxmlformats.org/officeDocument/2006/relationships/customXml" Target="../ink/ink107.xml"/><Relationship Id="rId80" Type="http://schemas.openxmlformats.org/officeDocument/2006/relationships/customXml" Target="../ink/ink80.xml"/><Relationship Id="rId155" Type="http://schemas.openxmlformats.org/officeDocument/2006/relationships/image" Target="../media/image150.png"/><Relationship Id="rId17" Type="http://schemas.openxmlformats.org/officeDocument/2006/relationships/image" Target="../media/image81.png"/><Relationship Id="rId38" Type="http://schemas.openxmlformats.org/officeDocument/2006/relationships/customXml" Target="../ink/ink59.xml"/><Relationship Id="rId59" Type="http://schemas.openxmlformats.org/officeDocument/2006/relationships/image" Target="../media/image102.png"/><Relationship Id="rId103" Type="http://schemas.openxmlformats.org/officeDocument/2006/relationships/image" Target="../media/image124.png"/><Relationship Id="rId124" Type="http://schemas.openxmlformats.org/officeDocument/2006/relationships/customXml" Target="../ink/ink102.xml"/><Relationship Id="rId70" Type="http://schemas.openxmlformats.org/officeDocument/2006/relationships/customXml" Target="../ink/ink75.xml"/><Relationship Id="rId91" Type="http://schemas.openxmlformats.org/officeDocument/2006/relationships/image" Target="../media/image118.png"/><Relationship Id="rId145" Type="http://schemas.openxmlformats.org/officeDocument/2006/relationships/image" Target="../media/image145.png"/><Relationship Id="rId166" Type="http://schemas.openxmlformats.org/officeDocument/2006/relationships/customXml" Target="../ink/ink12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4.png"/><Relationship Id="rId5" Type="http://schemas.openxmlformats.org/officeDocument/2006/relationships/image" Target="../media/image163.png"/><Relationship Id="rId4" Type="http://schemas.openxmlformats.org/officeDocument/2006/relationships/image" Target="../media/image162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3" Type="http://schemas.openxmlformats.org/officeDocument/2006/relationships/image" Target="../media/image165.png"/><Relationship Id="rId7" Type="http://schemas.openxmlformats.org/officeDocument/2006/relationships/image" Target="../media/image16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7.png"/><Relationship Id="rId5" Type="http://schemas.openxmlformats.org/officeDocument/2006/relationships/image" Target="../media/image163.png"/><Relationship Id="rId4" Type="http://schemas.openxmlformats.org/officeDocument/2006/relationships/image" Target="../media/image166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3.png"/><Relationship Id="rId13" Type="http://schemas.openxmlformats.org/officeDocument/2006/relationships/image" Target="../media/image175.png"/><Relationship Id="rId3" Type="http://schemas.openxmlformats.org/officeDocument/2006/relationships/image" Target="../media/image169.png"/><Relationship Id="rId7" Type="http://schemas.openxmlformats.org/officeDocument/2006/relationships/image" Target="../media/image173.png"/><Relationship Id="rId12" Type="http://schemas.openxmlformats.org/officeDocument/2006/relationships/image" Target="../media/image16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2.png"/><Relationship Id="rId11" Type="http://schemas.openxmlformats.org/officeDocument/2006/relationships/image" Target="../media/image168.png"/><Relationship Id="rId5" Type="http://schemas.openxmlformats.org/officeDocument/2006/relationships/image" Target="../media/image171.png"/><Relationship Id="rId10" Type="http://schemas.openxmlformats.org/officeDocument/2006/relationships/image" Target="../media/image174.png"/><Relationship Id="rId4" Type="http://schemas.openxmlformats.org/officeDocument/2006/relationships/image" Target="../media/image170.png"/><Relationship Id="rId9" Type="http://schemas.openxmlformats.org/officeDocument/2006/relationships/image" Target="../media/image167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6.png"/><Relationship Id="rId13" Type="http://schemas.openxmlformats.org/officeDocument/2006/relationships/image" Target="../media/image175.png"/><Relationship Id="rId3" Type="http://schemas.openxmlformats.org/officeDocument/2006/relationships/image" Target="../media/image169.png"/><Relationship Id="rId7" Type="http://schemas.openxmlformats.org/officeDocument/2006/relationships/image" Target="../media/image173.png"/><Relationship Id="rId12" Type="http://schemas.openxmlformats.org/officeDocument/2006/relationships/image" Target="../media/image164.png"/><Relationship Id="rId17" Type="http://schemas.openxmlformats.org/officeDocument/2006/relationships/customXml" Target="../ink/ink127.xml"/><Relationship Id="rId2" Type="http://schemas.openxmlformats.org/officeDocument/2006/relationships/notesSlide" Target="../notesSlides/notesSlide37.xml"/><Relationship Id="rId16" Type="http://schemas.openxmlformats.org/officeDocument/2006/relationships/image" Target="../media/image16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2.png"/><Relationship Id="rId11" Type="http://schemas.openxmlformats.org/officeDocument/2006/relationships/image" Target="../media/image168.png"/><Relationship Id="rId5" Type="http://schemas.openxmlformats.org/officeDocument/2006/relationships/image" Target="../media/image171.png"/><Relationship Id="rId15" Type="http://schemas.openxmlformats.org/officeDocument/2006/relationships/image" Target="../media/image178.png"/><Relationship Id="rId28" Type="http://schemas.openxmlformats.org/officeDocument/2006/relationships/image" Target="../media/image1290.png"/><Relationship Id="rId10" Type="http://schemas.openxmlformats.org/officeDocument/2006/relationships/image" Target="../media/image174.png"/><Relationship Id="rId4" Type="http://schemas.openxmlformats.org/officeDocument/2006/relationships/image" Target="../media/image170.png"/><Relationship Id="rId9" Type="http://schemas.openxmlformats.org/officeDocument/2006/relationships/image" Target="../media/image167.png"/><Relationship Id="rId14" Type="http://schemas.openxmlformats.org/officeDocument/2006/relationships/image" Target="../media/image177.png"/></Relationships>
</file>

<file path=ppt/slides/_rels/slide3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86.png"/><Relationship Id="rId21" Type="http://schemas.openxmlformats.org/officeDocument/2006/relationships/customXml" Target="../ink/ink131.xml"/><Relationship Id="rId42" Type="http://schemas.openxmlformats.org/officeDocument/2006/relationships/image" Target="../media/image194.png"/><Relationship Id="rId47" Type="http://schemas.openxmlformats.org/officeDocument/2006/relationships/customXml" Target="../ink/ink144.xml"/><Relationship Id="rId63" Type="http://schemas.openxmlformats.org/officeDocument/2006/relationships/customXml" Target="../ink/ink152.xml"/><Relationship Id="rId68" Type="http://schemas.openxmlformats.org/officeDocument/2006/relationships/image" Target="../media/image207.png"/><Relationship Id="rId16" Type="http://schemas.openxmlformats.org/officeDocument/2006/relationships/image" Target="../media/image181.png"/><Relationship Id="rId11" Type="http://schemas.openxmlformats.org/officeDocument/2006/relationships/image" Target="../media/image168.png"/><Relationship Id="rId24" Type="http://schemas.openxmlformats.org/officeDocument/2006/relationships/image" Target="../media/image185.png"/><Relationship Id="rId32" Type="http://schemas.openxmlformats.org/officeDocument/2006/relationships/image" Target="../media/image189.png"/><Relationship Id="rId37" Type="http://schemas.openxmlformats.org/officeDocument/2006/relationships/customXml" Target="../ink/ink139.xml"/><Relationship Id="rId40" Type="http://schemas.openxmlformats.org/officeDocument/2006/relationships/image" Target="../media/image193.png"/><Relationship Id="rId45" Type="http://schemas.openxmlformats.org/officeDocument/2006/relationships/customXml" Target="../ink/ink143.xml"/><Relationship Id="rId53" Type="http://schemas.openxmlformats.org/officeDocument/2006/relationships/customXml" Target="../ink/ink147.xml"/><Relationship Id="rId58" Type="http://schemas.openxmlformats.org/officeDocument/2006/relationships/image" Target="../media/image202.png"/><Relationship Id="rId66" Type="http://schemas.openxmlformats.org/officeDocument/2006/relationships/image" Target="../media/image206.png"/><Relationship Id="rId74" Type="http://schemas.openxmlformats.org/officeDocument/2006/relationships/image" Target="../media/image210.png"/><Relationship Id="rId5" Type="http://schemas.openxmlformats.org/officeDocument/2006/relationships/image" Target="../media/image171.png"/><Relationship Id="rId61" Type="http://schemas.openxmlformats.org/officeDocument/2006/relationships/customXml" Target="../ink/ink151.xml"/><Relationship Id="rId19" Type="http://schemas.openxmlformats.org/officeDocument/2006/relationships/customXml" Target="../ink/ink130.xml"/><Relationship Id="rId14" Type="http://schemas.openxmlformats.org/officeDocument/2006/relationships/image" Target="../media/image180.png"/><Relationship Id="rId22" Type="http://schemas.openxmlformats.org/officeDocument/2006/relationships/image" Target="../media/image184.png"/><Relationship Id="rId27" Type="http://schemas.openxmlformats.org/officeDocument/2006/relationships/customXml" Target="../ink/ink134.xml"/><Relationship Id="rId30" Type="http://schemas.openxmlformats.org/officeDocument/2006/relationships/image" Target="../media/image188.png"/><Relationship Id="rId35" Type="http://schemas.openxmlformats.org/officeDocument/2006/relationships/customXml" Target="../ink/ink138.xml"/><Relationship Id="rId43" Type="http://schemas.openxmlformats.org/officeDocument/2006/relationships/customXml" Target="../ink/ink142.xml"/><Relationship Id="rId48" Type="http://schemas.openxmlformats.org/officeDocument/2006/relationships/image" Target="../media/image197.png"/><Relationship Id="rId56" Type="http://schemas.openxmlformats.org/officeDocument/2006/relationships/image" Target="../media/image201.png"/><Relationship Id="rId64" Type="http://schemas.openxmlformats.org/officeDocument/2006/relationships/image" Target="../media/image205.png"/><Relationship Id="rId69" Type="http://schemas.openxmlformats.org/officeDocument/2006/relationships/customXml" Target="../ink/ink155.xml"/><Relationship Id="rId77" Type="http://schemas.openxmlformats.org/officeDocument/2006/relationships/customXml" Target="../ink/ink159.xml"/><Relationship Id="rId8" Type="http://schemas.openxmlformats.org/officeDocument/2006/relationships/image" Target="../media/image167.png"/><Relationship Id="rId51" Type="http://schemas.openxmlformats.org/officeDocument/2006/relationships/customXml" Target="../ink/ink146.xml"/><Relationship Id="rId72" Type="http://schemas.openxmlformats.org/officeDocument/2006/relationships/image" Target="../media/image209.png"/><Relationship Id="rId3" Type="http://schemas.openxmlformats.org/officeDocument/2006/relationships/image" Target="../media/image169.png"/><Relationship Id="rId12" Type="http://schemas.openxmlformats.org/officeDocument/2006/relationships/image" Target="../media/image164.png"/><Relationship Id="rId17" Type="http://schemas.openxmlformats.org/officeDocument/2006/relationships/customXml" Target="../ink/ink129.xml"/><Relationship Id="rId25" Type="http://schemas.openxmlformats.org/officeDocument/2006/relationships/customXml" Target="../ink/ink133.xml"/><Relationship Id="rId33" Type="http://schemas.openxmlformats.org/officeDocument/2006/relationships/customXml" Target="../ink/ink137.xml"/><Relationship Id="rId38" Type="http://schemas.openxmlformats.org/officeDocument/2006/relationships/image" Target="../media/image192.png"/><Relationship Id="rId46" Type="http://schemas.openxmlformats.org/officeDocument/2006/relationships/image" Target="../media/image196.png"/><Relationship Id="rId59" Type="http://schemas.openxmlformats.org/officeDocument/2006/relationships/customXml" Target="../ink/ink150.xml"/><Relationship Id="rId67" Type="http://schemas.openxmlformats.org/officeDocument/2006/relationships/customXml" Target="../ink/ink154.xml"/><Relationship Id="rId20" Type="http://schemas.openxmlformats.org/officeDocument/2006/relationships/image" Target="../media/image183.png"/><Relationship Id="rId41" Type="http://schemas.openxmlformats.org/officeDocument/2006/relationships/customXml" Target="../ink/ink141.xml"/><Relationship Id="rId54" Type="http://schemas.openxmlformats.org/officeDocument/2006/relationships/image" Target="../media/image200.png"/><Relationship Id="rId62" Type="http://schemas.openxmlformats.org/officeDocument/2006/relationships/image" Target="../media/image204.png"/><Relationship Id="rId70" Type="http://schemas.openxmlformats.org/officeDocument/2006/relationships/image" Target="../media/image208.png"/><Relationship Id="rId75" Type="http://schemas.openxmlformats.org/officeDocument/2006/relationships/customXml" Target="../ink/ink15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9.png"/><Relationship Id="rId15" Type="http://schemas.openxmlformats.org/officeDocument/2006/relationships/customXml" Target="../ink/ink128.xml"/><Relationship Id="rId23" Type="http://schemas.openxmlformats.org/officeDocument/2006/relationships/customXml" Target="../ink/ink132.xml"/><Relationship Id="rId28" Type="http://schemas.openxmlformats.org/officeDocument/2006/relationships/image" Target="../media/image187.png"/><Relationship Id="rId36" Type="http://schemas.openxmlformats.org/officeDocument/2006/relationships/image" Target="../media/image191.png"/><Relationship Id="rId49" Type="http://schemas.openxmlformats.org/officeDocument/2006/relationships/customXml" Target="../ink/ink145.xml"/><Relationship Id="rId57" Type="http://schemas.openxmlformats.org/officeDocument/2006/relationships/customXml" Target="../ink/ink149.xml"/><Relationship Id="rId10" Type="http://schemas.openxmlformats.org/officeDocument/2006/relationships/image" Target="../media/image174.png"/><Relationship Id="rId31" Type="http://schemas.openxmlformats.org/officeDocument/2006/relationships/customXml" Target="../ink/ink136.xml"/><Relationship Id="rId44" Type="http://schemas.openxmlformats.org/officeDocument/2006/relationships/image" Target="../media/image195.png"/><Relationship Id="rId52" Type="http://schemas.openxmlformats.org/officeDocument/2006/relationships/image" Target="../media/image199.png"/><Relationship Id="rId60" Type="http://schemas.openxmlformats.org/officeDocument/2006/relationships/image" Target="../media/image203.png"/><Relationship Id="rId65" Type="http://schemas.openxmlformats.org/officeDocument/2006/relationships/customXml" Target="../ink/ink153.xml"/><Relationship Id="rId73" Type="http://schemas.openxmlformats.org/officeDocument/2006/relationships/customXml" Target="../ink/ink157.xml"/><Relationship Id="rId78" Type="http://schemas.openxmlformats.org/officeDocument/2006/relationships/image" Target="../media/image212.png"/><Relationship Id="rId4" Type="http://schemas.openxmlformats.org/officeDocument/2006/relationships/image" Target="../media/image170.png"/><Relationship Id="rId9" Type="http://schemas.openxmlformats.org/officeDocument/2006/relationships/image" Target="../media/image173.png"/><Relationship Id="rId13" Type="http://schemas.openxmlformats.org/officeDocument/2006/relationships/image" Target="../media/image175.png"/><Relationship Id="rId18" Type="http://schemas.openxmlformats.org/officeDocument/2006/relationships/image" Target="../media/image182.png"/><Relationship Id="rId39" Type="http://schemas.openxmlformats.org/officeDocument/2006/relationships/customXml" Target="../ink/ink140.xml"/><Relationship Id="rId34" Type="http://schemas.openxmlformats.org/officeDocument/2006/relationships/image" Target="../media/image190.png"/><Relationship Id="rId50" Type="http://schemas.openxmlformats.org/officeDocument/2006/relationships/image" Target="../media/image198.png"/><Relationship Id="rId55" Type="http://schemas.openxmlformats.org/officeDocument/2006/relationships/customXml" Target="../ink/ink148.xml"/><Relationship Id="rId76" Type="http://schemas.openxmlformats.org/officeDocument/2006/relationships/image" Target="../media/image211.png"/><Relationship Id="rId7" Type="http://schemas.openxmlformats.org/officeDocument/2006/relationships/image" Target="../media/image163.png"/><Relationship Id="rId71" Type="http://schemas.openxmlformats.org/officeDocument/2006/relationships/customXml" Target="../ink/ink156.xml"/><Relationship Id="rId2" Type="http://schemas.openxmlformats.org/officeDocument/2006/relationships/notesSlide" Target="../notesSlides/notesSlide38.xml"/><Relationship Id="rId29" Type="http://schemas.openxmlformats.org/officeDocument/2006/relationships/customXml" Target="../ink/ink135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3" Type="http://schemas.openxmlformats.org/officeDocument/2006/relationships/image" Target="../media/image169.png"/><Relationship Id="rId7" Type="http://schemas.openxmlformats.org/officeDocument/2006/relationships/image" Target="../media/image16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3.png"/><Relationship Id="rId5" Type="http://schemas.openxmlformats.org/officeDocument/2006/relationships/image" Target="../media/image171.png"/><Relationship Id="rId10" Type="http://schemas.openxmlformats.org/officeDocument/2006/relationships/image" Target="../media/image180.png"/><Relationship Id="rId4" Type="http://schemas.openxmlformats.org/officeDocument/2006/relationships/image" Target="../media/image170.png"/><Relationship Id="rId9" Type="http://schemas.openxmlformats.org/officeDocument/2006/relationships/image" Target="../media/image17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5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type="ctrTitle"/>
          </p:nvPr>
        </p:nvSpPr>
        <p:spPr>
          <a:xfrm>
            <a:off x="1465500" y="372650"/>
            <a:ext cx="6213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"/>
              <a:t>Aprendizaje Profundo</a:t>
            </a:r>
            <a:endParaRPr/>
          </a:p>
        </p:txBody>
      </p:sp>
      <p:sp>
        <p:nvSpPr>
          <p:cNvPr id="74" name="Google Shape;74;p1"/>
          <p:cNvSpPr txBox="1">
            <a:spLocks noGrp="1"/>
          </p:cNvSpPr>
          <p:nvPr>
            <p:ph type="subTitle" idx="1"/>
          </p:nvPr>
        </p:nvSpPr>
        <p:spPr>
          <a:xfrm>
            <a:off x="460950" y="1379610"/>
            <a:ext cx="8222100" cy="164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Facultad de Ingeniería</a:t>
            </a:r>
            <a:endParaRPr sz="29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900"/>
              <a:t>Universidad de Buenos Aires</a:t>
            </a:r>
            <a:endParaRPr sz="2900"/>
          </a:p>
        </p:txBody>
      </p:sp>
      <p:sp>
        <p:nvSpPr>
          <p:cNvPr id="75" name="Google Shape;75;p1"/>
          <p:cNvSpPr txBox="1">
            <a:spLocks noGrp="1"/>
          </p:cNvSpPr>
          <p:nvPr>
            <p:ph type="subTitle" idx="1"/>
          </p:nvPr>
        </p:nvSpPr>
        <p:spPr>
          <a:xfrm>
            <a:off x="198125" y="3661752"/>
            <a:ext cx="8222100" cy="137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sz="2600" dirty="0"/>
              <a:t>Profesores: </a:t>
            </a:r>
            <a:endParaRPr sz="2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dirty="0"/>
              <a:t>		</a:t>
            </a:r>
            <a:r>
              <a:rPr lang="pt-BR" sz="2600" dirty="0"/>
              <a:t>Marcos Maillot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Antonio Zarauz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dirty="0"/>
              <a:t>		Gerardo Vilcamiza</a:t>
            </a:r>
          </a:p>
        </p:txBody>
      </p:sp>
      <p:pic>
        <p:nvPicPr>
          <p:cNvPr id="76" name="Google Shape;7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821900" y="2437800"/>
            <a:ext cx="1500200" cy="150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"/>
          <p:cNvSpPr txBox="1">
            <a:spLocks noGrp="1"/>
          </p:cNvSpPr>
          <p:nvPr>
            <p:ph type="title"/>
          </p:nvPr>
        </p:nvSpPr>
        <p:spPr>
          <a:xfrm>
            <a:off x="471900" y="174125"/>
            <a:ext cx="8222100" cy="13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818">
                <a:latin typeface="Arial"/>
                <a:ea typeface="Arial"/>
                <a:cs typeface="Arial"/>
                <a:sym typeface="Arial"/>
              </a:rPr>
              <a:t>Redes Recurrentes</a:t>
            </a:r>
            <a:endParaRPr sz="2818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SzPts val="990"/>
              <a:buNone/>
            </a:pPr>
            <a:r>
              <a:rPr lang="en" sz="2818">
                <a:latin typeface="Arial"/>
                <a:ea typeface="Arial"/>
                <a:cs typeface="Arial"/>
                <a:sym typeface="Arial"/>
              </a:rPr>
              <a:t>Recurrent Neural Network (RNN)</a:t>
            </a:r>
            <a:endParaRPr sz="2208"/>
          </a:p>
        </p:txBody>
      </p:sp>
      <p:sp>
        <p:nvSpPr>
          <p:cNvPr id="82" name="Google Shape;82;p2"/>
          <p:cNvSpPr txBox="1">
            <a:spLocks noGrp="1"/>
          </p:cNvSpPr>
          <p:nvPr>
            <p:ph type="body" idx="1"/>
          </p:nvPr>
        </p:nvSpPr>
        <p:spPr>
          <a:xfrm>
            <a:off x="471900" y="1986025"/>
            <a:ext cx="33588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Introducción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Neurona recurrente básica. Unfolding de una RNN.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Implementación en pytorch (práctica 1)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dirty="0">
                <a:solidFill>
                  <a:schemeClr val="dk2"/>
                </a:solidFill>
              </a:rPr>
              <a:t>. Back propagation through time (BPTT) (básico)</a:t>
            </a:r>
            <a:endParaRPr dirty="0">
              <a:solidFill>
                <a:schemeClr val="dk2"/>
              </a:solidFill>
            </a:endParaRPr>
          </a:p>
        </p:txBody>
      </p:sp>
      <p:pic>
        <p:nvPicPr>
          <p:cNvPr id="83" name="Google Shape;83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30475" y="4138900"/>
            <a:ext cx="790275" cy="790275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2"/>
          <p:cNvSpPr txBox="1">
            <a:spLocks noGrp="1"/>
          </p:cNvSpPr>
          <p:nvPr>
            <p:ph type="body" idx="1"/>
          </p:nvPr>
        </p:nvSpPr>
        <p:spPr>
          <a:xfrm>
            <a:off x="4070850" y="1928300"/>
            <a:ext cx="4100100" cy="30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Implementación (práctica - predecir serie temporal – práctica 2) 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Arquitectura enconder-decoder (seq to seq)</a:t>
            </a:r>
            <a:endParaRPr dirty="0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None/>
            </a:pPr>
            <a:r>
              <a:rPr lang="en" dirty="0">
                <a:solidFill>
                  <a:schemeClr val="dk2"/>
                </a:solidFill>
              </a:rPr>
              <a:t>. Mecanismos de atención</a:t>
            </a:r>
            <a:endParaRPr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1c03c1d1e6_1_8"/>
          <p:cNvSpPr txBox="1"/>
          <p:nvPr/>
        </p:nvSpPr>
        <p:spPr>
          <a:xfrm>
            <a:off x="251252" y="1021834"/>
            <a:ext cx="8641500" cy="8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Red neuronal </a:t>
            </a:r>
            <a:r>
              <a:rPr lang="en" sz="2100" b="1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favorita</a:t>
            </a: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 para el trabajo secuencias ( datos que en cuya naturaleza exista un </a:t>
            </a:r>
            <a:r>
              <a:rPr lang="en" sz="2100" b="1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comportamiento secuencial</a:t>
            </a: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):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señales temporales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series temporales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texto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habla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música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latin typeface="Twentieth Century"/>
                <a:ea typeface="Twentieth Century"/>
                <a:cs typeface="Twentieth Century"/>
                <a:sym typeface="Twentieth Century"/>
              </a:rPr>
              <a:t>	- etc</a:t>
            </a:r>
            <a:endParaRPr sz="2100" b="0" i="0" u="none" strike="noStrike" cap="none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Arial"/>
              <a:buNone/>
            </a:pPr>
            <a:endParaRPr sz="2100" b="0" i="0" u="none" strike="noStrike" cap="none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90" name="Google Shape;90;g21c03c1d1e6_1_8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Introducción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21c03c1d1e6_1_19"/>
          <p:cNvSpPr txBox="1"/>
          <p:nvPr/>
        </p:nvSpPr>
        <p:spPr>
          <a:xfrm>
            <a:off x="215950" y="795184"/>
            <a:ext cx="8177856" cy="814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cada paso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se repiten los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mismos cálculos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empleando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datos del paso actual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y </a:t>
            </a:r>
            <a:r>
              <a:rPr lang="en" sz="21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datos del pasado</a:t>
            </a:r>
            <a:r>
              <a:rPr lang="en" sz="2100" b="0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96" name="Google Shape;96;g21c03c1d1e6_1_19"/>
          <p:cNvSpPr/>
          <p:nvPr/>
        </p:nvSpPr>
        <p:spPr>
          <a:xfrm>
            <a:off x="215950" y="1670194"/>
            <a:ext cx="8364828" cy="392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i="0" u="none" strike="noStrike" cap="none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 pasos, no son necesariamente en unidad tiempo!!</a:t>
            </a:r>
            <a:endParaRPr sz="1100"/>
          </a:p>
        </p:txBody>
      </p:sp>
      <p:graphicFrame>
        <p:nvGraphicFramePr>
          <p:cNvPr id="97" name="Google Shape;97;g21c03c1d1e6_1_19"/>
          <p:cNvGraphicFramePr/>
          <p:nvPr/>
        </p:nvGraphicFramePr>
        <p:xfrm>
          <a:off x="329633" y="2887190"/>
          <a:ext cx="5436800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67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7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X(t=4)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X(t=</a:t>
                      </a:r>
                      <a:r>
                        <a:rPr lang="en" sz="1800" u="none" strike="noStrike" cap="none"/>
                        <a:t>τ</a:t>
                      </a:r>
                      <a:r>
                        <a:rPr lang="en" sz="1400" u="none" strike="noStrike" cap="none"/>
                        <a:t>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98" name="Google Shape;98;g21c03c1d1e6_1_19"/>
          <p:cNvSpPr txBox="1"/>
          <p:nvPr/>
        </p:nvSpPr>
        <p:spPr>
          <a:xfrm>
            <a:off x="215950" y="2517457"/>
            <a:ext cx="3485193" cy="346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highlight>
                  <a:schemeClr val="lt1"/>
                </a:highlight>
                <a:latin typeface="Twentieth Century"/>
                <a:ea typeface="Twentieth Century"/>
                <a:cs typeface="Twentieth Century"/>
                <a:sym typeface="Twentieth Century"/>
              </a:rPr>
              <a:t>Temperatura f(t):</a:t>
            </a:r>
            <a:endParaRPr sz="1100">
              <a:solidFill>
                <a:schemeClr val="dk2"/>
              </a:solidFill>
              <a:highlight>
                <a:schemeClr val="lt1"/>
              </a:highlight>
            </a:endParaRPr>
          </a:p>
        </p:txBody>
      </p:sp>
      <p:sp>
        <p:nvSpPr>
          <p:cNvPr id="99" name="Google Shape;99;g21c03c1d1e6_1_19"/>
          <p:cNvSpPr txBox="1"/>
          <p:nvPr/>
        </p:nvSpPr>
        <p:spPr>
          <a:xfrm>
            <a:off x="215950" y="3672225"/>
            <a:ext cx="3485193" cy="346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 b="0" i="0" u="none" strike="noStrike" cap="none">
                <a:solidFill>
                  <a:schemeClr val="dk2"/>
                </a:solidFill>
                <a:highlight>
                  <a:schemeClr val="lt1"/>
                </a:highlight>
                <a:latin typeface="Twentieth Century"/>
                <a:ea typeface="Twentieth Century"/>
                <a:cs typeface="Twentieth Century"/>
                <a:sym typeface="Twentieth Century"/>
              </a:rPr>
              <a:t>Mensaje:</a:t>
            </a:r>
            <a:endParaRPr sz="1100">
              <a:solidFill>
                <a:schemeClr val="dk2"/>
              </a:solidFill>
              <a:highlight>
                <a:schemeClr val="lt1"/>
              </a:highlight>
            </a:endParaRPr>
          </a:p>
        </p:txBody>
      </p:sp>
      <p:graphicFrame>
        <p:nvGraphicFramePr>
          <p:cNvPr id="100" name="Google Shape;100;g21c03c1d1e6_1_19"/>
          <p:cNvGraphicFramePr/>
          <p:nvPr/>
        </p:nvGraphicFramePr>
        <p:xfrm>
          <a:off x="283564" y="4041958"/>
          <a:ext cx="5988975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4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5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1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69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27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Este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es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un 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mensaje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para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la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red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neuronal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pic>
        <p:nvPicPr>
          <p:cNvPr id="101" name="Google Shape;101;g21c03c1d1e6_1_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19378" y="2062609"/>
            <a:ext cx="1935225" cy="275329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g21c03c1d1e6_1_19"/>
          <p:cNvSpPr/>
          <p:nvPr/>
        </p:nvSpPr>
        <p:spPr>
          <a:xfrm>
            <a:off x="7142475" y="4866501"/>
            <a:ext cx="1089031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i="0" u="none" strike="noStrike" cap="none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wikipedia</a:t>
            </a:r>
            <a:endParaRPr sz="1400" b="1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03" name="Google Shape;103;g21c03c1d1e6_1_1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Introducción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21c03c1d1e6_1_3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pic>
        <p:nvPicPr>
          <p:cNvPr id="109" name="Google Shape;109;g21c03c1d1e6_1_31"/>
          <p:cNvPicPr preferRelativeResize="0"/>
          <p:nvPr/>
        </p:nvPicPr>
        <p:blipFill rotWithShape="1">
          <a:blip r:embed="rId3">
            <a:alphaModFix/>
          </a:blip>
          <a:srcRect t="37445" r="78933" b="-1"/>
          <a:stretch/>
        </p:blipFill>
        <p:spPr>
          <a:xfrm>
            <a:off x="363830" y="2196548"/>
            <a:ext cx="1287886" cy="2653068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21c03c1d1e6_1_31"/>
          <p:cNvPicPr preferRelativeResize="0"/>
          <p:nvPr/>
        </p:nvPicPr>
        <p:blipFill rotWithShape="1">
          <a:blip r:embed="rId4">
            <a:alphaModFix/>
          </a:blip>
          <a:srcRect t="-1" b="28857"/>
          <a:stretch/>
        </p:blipFill>
        <p:spPr>
          <a:xfrm>
            <a:off x="3879646" y="2729071"/>
            <a:ext cx="5058950" cy="1616558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g21c03c1d1e6_1_31"/>
          <p:cNvSpPr txBox="1"/>
          <p:nvPr/>
        </p:nvSpPr>
        <p:spPr>
          <a:xfrm>
            <a:off x="3879646" y="2275157"/>
            <a:ext cx="3918168" cy="392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None/>
            </a:pPr>
            <a:r>
              <a:rPr lang="en" sz="21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Ecuaciones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12" name="Google Shape;112;g21c03c1d1e6_1_31"/>
          <p:cNvSpPr/>
          <p:nvPr/>
        </p:nvSpPr>
        <p:spPr>
          <a:xfrm>
            <a:off x="205404" y="3210338"/>
            <a:ext cx="1573700" cy="1719470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3" name="Google Shape;113;g21c03c1d1e6_1_31"/>
          <p:cNvSpPr/>
          <p:nvPr/>
        </p:nvSpPr>
        <p:spPr>
          <a:xfrm>
            <a:off x="3966407" y="2873828"/>
            <a:ext cx="4813763" cy="1006565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4" name="Google Shape;114;g21c03c1d1e6_1_3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Neurona recurrente básica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21c03c1d1e6_1_4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pic>
        <p:nvPicPr>
          <p:cNvPr id="120" name="Google Shape;120;g21c03c1d1e6_1_41"/>
          <p:cNvPicPr preferRelativeResize="0"/>
          <p:nvPr/>
        </p:nvPicPr>
        <p:blipFill rotWithShape="1">
          <a:blip r:embed="rId3">
            <a:alphaModFix/>
          </a:blip>
          <a:srcRect t="38451"/>
          <a:stretch/>
        </p:blipFill>
        <p:spPr>
          <a:xfrm>
            <a:off x="0" y="2255028"/>
            <a:ext cx="6288110" cy="2685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g21c03c1d1e6_1_41"/>
          <p:cNvPicPr preferRelativeResize="0"/>
          <p:nvPr/>
        </p:nvPicPr>
        <p:blipFill rotWithShape="1">
          <a:blip r:embed="rId4">
            <a:alphaModFix/>
          </a:blip>
          <a:srcRect b="28849"/>
          <a:stretch/>
        </p:blipFill>
        <p:spPr>
          <a:xfrm>
            <a:off x="5403593" y="850882"/>
            <a:ext cx="3635403" cy="1161791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g21c03c1d1e6_1_41"/>
          <p:cNvSpPr/>
          <p:nvPr/>
        </p:nvSpPr>
        <p:spPr>
          <a:xfrm>
            <a:off x="6783412" y="3312704"/>
            <a:ext cx="1394366" cy="1038746"/>
          </a:xfrm>
          <a:prstGeom prst="rect">
            <a:avLst/>
          </a:prstGeom>
          <a:noFill/>
          <a:ln w="3810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i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</a:t>
            </a: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</a:t>
            </a:r>
            <a:r>
              <a:rPr lang="en" sz="2100" b="1" i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</a:t>
            </a: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son los mismos!!</a:t>
            </a:r>
            <a:endParaRPr sz="1100"/>
          </a:p>
        </p:txBody>
      </p:sp>
      <p:sp>
        <p:nvSpPr>
          <p:cNvPr id="123" name="Google Shape;123;g21c03c1d1e6_1_41"/>
          <p:cNvSpPr/>
          <p:nvPr/>
        </p:nvSpPr>
        <p:spPr>
          <a:xfrm>
            <a:off x="6419411" y="4593806"/>
            <a:ext cx="2298947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Parameters sharing</a:t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24" name="Google Shape;124;g21c03c1d1e6_1_4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Neurona recurrente básica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21c03c1d1e6_1_49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pic>
        <p:nvPicPr>
          <p:cNvPr id="130" name="Google Shape;130;g21c03c1d1e6_1_49"/>
          <p:cNvPicPr preferRelativeResize="0"/>
          <p:nvPr/>
        </p:nvPicPr>
        <p:blipFill rotWithShape="1">
          <a:blip r:embed="rId3">
            <a:alphaModFix/>
          </a:blip>
          <a:srcRect t="49743"/>
          <a:stretch/>
        </p:blipFill>
        <p:spPr>
          <a:xfrm>
            <a:off x="39575" y="1702200"/>
            <a:ext cx="9064849" cy="31784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g21c03c1d1e6_1_49"/>
          <p:cNvPicPr preferRelativeResize="0"/>
          <p:nvPr/>
        </p:nvPicPr>
        <p:blipFill rotWithShape="1">
          <a:blip r:embed="rId3">
            <a:alphaModFix/>
          </a:blip>
          <a:srcRect t="34136" r="19328" b="52929"/>
          <a:stretch/>
        </p:blipFill>
        <p:spPr>
          <a:xfrm>
            <a:off x="178625" y="776875"/>
            <a:ext cx="8271614" cy="925337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g21c03c1d1e6_1_4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Neurona recurrente básica</a:t>
            </a:r>
            <a:endParaRPr/>
          </a:p>
        </p:txBody>
      </p:sp>
      <p:pic>
        <p:nvPicPr>
          <p:cNvPr id="133" name="Google Shape;133;g21c03c1d1e6_1_49"/>
          <p:cNvPicPr preferRelativeResize="0"/>
          <p:nvPr/>
        </p:nvPicPr>
        <p:blipFill rotWithShape="1">
          <a:blip r:embed="rId3">
            <a:alphaModFix/>
          </a:blip>
          <a:srcRect l="10260" r="75323" b="69085"/>
          <a:stretch/>
        </p:blipFill>
        <p:spPr>
          <a:xfrm>
            <a:off x="8036725" y="3381050"/>
            <a:ext cx="1067699" cy="1597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g21c03c1d1e6_1_49"/>
          <p:cNvPicPr preferRelativeResize="0"/>
          <p:nvPr/>
        </p:nvPicPr>
        <p:blipFill rotWithShape="1">
          <a:blip r:embed="rId3">
            <a:alphaModFix/>
          </a:blip>
          <a:srcRect l="38363" t="9125" r="20692" b="72913"/>
          <a:stretch/>
        </p:blipFill>
        <p:spPr>
          <a:xfrm>
            <a:off x="5084660" y="4053275"/>
            <a:ext cx="3023139" cy="925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1c03c1d1e6_1_54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Pytorch</a:t>
            </a:r>
            <a:endParaRPr sz="2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40" name="Google Shape;140;g21c03c1d1e6_1_54"/>
          <p:cNvSpPr/>
          <p:nvPr/>
        </p:nvSpPr>
        <p:spPr>
          <a:xfrm>
            <a:off x="492617" y="4216893"/>
            <a:ext cx="7449904" cy="807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torch.nn.RNN(</a:t>
            </a: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input_size, hidden_size, num_layers=1, nonlinearity=‘tanh’, …</a:t>
            </a:r>
            <a:b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500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		bias=True, batch_first=False, dropout=0, bidirectional=False</a:t>
            </a:r>
            <a:r>
              <a:rPr lang="en" sz="1500" b="1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5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en" sz="3300" b="1" i="0" u="none" strike="noStrike" cap="none" dirty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dirty="0">
              <a:solidFill>
                <a:schemeClr val="dk2"/>
              </a:solidFill>
            </a:endParaRPr>
          </a:p>
        </p:txBody>
      </p:sp>
      <p:pic>
        <p:nvPicPr>
          <p:cNvPr id="141" name="Google Shape;141;g21c03c1d1e6_1_5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450" y="1171575"/>
            <a:ext cx="8801100" cy="2800350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g21c03c1d1e6_1_54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21c03c1d1e6_1_145"/>
          <p:cNvSpPr txBox="1"/>
          <p:nvPr/>
        </p:nvSpPr>
        <p:spPr>
          <a:xfrm>
            <a:off x="2044342" y="774713"/>
            <a:ext cx="48135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latin typeface="Twentieth Century"/>
                <a:ea typeface="Twentieth Century"/>
                <a:cs typeface="Twentieth Century"/>
                <a:sym typeface="Twentieth Century"/>
              </a:rPr>
              <a:t>Bi-directional </a:t>
            </a:r>
            <a:endParaRPr sz="2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52" name="Google Shape;252;g21c03c1d1e6_1_145"/>
          <p:cNvSpPr txBox="1"/>
          <p:nvPr/>
        </p:nvSpPr>
        <p:spPr>
          <a:xfrm>
            <a:off x="1173245" y="4210024"/>
            <a:ext cx="6555668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800">
                <a:latin typeface="Twentieth Century"/>
                <a:ea typeface="Twentieth Century"/>
                <a:cs typeface="Twentieth Century"/>
                <a:sym typeface="Twentieth Century"/>
              </a:rPr>
              <a:t>Para la traducción, suele ser útil tener la frase entera.</a:t>
            </a:r>
            <a:endParaRPr sz="1100"/>
          </a:p>
        </p:txBody>
      </p:sp>
      <p:pic>
        <p:nvPicPr>
          <p:cNvPr id="253" name="Google Shape;253;g21c03c1d1e6_1_14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6911" y="1555124"/>
            <a:ext cx="6868339" cy="242729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g21c03c1d1e6_1_1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Birideccionalidad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1c03c1d1e6_1_60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48" name="Google Shape;148;g21c03c1d1e6_1_60"/>
          <p:cNvSpPr txBox="1"/>
          <p:nvPr/>
        </p:nvSpPr>
        <p:spPr>
          <a:xfrm>
            <a:off x="516181" y="4716035"/>
            <a:ext cx="859665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Básica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49" name="Google Shape;149;g21c03c1d1e6_1_60"/>
          <p:cNvSpPr txBox="1"/>
          <p:nvPr/>
        </p:nvSpPr>
        <p:spPr>
          <a:xfrm>
            <a:off x="2608285" y="4696716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Varias hidden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0" name="Google Shape;150;g21c03c1d1e6_1_60"/>
          <p:cNvSpPr txBox="1"/>
          <p:nvPr/>
        </p:nvSpPr>
        <p:spPr>
          <a:xfrm>
            <a:off x="5102092" y="4578347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 multivariable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1" name="Google Shape;151;g21c03c1d1e6_1_60"/>
          <p:cNvSpPr txBox="1"/>
          <p:nvPr/>
        </p:nvSpPr>
        <p:spPr>
          <a:xfrm>
            <a:off x="7243032" y="4695142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layers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2" name="Google Shape;152;g21c03c1d1e6_1_6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g21c03c1d1e6_1_60"/>
          <p:cNvSpPr/>
          <p:nvPr/>
        </p:nvSpPr>
        <p:spPr>
          <a:xfrm>
            <a:off x="2021003" y="740776"/>
            <a:ext cx="76246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Pytorch</a:t>
            </a: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54" name="Google Shape;154;g21c03c1d1e6_1_6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78264" y="2720632"/>
            <a:ext cx="1866275" cy="1583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g21c03c1d1e6_1_6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5400000">
            <a:off x="2204006" y="2180339"/>
            <a:ext cx="2344483" cy="2185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g21c03c1d1e6_1_60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 rot="-5400000">
            <a:off x="4596185" y="2369524"/>
            <a:ext cx="2344481" cy="180701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g21c03c1d1e6_1_60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5400000">
            <a:off x="6260084" y="1735063"/>
            <a:ext cx="3315094" cy="2105321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g21c03c1d1e6_1_60"/>
          <p:cNvSpPr txBox="1"/>
          <p:nvPr/>
        </p:nvSpPr>
        <p:spPr>
          <a:xfrm>
            <a:off x="4047019" y="615104"/>
            <a:ext cx="3679985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RNN_teoria.ipynb</a:t>
            </a:r>
            <a:endParaRPr sz="1800" b="1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59" name="Google Shape;159;g21c03c1d1e6_1_6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21c03c1d1e6_1_75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graphicFrame>
        <p:nvGraphicFramePr>
          <p:cNvPr id="165" name="Google Shape;165;g21c03c1d1e6_1_75"/>
          <p:cNvGraphicFramePr/>
          <p:nvPr/>
        </p:nvGraphicFramePr>
        <p:xfrm>
          <a:off x="2306392" y="2494541"/>
          <a:ext cx="4879975" cy="197372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u="none" strike="noStrike" cap="none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66" name="Google Shape;166;g21c03c1d1e6_1_7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g21c03c1d1e6_1_75"/>
          <p:cNvSpPr txBox="1"/>
          <p:nvPr/>
        </p:nvSpPr>
        <p:spPr>
          <a:xfrm>
            <a:off x="516181" y="4716035"/>
            <a:ext cx="859665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Básica</a:t>
            </a:r>
            <a:endParaRPr sz="1100"/>
          </a:p>
        </p:txBody>
      </p:sp>
      <p:pic>
        <p:nvPicPr>
          <p:cNvPr id="168" name="Google Shape;168;g21c03c1d1e6_1_7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78264" y="2720632"/>
            <a:ext cx="1866275" cy="1583001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g21c03c1d1e6_1_75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21c03c1d1e6_1_83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75" name="Google Shape;175;g21c03c1d1e6_1_83"/>
          <p:cNvSpPr txBox="1"/>
          <p:nvPr/>
        </p:nvSpPr>
        <p:spPr>
          <a:xfrm>
            <a:off x="271263" y="4677398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Varias hidden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76" name="Google Shape;176;g21c03c1d1e6_1_8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77" name="Google Shape;177;g21c03c1d1e6_1_83"/>
          <p:cNvGraphicFramePr/>
          <p:nvPr/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178" name="Google Shape;178;g21c03c1d1e6_1_8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195524" y="2346788"/>
            <a:ext cx="2232177" cy="2080697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g21c03c1d1e6_1_83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7F557D2-3677-8A64-004D-A683CE1C0C0F}"/>
              </a:ext>
            </a:extLst>
          </p:cNvPr>
          <p:cNvGrpSpPr/>
          <p:nvPr/>
        </p:nvGrpSpPr>
        <p:grpSpPr>
          <a:xfrm>
            <a:off x="4704493" y="1021598"/>
            <a:ext cx="847440" cy="804600"/>
            <a:chOff x="4704493" y="1021598"/>
            <a:chExt cx="847440" cy="804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749EA065-F4B3-D89C-C6BF-FD2E4B91B19B}"/>
                    </a:ext>
                  </a:extLst>
                </p14:cNvPr>
                <p14:cNvContentPartPr/>
                <p14:nvPr/>
              </p14:nvContentPartPr>
              <p14:xfrm>
                <a:off x="4704493" y="1385918"/>
                <a:ext cx="496080" cy="44028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749EA065-F4B3-D89C-C6BF-FD2E4B91B19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698373" y="1379798"/>
                  <a:ext cx="508320" cy="45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7A32831-D49E-E5A1-740B-D6A6AD49D661}"/>
                    </a:ext>
                  </a:extLst>
                </p14:cNvPr>
                <p14:cNvContentPartPr/>
                <p14:nvPr/>
              </p14:nvContentPartPr>
              <p14:xfrm>
                <a:off x="4971613" y="1145438"/>
                <a:ext cx="430560" cy="3052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7A32831-D49E-E5A1-740B-D6A6AD49D66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965493" y="1139318"/>
                  <a:ext cx="44280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95AB81AC-33E0-CA70-B3AC-822775643DA2}"/>
                    </a:ext>
                  </a:extLst>
                </p14:cNvPr>
                <p14:cNvContentPartPr/>
                <p14:nvPr/>
              </p14:nvContentPartPr>
              <p14:xfrm>
                <a:off x="5239093" y="1021598"/>
                <a:ext cx="312840" cy="2214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95AB81AC-33E0-CA70-B3AC-822775643DA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232973" y="1015478"/>
                  <a:ext cx="325080" cy="23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F0735D1-3B23-1F69-8AF9-E81615CF3E51}"/>
              </a:ext>
            </a:extLst>
          </p:cNvPr>
          <p:cNvGrpSpPr/>
          <p:nvPr/>
        </p:nvGrpSpPr>
        <p:grpSpPr>
          <a:xfrm>
            <a:off x="6239173" y="1074158"/>
            <a:ext cx="1113120" cy="987120"/>
            <a:chOff x="6239173" y="1074158"/>
            <a:chExt cx="1113120" cy="98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B996B4E-8326-7431-A0CC-CF9E5011D7D2}"/>
                    </a:ext>
                  </a:extLst>
                </p14:cNvPr>
                <p14:cNvContentPartPr/>
                <p14:nvPr/>
              </p14:nvContentPartPr>
              <p14:xfrm>
                <a:off x="6239173" y="1455398"/>
                <a:ext cx="721440" cy="6058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B996B4E-8326-7431-A0CC-CF9E5011D7D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233053" y="1449278"/>
                  <a:ext cx="733680" cy="61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6B440A2D-6502-282D-0772-27B92454D168}"/>
                    </a:ext>
                  </a:extLst>
                </p14:cNvPr>
                <p14:cNvContentPartPr/>
                <p14:nvPr/>
              </p14:nvContentPartPr>
              <p14:xfrm>
                <a:off x="6538693" y="1240838"/>
                <a:ext cx="729360" cy="4395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6B440A2D-6502-282D-0772-27B92454D16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532573" y="1234718"/>
                  <a:ext cx="74160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5B89D6B-E590-054E-F8DC-1385A9E629CA}"/>
                    </a:ext>
                  </a:extLst>
                </p14:cNvPr>
                <p14:cNvContentPartPr/>
                <p14:nvPr/>
              </p14:nvContentPartPr>
              <p14:xfrm>
                <a:off x="6966373" y="1074158"/>
                <a:ext cx="385920" cy="2577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5B89D6B-E590-054E-F8DC-1385A9E629C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960253" y="1068038"/>
                  <a:ext cx="398160" cy="27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1699128-F7D1-1269-291F-4B2CD6755E9B}"/>
              </a:ext>
            </a:extLst>
          </p:cNvPr>
          <p:cNvGrpSpPr/>
          <p:nvPr/>
        </p:nvGrpSpPr>
        <p:grpSpPr>
          <a:xfrm>
            <a:off x="5217133" y="1179998"/>
            <a:ext cx="1023840" cy="596880"/>
            <a:chOff x="5217133" y="1179998"/>
            <a:chExt cx="1023840" cy="59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54ABFB8-069D-9988-6F27-2BEFEB0889B6}"/>
                    </a:ext>
                  </a:extLst>
                </p14:cNvPr>
                <p14:cNvContentPartPr/>
                <p14:nvPr/>
              </p14:nvContentPartPr>
              <p14:xfrm>
                <a:off x="6138013" y="1667078"/>
                <a:ext cx="102960" cy="741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54ABFB8-069D-9988-6F27-2BEFEB0889B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131893" y="1660958"/>
                  <a:ext cx="115200" cy="8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50DA7574-17C5-6C99-43B4-2ECE4B39C68A}"/>
                    </a:ext>
                  </a:extLst>
                </p14:cNvPr>
                <p14:cNvContentPartPr/>
                <p14:nvPr/>
              </p14:nvContentPartPr>
              <p14:xfrm>
                <a:off x="5543293" y="1179998"/>
                <a:ext cx="663840" cy="4777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50DA7574-17C5-6C99-43B4-2ECE4B39C68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537173" y="1173878"/>
                  <a:ext cx="676080" cy="48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B433005-565D-2F0C-FBEA-B4FC7FF8BB8E}"/>
                    </a:ext>
                  </a:extLst>
                </p14:cNvPr>
                <p14:cNvContentPartPr/>
                <p14:nvPr/>
              </p14:nvContentPartPr>
              <p14:xfrm>
                <a:off x="5451133" y="1375478"/>
                <a:ext cx="694800" cy="316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B433005-565D-2F0C-FBEA-B4FC7FF8BB8E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445013" y="1369358"/>
                  <a:ext cx="70704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A80ED27-2EB5-9407-A644-63A97934BBF1}"/>
                    </a:ext>
                  </a:extLst>
                </p14:cNvPr>
                <p14:cNvContentPartPr/>
                <p14:nvPr/>
              </p14:nvContentPartPr>
              <p14:xfrm>
                <a:off x="5217133" y="1623518"/>
                <a:ext cx="978120" cy="1533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A80ED27-2EB5-9407-A644-63A97934BBF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211013" y="1617398"/>
                  <a:ext cx="99036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B12C391F-C6FB-FE34-F95A-B33B228A3401}"/>
                    </a:ext>
                  </a:extLst>
                </p14:cNvPr>
                <p14:cNvContentPartPr/>
                <p14:nvPr/>
              </p14:nvContentPartPr>
              <p14:xfrm>
                <a:off x="5577493" y="1615958"/>
                <a:ext cx="112680" cy="84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B12C391F-C6FB-FE34-F95A-B33B228A3401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571373" y="1609838"/>
                  <a:ext cx="1249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881FBEA-F7F6-EDCD-8A54-B7938F2AF962}"/>
                    </a:ext>
                  </a:extLst>
                </p14:cNvPr>
                <p14:cNvContentPartPr/>
                <p14:nvPr/>
              </p14:nvContentPartPr>
              <p14:xfrm>
                <a:off x="5658133" y="1408598"/>
                <a:ext cx="97560" cy="1270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881FBEA-F7F6-EDCD-8A54-B7938F2AF96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652013" y="1402478"/>
                  <a:ext cx="10980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B79B9E8-AEF7-B9BB-A04E-742C1E87A784}"/>
                    </a:ext>
                  </a:extLst>
                </p14:cNvPr>
                <p14:cNvContentPartPr/>
                <p14:nvPr/>
              </p14:nvContentPartPr>
              <p14:xfrm>
                <a:off x="5777293" y="1287998"/>
                <a:ext cx="84960" cy="777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B79B9E8-AEF7-B9BB-A04E-742C1E87A78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771173" y="1281878"/>
                  <a:ext cx="9720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A8AA92B-752F-EBA9-7ECB-9A0E7A1901C4}"/>
              </a:ext>
            </a:extLst>
          </p:cNvPr>
          <p:cNvGrpSpPr/>
          <p:nvPr/>
        </p:nvGrpSpPr>
        <p:grpSpPr>
          <a:xfrm>
            <a:off x="5209573" y="1093598"/>
            <a:ext cx="1387080" cy="635760"/>
            <a:chOff x="5209573" y="1093598"/>
            <a:chExt cx="1387080" cy="635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AB136AA-CBCB-FFB0-79A6-6D0DB2EB186D}"/>
                    </a:ext>
                  </a:extLst>
                </p14:cNvPr>
                <p14:cNvContentPartPr/>
                <p14:nvPr/>
              </p14:nvContentPartPr>
              <p14:xfrm>
                <a:off x="6565333" y="1360718"/>
                <a:ext cx="31320" cy="208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AB136AA-CBCB-FFB0-79A6-6D0DB2EB186D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559213" y="1354598"/>
                  <a:ext cx="4356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EA59B0B-2A7C-7F14-FCD7-7F969EE3DB39}"/>
                    </a:ext>
                  </a:extLst>
                </p14:cNvPr>
                <p14:cNvContentPartPr/>
                <p14:nvPr/>
              </p14:nvContentPartPr>
              <p14:xfrm>
                <a:off x="5209573" y="1378718"/>
                <a:ext cx="1322640" cy="3506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EA59B0B-2A7C-7F14-FCD7-7F969EE3DB39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203453" y="1372598"/>
                  <a:ext cx="133488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4701377-24DC-DA18-30EE-1BEF89B087EC}"/>
                    </a:ext>
                  </a:extLst>
                </p14:cNvPr>
                <p14:cNvContentPartPr/>
                <p14:nvPr/>
              </p14:nvContentPartPr>
              <p14:xfrm>
                <a:off x="5315413" y="1322198"/>
                <a:ext cx="1145880" cy="615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4701377-24DC-DA18-30EE-1BEF89B087E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309293" y="1316078"/>
                  <a:ext cx="11581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98174FD-11AF-F283-AE79-1783E172E43C}"/>
                    </a:ext>
                  </a:extLst>
                </p14:cNvPr>
                <p14:cNvContentPartPr/>
                <p14:nvPr/>
              </p14:nvContentPartPr>
              <p14:xfrm>
                <a:off x="5497573" y="1098638"/>
                <a:ext cx="1036800" cy="2829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98174FD-11AF-F283-AE79-1783E172E43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491453" y="1092518"/>
                  <a:ext cx="10490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B9E2EA7-7B16-C1BC-035E-D25F327B00AD}"/>
                    </a:ext>
                  </a:extLst>
                </p14:cNvPr>
                <p14:cNvContentPartPr/>
                <p14:nvPr/>
              </p14:nvContentPartPr>
              <p14:xfrm>
                <a:off x="6127573" y="1093598"/>
                <a:ext cx="87480" cy="777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B9E2EA7-7B16-C1BC-035E-D25F327B00A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121453" y="1087478"/>
                  <a:ext cx="9972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EE23F2D-29A7-6C28-98CA-4B16CFD01903}"/>
                    </a:ext>
                  </a:extLst>
                </p14:cNvPr>
                <p14:cNvContentPartPr/>
                <p14:nvPr/>
              </p14:nvContentPartPr>
              <p14:xfrm>
                <a:off x="6032893" y="1342358"/>
                <a:ext cx="66240" cy="518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EE23F2D-29A7-6C28-98CA-4B16CFD0190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026773" y="1336238"/>
                  <a:ext cx="7848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B538EDD-8461-5F69-84F1-06D58E86DED2}"/>
                    </a:ext>
                  </a:extLst>
                </p14:cNvPr>
                <p14:cNvContentPartPr/>
                <p14:nvPr/>
              </p14:nvContentPartPr>
              <p14:xfrm>
                <a:off x="6069973" y="1443878"/>
                <a:ext cx="54000" cy="615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B538EDD-8461-5F69-84F1-06D58E86DED2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063853" y="1437758"/>
                  <a:ext cx="66240" cy="73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83F67B2-11A4-DC3A-35D4-C6C88C7750EA}"/>
              </a:ext>
            </a:extLst>
          </p:cNvPr>
          <p:cNvGrpSpPr/>
          <p:nvPr/>
        </p:nvGrpSpPr>
        <p:grpSpPr>
          <a:xfrm>
            <a:off x="5187253" y="887318"/>
            <a:ext cx="1847880" cy="757080"/>
            <a:chOff x="5187253" y="887318"/>
            <a:chExt cx="1847880" cy="75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E88D445-AD00-6C8C-B596-653D36915467}"/>
                    </a:ext>
                  </a:extLst>
                </p14:cNvPr>
                <p14:cNvContentPartPr/>
                <p14:nvPr/>
              </p14:nvContentPartPr>
              <p14:xfrm>
                <a:off x="7003813" y="1107638"/>
                <a:ext cx="31320" cy="900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E88D445-AD00-6C8C-B596-653D3691546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997693" y="1101518"/>
                  <a:ext cx="4356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F7C1D39-74E8-3D51-5A18-06ECB0FC875B}"/>
                    </a:ext>
                  </a:extLst>
                </p14:cNvPr>
                <p14:cNvContentPartPr/>
                <p14:nvPr/>
              </p14:nvContentPartPr>
              <p14:xfrm>
                <a:off x="5187253" y="1154438"/>
                <a:ext cx="1765080" cy="48996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F7C1D39-74E8-3D51-5A18-06ECB0FC875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181133" y="1148318"/>
                  <a:ext cx="177732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26FA917-5F06-3B61-0489-1FF30CCBE52D}"/>
                    </a:ext>
                  </a:extLst>
                </p14:cNvPr>
                <p14:cNvContentPartPr/>
                <p14:nvPr/>
              </p14:nvContentPartPr>
              <p14:xfrm>
                <a:off x="5398933" y="1132838"/>
                <a:ext cx="1381680" cy="2109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26FA917-5F06-3B61-0489-1FF30CCBE52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392813" y="1126718"/>
                  <a:ext cx="13939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E8897D8-0A2D-5391-3B1E-6720A8FFA9A2}"/>
                    </a:ext>
                  </a:extLst>
                </p14:cNvPr>
                <p14:cNvContentPartPr/>
                <p14:nvPr/>
              </p14:nvContentPartPr>
              <p14:xfrm>
                <a:off x="5555173" y="945278"/>
                <a:ext cx="1281600" cy="2484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E8897D8-0A2D-5391-3B1E-6720A8FFA9A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549053" y="939158"/>
                  <a:ext cx="129384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F562EC2-D702-04DA-B7D6-D454DC4389B6}"/>
                    </a:ext>
                  </a:extLst>
                </p14:cNvPr>
                <p14:cNvContentPartPr/>
                <p14:nvPr/>
              </p14:nvContentPartPr>
              <p14:xfrm>
                <a:off x="6338173" y="887318"/>
                <a:ext cx="102960" cy="1191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F562EC2-D702-04DA-B7D6-D454DC4389B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332053" y="881198"/>
                  <a:ext cx="11520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A388E52-968D-A4EE-6938-7979C37C684A}"/>
                    </a:ext>
                  </a:extLst>
                </p14:cNvPr>
                <p14:cNvContentPartPr/>
                <p14:nvPr/>
              </p14:nvContentPartPr>
              <p14:xfrm>
                <a:off x="6297493" y="1089638"/>
                <a:ext cx="101520" cy="745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A388E52-968D-A4EE-6938-7979C37C684A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291373" y="1083518"/>
                  <a:ext cx="1137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E29C693-E48F-FFF4-167A-0FE18D904F50}"/>
                    </a:ext>
                  </a:extLst>
                </p14:cNvPr>
                <p14:cNvContentPartPr/>
                <p14:nvPr/>
              </p14:nvContentPartPr>
              <p14:xfrm>
                <a:off x="6158893" y="1221398"/>
                <a:ext cx="69480" cy="655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E29C693-E48F-FFF4-167A-0FE18D904F50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152773" y="1215278"/>
                  <a:ext cx="81720" cy="7776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21c03c1d1e6_1_91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85" name="Google Shape;185;g21c03c1d1e6_1_91"/>
          <p:cNvSpPr txBox="1"/>
          <p:nvPr/>
        </p:nvSpPr>
        <p:spPr>
          <a:xfrm>
            <a:off x="411871" y="4464328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Input multivariable</a:t>
            </a:r>
            <a:endParaRPr sz="15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86" name="Google Shape;186;g21c03c1d1e6_1_9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48422" y="1052272"/>
            <a:ext cx="3907631" cy="3786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g21c03c1d1e6_1_9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24550" y="2292250"/>
            <a:ext cx="2344481" cy="18070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88" name="Google Shape;188;g21c03c1d1e6_1_91"/>
          <p:cNvGraphicFramePr/>
          <p:nvPr/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9" name="Google Shape;189;g21c03c1d1e6_1_91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1c03c1d1e6_1_99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195" name="Google Shape;195;g21c03c1d1e6_1_99"/>
          <p:cNvSpPr txBox="1"/>
          <p:nvPr/>
        </p:nvSpPr>
        <p:spPr>
          <a:xfrm>
            <a:off x="355735" y="4704783"/>
            <a:ext cx="1569838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layers</a:t>
            </a:r>
            <a:endParaRPr sz="1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196" name="Google Shape;196;g21c03c1d1e6_1_9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41616" y="783164"/>
            <a:ext cx="3907631" cy="3786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g21c03c1d1e6_1_9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-5400000">
            <a:off x="-516892" y="1941307"/>
            <a:ext cx="3315094" cy="210532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98" name="Google Shape;198;g21c03c1d1e6_1_99"/>
          <p:cNvGraphicFramePr/>
          <p:nvPr>
            <p:extLst>
              <p:ext uri="{D42A27DB-BD31-4B8C-83A1-F6EECF244321}">
                <p14:modId xmlns:p14="http://schemas.microsoft.com/office/powerpoint/2010/main" val="3278869483"/>
              </p:ext>
            </p:extLst>
          </p:nvPr>
        </p:nvGraphicFramePr>
        <p:xfrm>
          <a:off x="4131972" y="2507397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400" dirty="0"/>
                        <a:t>y</a:t>
                      </a:r>
                      <a:endParaRPr sz="1400" dirty="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 dirty="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9" name="Google Shape;199;g21c03c1d1e6_1_99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g21c03c1d1e6_1_10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5400000">
            <a:off x="-630182" y="1949050"/>
            <a:ext cx="3952298" cy="2247448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g21c03c1d1e6_1_107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- Dimensiones</a:t>
            </a:r>
            <a:endParaRPr sz="1100"/>
          </a:p>
        </p:txBody>
      </p:sp>
      <p:sp>
        <p:nvSpPr>
          <p:cNvPr id="206" name="Google Shape;206;g21c03c1d1e6_1_107"/>
          <p:cNvSpPr txBox="1"/>
          <p:nvPr/>
        </p:nvSpPr>
        <p:spPr>
          <a:xfrm>
            <a:off x="0" y="4651515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Ejercicio 1 (ver datos en colab)</a:t>
            </a:r>
            <a:endParaRPr sz="1100"/>
          </a:p>
        </p:txBody>
      </p:sp>
      <p:pic>
        <p:nvPicPr>
          <p:cNvPr id="207" name="Google Shape;207;g21c03c1d1e6_1_10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243" y="668527"/>
            <a:ext cx="3907631" cy="37861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08" name="Google Shape;208;g21c03c1d1e6_1_107"/>
          <p:cNvGraphicFramePr/>
          <p:nvPr/>
        </p:nvGraphicFramePr>
        <p:xfrm>
          <a:off x="4041734" y="687860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09" name="Google Shape;209;g21c03c1d1e6_1_107"/>
          <p:cNvGraphicFramePr/>
          <p:nvPr/>
        </p:nvGraphicFramePr>
        <p:xfrm>
          <a:off x="4041735" y="2169199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10" name="Google Shape;210;g21c03c1d1e6_1_107"/>
          <p:cNvGraphicFramePr/>
          <p:nvPr/>
        </p:nvGraphicFramePr>
        <p:xfrm>
          <a:off x="4041736" y="3639182"/>
          <a:ext cx="4879975" cy="1409800"/>
        </p:xfrm>
        <a:graphic>
          <a:graphicData uri="http://schemas.openxmlformats.org/drawingml/2006/table">
            <a:tbl>
              <a:tblPr firstRow="1" bandRow="1">
                <a:noFill/>
                <a:tableStyleId>{38EFA4B2-A90F-452C-A374-82A2C123D84D}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4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89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Variable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Parámetro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Tamaño</a:t>
                      </a:r>
                      <a:endParaRPr sz="11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h</a:t>
                      </a:r>
                      <a:endParaRPr sz="11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Bih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Whh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bhh</a:t>
                      </a:r>
                      <a:endParaRPr sz="1400"/>
                    </a:p>
                  </a:txBody>
                  <a:tcPr marL="68600" marR="68600" marT="34300" marB="3430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endParaRPr sz="1400"/>
                    </a:p>
                  </a:txBody>
                  <a:tcPr marL="68600" marR="68600" marT="34300" marB="343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1" name="Google Shape;211;g21c03c1d1e6_1_107"/>
          <p:cNvSpPr txBox="1"/>
          <p:nvPr/>
        </p:nvSpPr>
        <p:spPr>
          <a:xfrm>
            <a:off x="3008065" y="1293803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A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2" name="Google Shape;212;g21c03c1d1e6_1_107"/>
          <p:cNvSpPr txBox="1"/>
          <p:nvPr/>
        </p:nvSpPr>
        <p:spPr>
          <a:xfrm>
            <a:off x="3008065" y="2856657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B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3" name="Google Shape;213;g21c03c1d1e6_1_107"/>
          <p:cNvSpPr txBox="1"/>
          <p:nvPr/>
        </p:nvSpPr>
        <p:spPr>
          <a:xfrm>
            <a:off x="3008065" y="4233167"/>
            <a:ext cx="103367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Ejemplo C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14" name="Google Shape;214;g21c03c1d1e6_1_107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21c03c1d1e6_1_120"/>
          <p:cNvSpPr txBox="1"/>
          <p:nvPr/>
        </p:nvSpPr>
        <p:spPr>
          <a:xfrm>
            <a:off x="4197697" y="2488808"/>
            <a:ext cx="4315136" cy="331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3000"/>
              <a:buFont typeface="Arial"/>
              <a:buNone/>
            </a:pPr>
            <a:r>
              <a:rPr lang="en" sz="30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</a:t>
            </a: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</a:t>
            </a:r>
            <a:r>
              <a:rPr lang="en" sz="30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pensar</a:t>
            </a: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!</a:t>
            </a:r>
            <a:endParaRPr sz="1100"/>
          </a:p>
        </p:txBody>
      </p:sp>
      <p:pic>
        <p:nvPicPr>
          <p:cNvPr id="220" name="Google Shape;220;g21c03c1d1e6_1_1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3101" y="790275"/>
            <a:ext cx="2699926" cy="4274274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g21c03c1d1e6_1_120"/>
          <p:cNvSpPr/>
          <p:nvPr/>
        </p:nvSpPr>
        <p:spPr>
          <a:xfrm>
            <a:off x="3727108" y="4712811"/>
            <a:ext cx="2048879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“El pensador” de Rodin</a:t>
            </a:r>
            <a:endParaRPr sz="1400">
              <a:solidFill>
                <a:schemeClr val="dk2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2" name="Google Shape;222;g21c03c1d1e6_1_12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en pytorch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28" name="Google Shape;228;g21c03c1d1e6_1_126"/>
          <p:cNvSpPr txBox="1"/>
          <p:nvPr/>
        </p:nvSpPr>
        <p:spPr>
          <a:xfrm>
            <a:off x="6562579" y="3890445"/>
            <a:ext cx="2317652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rial"/>
              <a:buNone/>
            </a:pPr>
            <a:r>
              <a:rPr lang="en" sz="18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desarrollo teórico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29" name="Google Shape;229;g21c03c1d1e6_1_1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3596" y="730106"/>
            <a:ext cx="8736806" cy="12501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g21c03c1d1e6_1_126" descr="Imagen de la pantalla de un video juego&#10;&#10;Descripción generada automáticamente con confianza baja"/>
          <p:cNvPicPr preferRelativeResize="0"/>
          <p:nvPr/>
        </p:nvPicPr>
        <p:blipFill rotWithShape="1">
          <a:blip r:embed="rId4">
            <a:alphaModFix/>
          </a:blip>
          <a:srcRect t="53333" b="9993"/>
          <a:stretch/>
        </p:blipFill>
        <p:spPr>
          <a:xfrm>
            <a:off x="456087" y="2173705"/>
            <a:ext cx="5589503" cy="27287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F1DAAD6-642B-8E32-7DA6-4C42DEB7A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567" y="743184"/>
            <a:ext cx="6820387" cy="4185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6234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D03D3F5-78BB-F2CD-C53D-8B1DBEE312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1183753"/>
            <a:ext cx="3003975" cy="1127278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110F3932-C008-1E37-1FF6-D1612E5685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6984" y="1159608"/>
            <a:ext cx="4638403" cy="2302846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B086223D-3C92-320C-FDA4-2986A3EC8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416" y="3557727"/>
            <a:ext cx="7127167" cy="1384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2290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7F6C8A2-6E4B-CC35-FBCA-FE785C2AC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885652"/>
            <a:ext cx="4733925" cy="485775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E9CEA9F8-4C91-6372-E31C-322AD64E5D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4981" y="885652"/>
            <a:ext cx="4377049" cy="2134819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6F1E6A7D-9012-4072-5AB5-CCB5A5C9F1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85" y="3102531"/>
            <a:ext cx="7194129" cy="1916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6163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21c03c1d1e6_1_126"/>
          <p:cNvSpPr txBox="1"/>
          <p:nvPr/>
        </p:nvSpPr>
        <p:spPr>
          <a:xfrm>
            <a:off x="222160" y="0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</a:t>
            </a:r>
            <a:endParaRPr sz="1100"/>
          </a:p>
        </p:txBody>
      </p:sp>
      <p:sp>
        <p:nvSpPr>
          <p:cNvPr id="231" name="Google Shape;231;g21c03c1d1e6_1_12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1E56B2D-1A7E-B595-8FDB-6BA8364141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160" y="844856"/>
            <a:ext cx="3343275" cy="4572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3B87B3A4-251A-0315-F9EE-DAD61ADCB9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6641" y="954899"/>
            <a:ext cx="4611769" cy="217664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21ECE62E-087E-6FA4-B8E1-ECB992A699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529" y="3131545"/>
            <a:ext cx="7135774" cy="1891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6021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1c03c1d1e6_1_133"/>
          <p:cNvSpPr txBox="1"/>
          <p:nvPr/>
        </p:nvSpPr>
        <p:spPr>
          <a:xfrm>
            <a:off x="186760" y="950300"/>
            <a:ext cx="87705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Problemas de la RNN básica con el BPTT</a:t>
            </a:r>
            <a:endParaRPr sz="1100">
              <a:solidFill>
                <a:srgbClr val="FF0000"/>
              </a:solidFill>
            </a:endParaRPr>
          </a:p>
        </p:txBody>
      </p:sp>
      <p:sp>
        <p:nvSpPr>
          <p:cNvPr id="237" name="Google Shape;237;g21c03c1d1e6_1_133"/>
          <p:cNvSpPr/>
          <p:nvPr/>
        </p:nvSpPr>
        <p:spPr>
          <a:xfrm>
            <a:off x="289774" y="1906300"/>
            <a:ext cx="8306873" cy="715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Vanishing gradient 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 pérdida de aportes de long-term states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(gradientes próximos a cero)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8" name="Google Shape;238;g21c03c1d1e6_1_133"/>
          <p:cNvSpPr/>
          <p:nvPr/>
        </p:nvSpPr>
        <p:spPr>
          <a:xfrm>
            <a:off x="-95517" y="3128793"/>
            <a:ext cx="8914326" cy="715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Exploding gradient 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se soluciona con clipping gradient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(gradientes mayores a 1)</a:t>
            </a:r>
            <a:endParaRPr sz="21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39" name="Google Shape;239;g21c03c1d1e6_1_133"/>
          <p:cNvSpPr/>
          <p:nvPr/>
        </p:nvSpPr>
        <p:spPr>
          <a:xfrm>
            <a:off x="150253" y="4351310"/>
            <a:ext cx="89142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Solución con otras RNN mas avanzadas (LSTM y GRU)</a:t>
            </a:r>
            <a:endParaRPr sz="1100"/>
          </a:p>
        </p:txBody>
      </p:sp>
      <p:sp>
        <p:nvSpPr>
          <p:cNvPr id="240" name="Google Shape;240;g21c03c1d1e6_1_133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A5BFCBEE-6674-5364-871A-B54E16949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21c03c1d1e6_1_133">
            <a:extLst>
              <a:ext uri="{FF2B5EF4-FFF2-40B4-BE49-F238E27FC236}">
                <a16:creationId xmlns:a16="http://schemas.microsoft.com/office/drawing/2014/main" id="{59943719-B7F0-CEF9-97F4-CC2E49510DF5}"/>
              </a:ext>
            </a:extLst>
          </p:cNvPr>
          <p:cNvSpPr/>
          <p:nvPr/>
        </p:nvSpPr>
        <p:spPr>
          <a:xfrm>
            <a:off x="10650" y="847946"/>
            <a:ext cx="89142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Solución con otras RNN mas avanzadas (LSTM y GRU)</a:t>
            </a:r>
            <a:endParaRPr sz="1100" dirty="0"/>
          </a:p>
        </p:txBody>
      </p:sp>
      <p:sp>
        <p:nvSpPr>
          <p:cNvPr id="240" name="Google Shape;240;g21c03c1d1e6_1_133">
            <a:extLst>
              <a:ext uri="{FF2B5EF4-FFF2-40B4-BE49-F238E27FC236}">
                <a16:creationId xmlns:a16="http://schemas.microsoft.com/office/drawing/2014/main" id="{3BABCE10-BCB8-343F-0B95-7530854B2D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D5FBCD3-7FFB-B68B-0977-0638AF767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09" y="1587791"/>
            <a:ext cx="5805890" cy="29029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80751A2-BC9E-0E52-827C-A35BA93EDF5F}"/>
              </a:ext>
            </a:extLst>
          </p:cNvPr>
          <p:cNvSpPr txBox="1"/>
          <p:nvPr/>
        </p:nvSpPr>
        <p:spPr>
          <a:xfrm>
            <a:off x="2748709" y="3790151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>
                <a:solidFill>
                  <a:srgbClr val="FF0000"/>
                </a:solidFill>
              </a:rPr>
              <a:t>Input gate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734DE2-F282-0BE7-B8DD-4BF48C91805E}"/>
              </a:ext>
            </a:extLst>
          </p:cNvPr>
          <p:cNvSpPr txBox="1"/>
          <p:nvPr/>
        </p:nvSpPr>
        <p:spPr>
          <a:xfrm>
            <a:off x="1900410" y="2049485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forget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4A93BA-BBF1-200A-33A5-9EDC6860B6B2}"/>
              </a:ext>
            </a:extLst>
          </p:cNvPr>
          <p:cNvSpPr txBox="1"/>
          <p:nvPr/>
        </p:nvSpPr>
        <p:spPr>
          <a:xfrm>
            <a:off x="4092769" y="4076242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>
                <a:solidFill>
                  <a:srgbClr val="FF0000"/>
                </a:solidFill>
              </a:rPr>
              <a:t>output gate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E894D3-9313-884A-867C-991982DDDFD3}"/>
              </a:ext>
            </a:extLst>
          </p:cNvPr>
          <p:cNvSpPr/>
          <p:nvPr/>
        </p:nvSpPr>
        <p:spPr>
          <a:xfrm>
            <a:off x="98250" y="4661047"/>
            <a:ext cx="6666107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AR" dirty="0"/>
              <a:t>https://blog.floydhub.com/long-short-term-memory-from-zero-to-hero-with-pytorch/</a:t>
            </a:r>
          </a:p>
        </p:txBody>
      </p:sp>
    </p:spTree>
    <p:extLst>
      <p:ext uri="{BB962C8B-B14F-4D97-AF65-F5344CB8AC3E}">
        <p14:creationId xmlns:p14="http://schemas.microsoft.com/office/powerpoint/2010/main" val="30641819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>
          <a:extLst>
            <a:ext uri="{FF2B5EF4-FFF2-40B4-BE49-F238E27FC236}">
              <a16:creationId xmlns:a16="http://schemas.microsoft.com/office/drawing/2014/main" id="{6748909B-8DF3-148F-A399-0EE473002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BCD5B1-74EF-2478-979A-41633BC357D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609" t="12548" r="18573" b="8029"/>
          <a:stretch/>
        </p:blipFill>
        <p:spPr>
          <a:xfrm>
            <a:off x="466323" y="1180091"/>
            <a:ext cx="5053127" cy="3591982"/>
          </a:xfrm>
          <a:prstGeom prst="rect">
            <a:avLst/>
          </a:prstGeom>
        </p:spPr>
      </p:pic>
      <p:sp>
        <p:nvSpPr>
          <p:cNvPr id="239" name="Google Shape;239;g21c03c1d1e6_1_133">
            <a:extLst>
              <a:ext uri="{FF2B5EF4-FFF2-40B4-BE49-F238E27FC236}">
                <a16:creationId xmlns:a16="http://schemas.microsoft.com/office/drawing/2014/main" id="{95CA89FD-2F4A-8478-5E4E-1D05F7CF1665}"/>
              </a:ext>
            </a:extLst>
          </p:cNvPr>
          <p:cNvSpPr/>
          <p:nvPr/>
        </p:nvSpPr>
        <p:spPr>
          <a:xfrm>
            <a:off x="54450" y="727107"/>
            <a:ext cx="89142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Solución con otras RNN mas avanzadas (LSTM y GRU)</a:t>
            </a:r>
            <a:endParaRPr sz="1100" dirty="0"/>
          </a:p>
        </p:txBody>
      </p:sp>
      <p:sp>
        <p:nvSpPr>
          <p:cNvPr id="240" name="Google Shape;240;g21c03c1d1e6_1_133">
            <a:extLst>
              <a:ext uri="{FF2B5EF4-FFF2-40B4-BE49-F238E27FC236}">
                <a16:creationId xmlns:a16="http://schemas.microsoft.com/office/drawing/2014/main" id="{3CBDDE66-D116-26DF-3BDF-09DC57CD7E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Back propagation through time (BPTT)</a:t>
            </a: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CFD0A2-88F0-4AE4-7F1B-9F16BBC3122C}"/>
              </a:ext>
            </a:extLst>
          </p:cNvPr>
          <p:cNvSpPr txBox="1"/>
          <p:nvPr/>
        </p:nvSpPr>
        <p:spPr>
          <a:xfrm>
            <a:off x="2126255" y="2145984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reset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4E8ACB-9FB5-EF51-BBFD-4D43E4723E28}"/>
              </a:ext>
            </a:extLst>
          </p:cNvPr>
          <p:cNvSpPr txBox="1"/>
          <p:nvPr/>
        </p:nvSpPr>
        <p:spPr>
          <a:xfrm>
            <a:off x="974993" y="1478857"/>
            <a:ext cx="11512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AR" sz="1400" dirty="0" err="1">
                <a:solidFill>
                  <a:srgbClr val="FF0000"/>
                </a:solidFill>
              </a:rPr>
              <a:t>update</a:t>
            </a:r>
            <a:r>
              <a:rPr lang="es-AR" sz="1400" dirty="0">
                <a:solidFill>
                  <a:srgbClr val="FF0000"/>
                </a:solidFill>
              </a:rPr>
              <a:t> gate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83B887-C749-C288-7354-0A08D04B3CA0}"/>
              </a:ext>
            </a:extLst>
          </p:cNvPr>
          <p:cNvSpPr/>
          <p:nvPr/>
        </p:nvSpPr>
        <p:spPr>
          <a:xfrm>
            <a:off x="252146" y="4733631"/>
            <a:ext cx="615967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AR" dirty="0"/>
              <a:t>https://towardsdatascience.com/understanding-gru-networks-2ef37df6c9be</a:t>
            </a:r>
          </a:p>
        </p:txBody>
      </p:sp>
    </p:spTree>
    <p:extLst>
      <p:ext uri="{BB962C8B-B14F-4D97-AF65-F5344CB8AC3E}">
        <p14:creationId xmlns:p14="http://schemas.microsoft.com/office/powerpoint/2010/main" val="2387514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1c03c1d1e6_1_187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vs Tapped Delayed MLP</a:t>
            </a:r>
            <a:endParaRPr sz="1100"/>
          </a:p>
        </p:txBody>
      </p:sp>
      <p:graphicFrame>
        <p:nvGraphicFramePr>
          <p:cNvPr id="301" name="Google Shape;301;g21c03c1d1e6_1_187"/>
          <p:cNvGraphicFramePr/>
          <p:nvPr/>
        </p:nvGraphicFramePr>
        <p:xfrm>
          <a:off x="714776" y="1185909"/>
          <a:ext cx="7389000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3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X(t=4)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X(t=6)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X(t=7)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</a:t>
                      </a:r>
                      <a:r>
                        <a:rPr lang="en" sz="1800"/>
                        <a:t>τ</a:t>
                      </a:r>
                      <a:r>
                        <a:rPr lang="en" sz="1400"/>
                        <a:t>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2" name="Google Shape;302;g21c03c1d1e6_1_187"/>
          <p:cNvSpPr txBox="1"/>
          <p:nvPr/>
        </p:nvSpPr>
        <p:spPr>
          <a:xfrm>
            <a:off x="2868923" y="4658677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RNN_signal_TP.ipynb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03" name="Google Shape;303;g21c03c1d1e6_1_18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7981" y="1890670"/>
            <a:ext cx="3521869" cy="2714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g21c03c1d1e6_1_18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572000" y="1885939"/>
            <a:ext cx="3870101" cy="2719357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g21c03c1d1e6_1_1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Implementación de modelos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g21c03c1d1e6_1_14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8867" y="1043643"/>
            <a:ext cx="8080892" cy="3674905"/>
          </a:xfrm>
          <a:prstGeom prst="rect">
            <a:avLst/>
          </a:prstGeom>
          <a:noFill/>
          <a:ln>
            <a:noFill/>
          </a:ln>
        </p:spPr>
      </p:pic>
      <p:sp>
        <p:nvSpPr>
          <p:cNvPr id="246" name="Google Shape;246;g21c03c1d1e6_1_140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100000"/>
              <a:buFont typeface="Arial"/>
              <a:buNone/>
            </a:pPr>
            <a:r>
              <a:rPr lang="en" sz="24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¡Un merecido descanso!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1c03c1d1e6_1_151"/>
          <p:cNvSpPr/>
          <p:nvPr/>
        </p:nvSpPr>
        <p:spPr>
          <a:xfrm>
            <a:off x="222159" y="4901126"/>
            <a:ext cx="7988122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https://towardsdatascience.com/what-is-an-encoder-decoder-model-86b3d57c5e1a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60" name="Google Shape;260;g21c03c1d1e6_1_151"/>
          <p:cNvPicPr preferRelativeResize="0"/>
          <p:nvPr/>
        </p:nvPicPr>
        <p:blipFill rotWithShape="1">
          <a:blip r:embed="rId3">
            <a:alphaModFix/>
          </a:blip>
          <a:srcRect t="16398" b="28055"/>
          <a:stretch/>
        </p:blipFill>
        <p:spPr>
          <a:xfrm>
            <a:off x="902929" y="1070598"/>
            <a:ext cx="7307351" cy="2145451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g21c03c1d1e6_1_151"/>
          <p:cNvSpPr/>
          <p:nvPr/>
        </p:nvSpPr>
        <p:spPr>
          <a:xfrm>
            <a:off x="3860355" y="3216049"/>
            <a:ext cx="4868303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2 RNN de distinto tamaño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 Hidden state que “resume” toda la información de la input.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Flexibilidad máxima para inputs/outputs de distinta longitud</a:t>
            </a:r>
            <a:endParaRPr sz="1100"/>
          </a:p>
        </p:txBody>
      </p:sp>
      <p:pic>
        <p:nvPicPr>
          <p:cNvPr id="262" name="Google Shape;262;g21c03c1d1e6_1_151"/>
          <p:cNvPicPr preferRelativeResize="0"/>
          <p:nvPr/>
        </p:nvPicPr>
        <p:blipFill rotWithShape="1">
          <a:blip r:embed="rId4">
            <a:alphaModFix/>
          </a:blip>
          <a:srcRect l="3577" t="7243" r="3320" b="11375"/>
          <a:stretch/>
        </p:blipFill>
        <p:spPr>
          <a:xfrm>
            <a:off x="222160" y="3351542"/>
            <a:ext cx="2946044" cy="155248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g21c03c1d1e6_1_1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g21c03c1d1e6_1_15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2160" y="1724126"/>
            <a:ext cx="8592315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g21c03c1d1e6_1_159"/>
          <p:cNvSpPr/>
          <p:nvPr/>
        </p:nvSpPr>
        <p:spPr>
          <a:xfrm>
            <a:off x="222160" y="4678127"/>
            <a:ext cx="453513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https://brunomaga.github.io/AI-Supercomputing-2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70" name="Google Shape;270;g21c03c1d1e6_1_159"/>
          <p:cNvSpPr/>
          <p:nvPr/>
        </p:nvSpPr>
        <p:spPr>
          <a:xfrm>
            <a:off x="3097280" y="3726450"/>
            <a:ext cx="12159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Unfolded!!!!</a:t>
            </a:r>
            <a:endParaRPr/>
          </a:p>
        </p:txBody>
      </p:sp>
      <p:sp>
        <p:nvSpPr>
          <p:cNvPr id="271" name="Google Shape;271;g21c03c1d1e6_1_1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g21c03c1d1e6_1_166"/>
          <p:cNvPicPr preferRelativeResize="0"/>
          <p:nvPr/>
        </p:nvPicPr>
        <p:blipFill rotWithShape="1">
          <a:blip r:embed="rId3">
            <a:alphaModFix/>
          </a:blip>
          <a:srcRect l="37785"/>
          <a:stretch/>
        </p:blipFill>
        <p:spPr>
          <a:xfrm>
            <a:off x="3646955" y="1112010"/>
            <a:ext cx="5345718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g21c03c1d1e6_1_166"/>
          <p:cNvSpPr/>
          <p:nvPr/>
        </p:nvSpPr>
        <p:spPr>
          <a:xfrm>
            <a:off x="222160" y="4678127"/>
            <a:ext cx="4535136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https://brunomaga.github.io/AI-Supercomputing-2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278" name="Google Shape;278;g21c03c1d1e6_1_166"/>
          <p:cNvSpPr/>
          <p:nvPr/>
        </p:nvSpPr>
        <p:spPr>
          <a:xfrm>
            <a:off x="504296" y="3191198"/>
            <a:ext cx="2667413" cy="530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ENCODER</a:t>
            </a:r>
            <a:endParaRPr sz="110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Siempre leen la secuencia entera</a:t>
            </a:r>
            <a:endParaRPr sz="1100"/>
          </a:p>
        </p:txBody>
      </p:sp>
      <p:pic>
        <p:nvPicPr>
          <p:cNvPr id="279" name="Google Shape;279;g21c03c1d1e6_1_166"/>
          <p:cNvPicPr preferRelativeResize="0"/>
          <p:nvPr/>
        </p:nvPicPr>
        <p:blipFill rotWithShape="1">
          <a:blip r:embed="rId3">
            <a:alphaModFix/>
          </a:blip>
          <a:srcRect r="62273"/>
          <a:stretch/>
        </p:blipFill>
        <p:spPr>
          <a:xfrm>
            <a:off x="227129" y="1112010"/>
            <a:ext cx="3241627" cy="1838402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g21c03c1d1e6_1_166"/>
          <p:cNvSpPr/>
          <p:nvPr/>
        </p:nvSpPr>
        <p:spPr>
          <a:xfrm>
            <a:off x="504296" y="3900038"/>
            <a:ext cx="2667413" cy="30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Emiten un hidden state final</a:t>
            </a:r>
            <a:endParaRPr sz="1100"/>
          </a:p>
        </p:txBody>
      </p:sp>
      <p:sp>
        <p:nvSpPr>
          <p:cNvPr id="281" name="Google Shape;281;g21c03c1d1e6_1_166"/>
          <p:cNvSpPr/>
          <p:nvPr/>
        </p:nvSpPr>
        <p:spPr>
          <a:xfrm>
            <a:off x="3652400" y="3191198"/>
            <a:ext cx="4885544" cy="1454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DECODER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Entrenamiento 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for i in range(len(y_deseado):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		genero_token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Uso 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Wingdings" panose="05000000000000000000" pitchFamily="2" charset="2"/>
              </a:rPr>
              <a:t></a:t>
            </a: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while last_token =! &lt;EOS&gt;:</a:t>
            </a:r>
            <a:endParaRPr sz="1100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		genero_token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2" name="Google Shape;282;g21c03c1d1e6_1_166"/>
          <p:cNvSpPr/>
          <p:nvPr/>
        </p:nvSpPr>
        <p:spPr>
          <a:xfrm>
            <a:off x="7125838" y="4736501"/>
            <a:ext cx="1960500" cy="3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TEACHER FORCING!!!</a:t>
            </a:r>
            <a:endParaRPr sz="1500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83" name="Google Shape;283;g21c03c1d1e6_1_1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Arquitectura enconder-decoder (seq to seq) entrenamiento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1c03c1d1e6_1_177"/>
          <p:cNvSpPr txBox="1"/>
          <p:nvPr/>
        </p:nvSpPr>
        <p:spPr>
          <a:xfrm>
            <a:off x="1185903" y="669650"/>
            <a:ext cx="6454800" cy="6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Arquitecturas flexibles IN/OUT</a:t>
            </a:r>
            <a:endParaRPr sz="1100">
              <a:solidFill>
                <a:schemeClr val="dk2"/>
              </a:solidFill>
            </a:endParaRPr>
          </a:p>
        </p:txBody>
      </p:sp>
      <p:pic>
        <p:nvPicPr>
          <p:cNvPr id="289" name="Google Shape;289;g21c03c1d1e6_1_17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078939"/>
            <a:ext cx="9143998" cy="2862230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g21c03c1d1e6_1_177"/>
          <p:cNvSpPr txBox="1"/>
          <p:nvPr/>
        </p:nvSpPr>
        <p:spPr>
          <a:xfrm>
            <a:off x="330020" y="4045863"/>
            <a:ext cx="560232" cy="2717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latin typeface="Twentieth Century"/>
                <a:ea typeface="Twentieth Century"/>
                <a:cs typeface="Twentieth Century"/>
                <a:sym typeface="Twentieth Century"/>
              </a:rPr>
              <a:t>MLP</a:t>
            </a:r>
            <a:endParaRPr sz="1100"/>
          </a:p>
        </p:txBody>
      </p:sp>
      <p:sp>
        <p:nvSpPr>
          <p:cNvPr id="291" name="Google Shape;291;g21c03c1d1e6_1_177"/>
          <p:cNvSpPr txBox="1"/>
          <p:nvPr/>
        </p:nvSpPr>
        <p:spPr>
          <a:xfrm>
            <a:off x="1418285" y="4045863"/>
            <a:ext cx="1382870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Img captioning</a:t>
            </a:r>
            <a:endParaRPr sz="1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2" name="Google Shape;292;g21c03c1d1e6_1_177"/>
          <p:cNvSpPr txBox="1"/>
          <p:nvPr/>
        </p:nvSpPr>
        <p:spPr>
          <a:xfrm>
            <a:off x="3189130" y="3729921"/>
            <a:ext cx="1658292" cy="609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Regresión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Classificacion</a:t>
            </a: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Sentiment classification</a:t>
            </a: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 dirty="0">
                <a:latin typeface="Twentieth Century"/>
                <a:ea typeface="Twentieth Century"/>
                <a:cs typeface="Twentieth Century"/>
                <a:sym typeface="Twentieth Century"/>
              </a:rPr>
              <a:t>Resumen de videos</a:t>
            </a:r>
            <a:endParaRPr sz="1100" dirty="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endParaRPr sz="1400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3" name="Google Shape;293;g21c03c1d1e6_1_177"/>
          <p:cNvSpPr txBox="1"/>
          <p:nvPr/>
        </p:nvSpPr>
        <p:spPr>
          <a:xfrm>
            <a:off x="5100033" y="4045863"/>
            <a:ext cx="2327857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Regresión varios futuros</a:t>
            </a:r>
            <a:endParaRPr sz="1100"/>
          </a:p>
          <a:p>
            <a:pPr marL="0" marR="0" lvl="0" indent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Traducción</a:t>
            </a:r>
            <a:endParaRPr sz="1100"/>
          </a:p>
        </p:txBody>
      </p:sp>
      <p:sp>
        <p:nvSpPr>
          <p:cNvPr id="294" name="Google Shape;294;g21c03c1d1e6_1_177"/>
          <p:cNvSpPr txBox="1"/>
          <p:nvPr/>
        </p:nvSpPr>
        <p:spPr>
          <a:xfrm>
            <a:off x="7532531" y="4045863"/>
            <a:ext cx="1276618" cy="3925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Video class frame lvl</a:t>
            </a:r>
            <a:endParaRPr sz="140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95" name="Google Shape;295;g21c03c1d1e6_1_17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Arquitectura enconder-decoder (seq to seq)</a:t>
            </a:r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1c03c1d1e6_1_187"/>
          <p:cNvSpPr txBox="1"/>
          <p:nvPr/>
        </p:nvSpPr>
        <p:spPr>
          <a:xfrm>
            <a:off x="-119743" y="0"/>
            <a:ext cx="9383486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vs Tapped Delayed MLP</a:t>
            </a:r>
            <a:endParaRPr sz="1100"/>
          </a:p>
        </p:txBody>
      </p:sp>
      <p:graphicFrame>
        <p:nvGraphicFramePr>
          <p:cNvPr id="301" name="Google Shape;301;g21c03c1d1e6_1_187"/>
          <p:cNvGraphicFramePr/>
          <p:nvPr/>
        </p:nvGraphicFramePr>
        <p:xfrm>
          <a:off x="714776" y="1185909"/>
          <a:ext cx="7389000" cy="432000"/>
        </p:xfrm>
        <a:graphic>
          <a:graphicData uri="http://schemas.openxmlformats.org/drawingml/2006/table">
            <a:tbl>
              <a:tblPr>
                <a:noFill/>
                <a:tableStyleId>{D3E55744-8061-4CE5-AF87-22040F36E0A0}</a:tableStyleId>
              </a:tblPr>
              <a:tblGrid>
                <a:gridCol w="73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389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X(t=0)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X(t=1)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X(t=2)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X(t=3)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X(t=4)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X(t=5)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X(t=6)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X(t=7)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/>
                        <a:t>…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400"/>
                        <a:buFont typeface="Twentieth Century"/>
                        <a:buNone/>
                      </a:pPr>
                      <a:r>
                        <a:rPr lang="en" sz="1400"/>
                        <a:t>X(t=</a:t>
                      </a:r>
                      <a:r>
                        <a:rPr lang="en" sz="1800"/>
                        <a:t>τ</a:t>
                      </a:r>
                      <a:r>
                        <a:rPr lang="en" sz="1400"/>
                        <a:t>)</a:t>
                      </a:r>
                      <a:endParaRPr sz="1100"/>
                    </a:p>
                  </a:txBody>
                  <a:tcPr marL="68600" marR="68600" marT="34300" marB="34300" anchor="ctr">
                    <a:lnL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2" name="Google Shape;302;g21c03c1d1e6_1_187"/>
          <p:cNvSpPr txBox="1"/>
          <p:nvPr/>
        </p:nvSpPr>
        <p:spPr>
          <a:xfrm>
            <a:off x="2349236" y="3957591"/>
            <a:ext cx="3679984" cy="3783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 dirty="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colab RNN_enc_dec.ipynb</a:t>
            </a:r>
            <a:endParaRPr sz="1800" b="1" dirty="0">
              <a:solidFill>
                <a:srgbClr val="FF0000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05" name="Google Shape;305;g21c03c1d1e6_1_1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Implementación de modelos enconder-decoder</a:t>
            </a:r>
            <a:endParaRPr dirty="0"/>
          </a:p>
        </p:txBody>
      </p:sp>
      <p:pic>
        <p:nvPicPr>
          <p:cNvPr id="2" name="Google Shape;268;g21c03c1d1e6_1_159">
            <a:extLst>
              <a:ext uri="{FF2B5EF4-FFF2-40B4-BE49-F238E27FC236}">
                <a16:creationId xmlns:a16="http://schemas.microsoft.com/office/drawing/2014/main" id="{8EE2EC0A-B294-4082-D5F3-773F74E5542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40939" y="2204095"/>
            <a:ext cx="7262122" cy="1499812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A1DA11F8-86C1-0C96-2550-91D8BFC74E7B}"/>
                  </a:ext>
                </a:extLst>
              </p14:cNvPr>
              <p14:cNvContentPartPr/>
              <p14:nvPr/>
            </p14:nvContentPartPr>
            <p14:xfrm>
              <a:off x="4596300" y="2146860"/>
              <a:ext cx="79920" cy="1681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A1DA11F8-86C1-0C96-2550-91D8BFC74E7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590180" y="2140740"/>
                <a:ext cx="9216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74" name="Ink 273">
                <a:extLst>
                  <a:ext uri="{FF2B5EF4-FFF2-40B4-BE49-F238E27FC236}">
                    <a16:creationId xmlns:a16="http://schemas.microsoft.com/office/drawing/2014/main" id="{C562EDF7-59DB-948B-3C9D-8BF927BE9B55}"/>
                  </a:ext>
                </a:extLst>
              </p14:cNvPr>
              <p14:cNvContentPartPr/>
              <p14:nvPr/>
            </p14:nvContentPartPr>
            <p14:xfrm>
              <a:off x="2105460" y="2444580"/>
              <a:ext cx="186120" cy="51480"/>
            </p14:xfrm>
          </p:contentPart>
        </mc:Choice>
        <mc:Fallback xmlns="">
          <p:pic>
            <p:nvPicPr>
              <p:cNvPr id="274" name="Ink 273">
                <a:extLst>
                  <a:ext uri="{FF2B5EF4-FFF2-40B4-BE49-F238E27FC236}">
                    <a16:creationId xmlns:a16="http://schemas.microsoft.com/office/drawing/2014/main" id="{C562EDF7-59DB-948B-3C9D-8BF927BE9B55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2099340" y="2438460"/>
                <a:ext cx="19836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265AF4B-2294-BB38-F6AC-EC3B8891FDB2}"/>
                  </a:ext>
                </a:extLst>
              </p14:cNvPr>
              <p14:cNvContentPartPr/>
              <p14:nvPr/>
            </p14:nvContentPartPr>
            <p14:xfrm>
              <a:off x="4395810" y="3313845"/>
              <a:ext cx="471960" cy="39348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265AF4B-2294-BB38-F6AC-EC3B8891FDB2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4389690" y="3307725"/>
                <a:ext cx="484200" cy="40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7B58939-3294-BD56-C1F1-32C0C1CE4A69}"/>
                  </a:ext>
                </a:extLst>
              </p14:cNvPr>
              <p14:cNvContentPartPr/>
              <p14:nvPr/>
            </p14:nvContentPartPr>
            <p14:xfrm>
              <a:off x="4512090" y="3820005"/>
              <a:ext cx="169920" cy="1598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7B58939-3294-BD56-C1F1-32C0C1CE4A69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4505970" y="3813885"/>
                <a:ext cx="182160" cy="172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AF7F9655-0842-68BA-280E-0BDB7C8A3A74}"/>
              </a:ext>
            </a:extLst>
          </p:cNvPr>
          <p:cNvGrpSpPr/>
          <p:nvPr/>
        </p:nvGrpSpPr>
        <p:grpSpPr>
          <a:xfrm>
            <a:off x="1628490" y="1639125"/>
            <a:ext cx="1706760" cy="688680"/>
            <a:chOff x="1628490" y="1639125"/>
            <a:chExt cx="1706760" cy="688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48F5668-5A3B-DF0E-6950-A6F84C493D07}"/>
                    </a:ext>
                  </a:extLst>
                </p14:cNvPr>
                <p14:cNvContentPartPr/>
                <p14:nvPr/>
              </p14:nvContentPartPr>
              <p14:xfrm>
                <a:off x="1628490" y="1687725"/>
                <a:ext cx="88200" cy="6400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48F5668-5A3B-DF0E-6950-A6F84C493D0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622370" y="1681605"/>
                  <a:ext cx="100440" cy="65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96478D7-3A6F-8913-A3F7-A32E73FCA0A9}"/>
                    </a:ext>
                  </a:extLst>
                </p14:cNvPr>
                <p14:cNvContentPartPr/>
                <p14:nvPr/>
              </p14:nvContentPartPr>
              <p14:xfrm>
                <a:off x="1631010" y="1639125"/>
                <a:ext cx="586440" cy="10188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96478D7-3A6F-8913-A3F7-A32E73FCA0A9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624890" y="1633005"/>
                  <a:ext cx="5986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E72F000-EB39-A131-D8F5-5D4DA69E9D3A}"/>
                    </a:ext>
                  </a:extLst>
                </p14:cNvPr>
                <p14:cNvContentPartPr/>
                <p14:nvPr/>
              </p14:nvContentPartPr>
              <p14:xfrm>
                <a:off x="1644690" y="1928205"/>
                <a:ext cx="574560" cy="380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E72F000-EB39-A131-D8F5-5D4DA69E9D3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638570" y="1922085"/>
                  <a:ext cx="58680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47C07A3-0540-80B9-461E-26384F6D0328}"/>
                    </a:ext>
                  </a:extLst>
                </p14:cNvPr>
                <p14:cNvContentPartPr/>
                <p14:nvPr/>
              </p14:nvContentPartPr>
              <p14:xfrm>
                <a:off x="2194410" y="1960245"/>
                <a:ext cx="27720" cy="97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47C07A3-0540-80B9-461E-26384F6D0328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188290" y="1954125"/>
                  <a:ext cx="3996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EC5E78A-F82B-DCCD-9ABB-B0E9C4D8B6A3}"/>
                    </a:ext>
                  </a:extLst>
                </p14:cNvPr>
                <p14:cNvContentPartPr/>
                <p14:nvPr/>
              </p14:nvContentPartPr>
              <p14:xfrm>
                <a:off x="2333370" y="1950525"/>
                <a:ext cx="53640" cy="165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EC5E78A-F82B-DCCD-9ABB-B0E9C4D8B6A3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327250" y="1944405"/>
                  <a:ext cx="6588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9A10811A-8FAD-BE6D-2FD7-6D4594DCE3FD}"/>
                    </a:ext>
                  </a:extLst>
                </p14:cNvPr>
                <p14:cNvContentPartPr/>
                <p14:nvPr/>
              </p14:nvContentPartPr>
              <p14:xfrm>
                <a:off x="2498610" y="1957725"/>
                <a:ext cx="166320" cy="18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9A10811A-8FAD-BE6D-2FD7-6D4594DCE3F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492490" y="1951605"/>
                  <a:ext cx="1785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D9FE9D8-7F6A-9A12-03CF-FF463AF3A7A7}"/>
                    </a:ext>
                  </a:extLst>
                </p14:cNvPr>
                <p14:cNvContentPartPr/>
                <p14:nvPr/>
              </p14:nvContentPartPr>
              <p14:xfrm>
                <a:off x="2768610" y="1958085"/>
                <a:ext cx="322560" cy="399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D9FE9D8-7F6A-9A12-03CF-FF463AF3A7A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762490" y="1951965"/>
                  <a:ext cx="3348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F89F23C6-223F-1266-BF3F-2552A2A095CF}"/>
                    </a:ext>
                  </a:extLst>
                </p14:cNvPr>
                <p14:cNvContentPartPr/>
                <p14:nvPr/>
              </p14:nvContentPartPr>
              <p14:xfrm>
                <a:off x="3089730" y="1689165"/>
                <a:ext cx="245520" cy="5641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F89F23C6-223F-1266-BF3F-2552A2A095C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083610" y="1683045"/>
                  <a:ext cx="257760" cy="57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D151D73-78F2-07FE-456E-081A5C87771D}"/>
                    </a:ext>
                  </a:extLst>
                </p14:cNvPr>
                <p14:cNvContentPartPr/>
                <p14:nvPr/>
              </p14:nvContentPartPr>
              <p14:xfrm>
                <a:off x="3123570" y="1760805"/>
                <a:ext cx="173160" cy="434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D151D73-78F2-07FE-456E-081A5C87771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117450" y="1754685"/>
                  <a:ext cx="185400" cy="446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154685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2AAAC8-EF65-E6C2-8B84-013A9DABF2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/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F295D2B-9153-8C81-C561-48032087E1B3}"/>
              </a:ext>
            </a:extLst>
          </p:cNvPr>
          <p:cNvGrpSpPr/>
          <p:nvPr/>
        </p:nvGrpSpPr>
        <p:grpSpPr>
          <a:xfrm>
            <a:off x="6190050" y="1623285"/>
            <a:ext cx="202680" cy="1091520"/>
            <a:chOff x="6190050" y="1623285"/>
            <a:chExt cx="202680" cy="1091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79D4FBA-BF4A-CE32-BFAB-AB362FC0B9E3}"/>
                    </a:ext>
                  </a:extLst>
                </p14:cNvPr>
                <p14:cNvContentPartPr/>
                <p14:nvPr/>
              </p14:nvContentPartPr>
              <p14:xfrm>
                <a:off x="6204810" y="1623285"/>
                <a:ext cx="187920" cy="1479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79D4FBA-BF4A-CE32-BFAB-AB362FC0B9E3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98690" y="1617165"/>
                  <a:ext cx="2001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66BFE7C-E322-42D5-530B-50728ADD1BF1}"/>
                    </a:ext>
                  </a:extLst>
                </p14:cNvPr>
                <p14:cNvContentPartPr/>
                <p14:nvPr/>
              </p14:nvContentPartPr>
              <p14:xfrm>
                <a:off x="6190050" y="1853685"/>
                <a:ext cx="169920" cy="1238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66BFE7C-E322-42D5-530B-50728ADD1BF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83930" y="1847565"/>
                  <a:ext cx="1821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99C5AB3-0DA2-2473-AF6B-AEB7FA7F938F}"/>
                    </a:ext>
                  </a:extLst>
                </p14:cNvPr>
                <p14:cNvContentPartPr/>
                <p14:nvPr/>
              </p14:nvContentPartPr>
              <p14:xfrm>
                <a:off x="6213090" y="2025765"/>
                <a:ext cx="172080" cy="1958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99C5AB3-0DA2-2473-AF6B-AEB7FA7F938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206970" y="2019645"/>
                  <a:ext cx="1843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2FAB2B7-2F01-BA77-374A-79575AD0A9D3}"/>
                    </a:ext>
                  </a:extLst>
                </p14:cNvPr>
                <p14:cNvContentPartPr/>
                <p14:nvPr/>
              </p14:nvContentPartPr>
              <p14:xfrm>
                <a:off x="6212370" y="2226645"/>
                <a:ext cx="131040" cy="1983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2FAB2B7-2F01-BA77-374A-79575AD0A9D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206250" y="2220525"/>
                  <a:ext cx="14328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0980A64-E48B-585F-31D2-ED213C85B0CF}"/>
                    </a:ext>
                  </a:extLst>
                </p14:cNvPr>
                <p14:cNvContentPartPr/>
                <p14:nvPr/>
              </p14:nvContentPartPr>
              <p14:xfrm>
                <a:off x="6241890" y="2405565"/>
                <a:ext cx="115560" cy="1148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0980A64-E48B-585F-31D2-ED213C85B0C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235770" y="2399445"/>
                  <a:ext cx="1278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4B49CFC-18E9-17EF-1375-B2FDDDC893CC}"/>
                    </a:ext>
                  </a:extLst>
                </p14:cNvPr>
                <p14:cNvContentPartPr/>
                <p14:nvPr/>
              </p14:nvContentPartPr>
              <p14:xfrm>
                <a:off x="6276090" y="2590605"/>
                <a:ext cx="69480" cy="1242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4B49CFC-18E9-17EF-1375-B2FDDDC893C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269970" y="2584485"/>
                  <a:ext cx="81720" cy="13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21759D2-F1C8-39B9-F47F-B3C578953FB4}"/>
              </a:ext>
            </a:extLst>
          </p:cNvPr>
          <p:cNvGrpSpPr/>
          <p:nvPr/>
        </p:nvGrpSpPr>
        <p:grpSpPr>
          <a:xfrm>
            <a:off x="7270770" y="1939365"/>
            <a:ext cx="190080" cy="451440"/>
            <a:chOff x="7270770" y="1939365"/>
            <a:chExt cx="190080" cy="451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8376188-0CC4-A6C6-2B34-5C0C57B8C4B4}"/>
                    </a:ext>
                  </a:extLst>
                </p14:cNvPr>
                <p14:cNvContentPartPr/>
                <p14:nvPr/>
              </p14:nvContentPartPr>
              <p14:xfrm>
                <a:off x="7270770" y="1939365"/>
                <a:ext cx="154800" cy="1278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8376188-0CC4-A6C6-2B34-5C0C57B8C4B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264650" y="1933245"/>
                  <a:ext cx="1670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B17B2D6-A1C9-19A5-58AA-A7C9F1F5706D}"/>
                    </a:ext>
                  </a:extLst>
                </p14:cNvPr>
                <p14:cNvContentPartPr/>
                <p14:nvPr/>
              </p14:nvContentPartPr>
              <p14:xfrm>
                <a:off x="7278330" y="2128005"/>
                <a:ext cx="151920" cy="1047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B17B2D6-A1C9-19A5-58AA-A7C9F1F5706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272210" y="2121885"/>
                  <a:ext cx="16416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02893D7-5D36-9A20-62C3-35F0EEA78DCA}"/>
                    </a:ext>
                  </a:extLst>
                </p14:cNvPr>
                <p14:cNvContentPartPr/>
                <p14:nvPr/>
              </p14:nvContentPartPr>
              <p14:xfrm>
                <a:off x="7310370" y="2291085"/>
                <a:ext cx="150480" cy="997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02893D7-5D36-9A20-62C3-35F0EEA78DC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304250" y="2284965"/>
                  <a:ext cx="162720" cy="111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D74563C1-F32B-9E45-A3BD-06FEF0AFC1A5}"/>
                  </a:ext>
                </a:extLst>
              </p14:cNvPr>
              <p14:cNvContentPartPr/>
              <p14:nvPr/>
            </p14:nvContentPartPr>
            <p14:xfrm>
              <a:off x="7400730" y="2533005"/>
              <a:ext cx="29880" cy="11808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D74563C1-F32B-9E45-A3BD-06FEF0AFC1A5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394610" y="2526885"/>
                <a:ext cx="42120" cy="130320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42D71233-D107-9573-91D0-A7816619D034}"/>
              </a:ext>
            </a:extLst>
          </p:cNvPr>
          <p:cNvGrpSpPr/>
          <p:nvPr/>
        </p:nvGrpSpPr>
        <p:grpSpPr>
          <a:xfrm>
            <a:off x="7079250" y="3526245"/>
            <a:ext cx="1104480" cy="380160"/>
            <a:chOff x="7079250" y="3526245"/>
            <a:chExt cx="1104480" cy="38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EF2792D2-2544-CE23-34A9-07B63EDD8908}"/>
                    </a:ext>
                  </a:extLst>
                </p14:cNvPr>
                <p14:cNvContentPartPr/>
                <p14:nvPr/>
              </p14:nvContentPartPr>
              <p14:xfrm>
                <a:off x="7079250" y="3646845"/>
                <a:ext cx="173880" cy="1263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EF2792D2-2544-CE23-34A9-07B63EDD890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7073130" y="3640725"/>
                  <a:ext cx="1861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03EF94B-162C-AC51-0EDD-35AA8229AD7F}"/>
                    </a:ext>
                  </a:extLst>
                </p14:cNvPr>
                <p14:cNvContentPartPr/>
                <p14:nvPr/>
              </p14:nvContentPartPr>
              <p14:xfrm>
                <a:off x="7353570" y="3736845"/>
                <a:ext cx="117000" cy="9576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03EF94B-162C-AC51-0EDD-35AA8229AD7F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7347450" y="3730725"/>
                  <a:ext cx="1292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74A03BD-FB56-2D53-171E-343C57A6255B}"/>
                    </a:ext>
                  </a:extLst>
                </p14:cNvPr>
                <p14:cNvContentPartPr/>
                <p14:nvPr/>
              </p14:nvContentPartPr>
              <p14:xfrm>
                <a:off x="7467330" y="3686085"/>
                <a:ext cx="142920" cy="1346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74A03BD-FB56-2D53-171E-343C57A6255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7461210" y="3679965"/>
                  <a:ext cx="1551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719FF61-34D7-5136-2C68-B3598E195CF8}"/>
                    </a:ext>
                  </a:extLst>
                </p14:cNvPr>
                <p14:cNvContentPartPr/>
                <p14:nvPr/>
              </p14:nvContentPartPr>
              <p14:xfrm>
                <a:off x="7650210" y="3551445"/>
                <a:ext cx="61920" cy="23688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719FF61-34D7-5136-2C68-B3598E195CF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644090" y="3545325"/>
                  <a:ext cx="7416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4F4EF1A-1DE8-3758-CCEC-4953444E9693}"/>
                    </a:ext>
                  </a:extLst>
                </p14:cNvPr>
                <p14:cNvContentPartPr/>
                <p14:nvPr/>
              </p14:nvContentPartPr>
              <p14:xfrm>
                <a:off x="7592610" y="3661245"/>
                <a:ext cx="214200" cy="2451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4F4EF1A-1DE8-3758-CCEC-4953444E969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586490" y="3655125"/>
                  <a:ext cx="2264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4CBFE8A-93B2-DDE9-2591-ED891E873BE0}"/>
                    </a:ext>
                  </a:extLst>
                </p14:cNvPr>
                <p14:cNvContentPartPr/>
                <p14:nvPr/>
              </p14:nvContentPartPr>
              <p14:xfrm>
                <a:off x="7817250" y="3719205"/>
                <a:ext cx="259920" cy="1310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4CBFE8A-93B2-DDE9-2591-ED891E873BE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811130" y="3713085"/>
                  <a:ext cx="2721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142FF88B-DCCE-01A1-9DDF-FD2A0E0B9B19}"/>
                    </a:ext>
                  </a:extLst>
                </p14:cNvPr>
                <p14:cNvContentPartPr/>
                <p14:nvPr/>
              </p14:nvContentPartPr>
              <p14:xfrm>
                <a:off x="7996170" y="3526245"/>
                <a:ext cx="77040" cy="3182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142FF88B-DCCE-01A1-9DDF-FD2A0E0B9B1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990050" y="3520125"/>
                  <a:ext cx="8928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2E89852-812E-CFBF-3501-41E4E3330D82}"/>
                    </a:ext>
                  </a:extLst>
                </p14:cNvPr>
                <p14:cNvContentPartPr/>
                <p14:nvPr/>
              </p14:nvContentPartPr>
              <p14:xfrm>
                <a:off x="7941450" y="3627765"/>
                <a:ext cx="242280" cy="1886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2E89852-812E-CFBF-3501-41E4E3330D8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935330" y="3621645"/>
                  <a:ext cx="254520" cy="200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B41D8AF0-4982-AAB4-8BC2-D6E7569902D7}"/>
                  </a:ext>
                </a:extLst>
              </p14:cNvPr>
              <p14:cNvContentPartPr/>
              <p14:nvPr/>
            </p14:nvContentPartPr>
            <p14:xfrm>
              <a:off x="8456970" y="3659445"/>
              <a:ext cx="214920" cy="236880"/>
            </p14:xfrm>
          </p:contentPart>
        </mc:Choice>
        <mc:Fallback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B41D8AF0-4982-AAB4-8BC2-D6E7569902D7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8450850" y="3653325"/>
                <a:ext cx="227160" cy="24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0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BA2F192-1578-314A-7E80-21FEF1122F28}"/>
                  </a:ext>
                </a:extLst>
              </p14:cNvPr>
              <p14:cNvContentPartPr/>
              <p14:nvPr/>
            </p14:nvContentPartPr>
            <p14:xfrm>
              <a:off x="3041130" y="3019005"/>
              <a:ext cx="705600" cy="123588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BA2F192-1578-314A-7E80-21FEF1122F28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035010" y="3012885"/>
                <a:ext cx="717840" cy="1248120"/>
              </a:xfrm>
              <a:prstGeom prst="rect">
                <a:avLst/>
              </a:prstGeom>
            </p:spPr>
          </p:pic>
        </mc:Fallback>
      </mc:AlternateContent>
      <p:grpSp>
        <p:nvGrpSpPr>
          <p:cNvPr id="89" name="Group 88">
            <a:extLst>
              <a:ext uri="{FF2B5EF4-FFF2-40B4-BE49-F238E27FC236}">
                <a16:creationId xmlns:a16="http://schemas.microsoft.com/office/drawing/2014/main" id="{1E055F2D-01B3-1897-5AD0-EAF1A614C930}"/>
              </a:ext>
            </a:extLst>
          </p:cNvPr>
          <p:cNvGrpSpPr/>
          <p:nvPr/>
        </p:nvGrpSpPr>
        <p:grpSpPr>
          <a:xfrm>
            <a:off x="4003770" y="4113405"/>
            <a:ext cx="1505520" cy="365400"/>
            <a:chOff x="4003770" y="4113405"/>
            <a:chExt cx="1505520" cy="365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E202CA1-80AF-FB2D-8CA0-BB2C33283F21}"/>
                    </a:ext>
                  </a:extLst>
                </p14:cNvPr>
                <p14:cNvContentPartPr/>
                <p14:nvPr/>
              </p14:nvContentPartPr>
              <p14:xfrm>
                <a:off x="4003770" y="4113405"/>
                <a:ext cx="159840" cy="2415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E202CA1-80AF-FB2D-8CA0-BB2C33283F2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997650" y="4107285"/>
                  <a:ext cx="1720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051BD74B-9878-84DA-E9A7-29709FB32E21}"/>
                    </a:ext>
                  </a:extLst>
                </p14:cNvPr>
                <p14:cNvContentPartPr/>
                <p14:nvPr/>
              </p14:nvContentPartPr>
              <p14:xfrm>
                <a:off x="4025730" y="4215645"/>
                <a:ext cx="146160" cy="262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051BD74B-9878-84DA-E9A7-29709FB32E2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019610" y="4209525"/>
                  <a:ext cx="1584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5CBE570B-03C5-3D60-2842-F475324CF942}"/>
                    </a:ext>
                  </a:extLst>
                </p14:cNvPr>
                <p14:cNvContentPartPr/>
                <p14:nvPr/>
              </p14:nvContentPartPr>
              <p14:xfrm>
                <a:off x="4044450" y="4144725"/>
                <a:ext cx="190440" cy="864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5CBE570B-03C5-3D60-2842-F475324CF94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038330" y="4138605"/>
                  <a:ext cx="2026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7E63957A-976E-B143-1B2F-2D1CC5564CCB}"/>
                    </a:ext>
                  </a:extLst>
                </p14:cNvPr>
                <p14:cNvContentPartPr/>
                <p14:nvPr/>
              </p14:nvContentPartPr>
              <p14:xfrm>
                <a:off x="4272690" y="4187565"/>
                <a:ext cx="219600" cy="1911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7E63957A-976E-B143-1B2F-2D1CC5564CC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266570" y="4181445"/>
                  <a:ext cx="23184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651D99B-E1EE-D818-9CF0-665976986099}"/>
                    </a:ext>
                  </a:extLst>
                </p14:cNvPr>
                <p14:cNvContentPartPr/>
                <p14:nvPr/>
              </p14:nvContentPartPr>
              <p14:xfrm>
                <a:off x="4539090" y="4240485"/>
                <a:ext cx="223200" cy="1656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651D99B-E1EE-D818-9CF0-66597698609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532970" y="4234365"/>
                  <a:ext cx="2354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3FAC871-1474-CCC6-5E87-E2AC0D12EAE9}"/>
                    </a:ext>
                  </a:extLst>
                </p14:cNvPr>
                <p14:cNvContentPartPr/>
                <p14:nvPr/>
              </p14:nvContentPartPr>
              <p14:xfrm>
                <a:off x="4841850" y="4264605"/>
                <a:ext cx="158400" cy="2142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3FAC871-1474-CCC6-5E87-E2AC0D12EAE9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835730" y="4258485"/>
                  <a:ext cx="17064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0E8A687A-DEA0-388D-FB86-CCBD0B729216}"/>
                    </a:ext>
                  </a:extLst>
                </p14:cNvPr>
                <p14:cNvContentPartPr/>
                <p14:nvPr/>
              </p14:nvContentPartPr>
              <p14:xfrm>
                <a:off x="5061090" y="4282605"/>
                <a:ext cx="158040" cy="1850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0E8A687A-DEA0-388D-FB86-CCBD0B729216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054970" y="4276485"/>
                  <a:ext cx="1702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B43A0DFE-86F9-28BF-FE29-3526F9F5DBBF}"/>
                    </a:ext>
                  </a:extLst>
                </p14:cNvPr>
                <p14:cNvContentPartPr/>
                <p14:nvPr/>
              </p14:nvContentPartPr>
              <p14:xfrm>
                <a:off x="5080170" y="4319325"/>
                <a:ext cx="123480" cy="3384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B43A0DFE-86F9-28BF-FE29-3526F9F5DBB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074050" y="4313205"/>
                  <a:ext cx="13572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4F68EF2-D8B8-E613-D085-FC5C6E2C0002}"/>
                    </a:ext>
                  </a:extLst>
                </p14:cNvPr>
                <p14:cNvContentPartPr/>
                <p14:nvPr/>
              </p14:nvContentPartPr>
              <p14:xfrm>
                <a:off x="5133810" y="4227885"/>
                <a:ext cx="183960" cy="1728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4F68EF2-D8B8-E613-D085-FC5C6E2C000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127690" y="4221765"/>
                  <a:ext cx="19620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5708BF6-4283-BA61-3448-0C2277C4BD0E}"/>
                    </a:ext>
                  </a:extLst>
                </p14:cNvPr>
                <p14:cNvContentPartPr/>
                <p14:nvPr/>
              </p14:nvContentPartPr>
              <p14:xfrm>
                <a:off x="5310570" y="4202325"/>
                <a:ext cx="198720" cy="2322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5708BF6-4283-BA61-3448-0C2277C4BD0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304450" y="4196205"/>
                  <a:ext cx="21096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7418F46-EF07-426A-AA4B-F220BFC0930F}"/>
                    </a:ext>
                  </a:extLst>
                </p14:cNvPr>
                <p14:cNvContentPartPr/>
                <p14:nvPr/>
              </p14:nvContentPartPr>
              <p14:xfrm>
                <a:off x="4585170" y="4351365"/>
                <a:ext cx="262800" cy="2880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7418F46-EF07-426A-AA4B-F220BFC0930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579050" y="4345245"/>
                  <a:ext cx="275040" cy="41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70B3F775-FA51-6544-4803-4A10048D96A5}"/>
                  </a:ext>
                </a:extLst>
              </p14:cNvPr>
              <p14:cNvContentPartPr/>
              <p14:nvPr/>
            </p14:nvContentPartPr>
            <p14:xfrm>
              <a:off x="4711530" y="2335365"/>
              <a:ext cx="14400" cy="11880"/>
            </p14:xfrm>
          </p:contentPart>
        </mc:Choice>
        <mc:Fallback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70B3F775-FA51-6544-4803-4A10048D96A5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4705410" y="2329245"/>
                <a:ext cx="26640" cy="2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8" name="Group 97">
            <a:extLst>
              <a:ext uri="{FF2B5EF4-FFF2-40B4-BE49-F238E27FC236}">
                <a16:creationId xmlns:a16="http://schemas.microsoft.com/office/drawing/2014/main" id="{E11F857D-C3F6-96DA-0427-6275F0DC32D3}"/>
              </a:ext>
            </a:extLst>
          </p:cNvPr>
          <p:cNvGrpSpPr/>
          <p:nvPr/>
        </p:nvGrpSpPr>
        <p:grpSpPr>
          <a:xfrm>
            <a:off x="6147210" y="2830365"/>
            <a:ext cx="328320" cy="290880"/>
            <a:chOff x="6147210" y="2830365"/>
            <a:chExt cx="328320" cy="290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7B30524-0440-22B6-8DC2-EBFB3914573A}"/>
                    </a:ext>
                  </a:extLst>
                </p14:cNvPr>
                <p14:cNvContentPartPr/>
                <p14:nvPr/>
              </p14:nvContentPartPr>
              <p14:xfrm>
                <a:off x="6239730" y="2972205"/>
                <a:ext cx="24840" cy="1044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7B30524-0440-22B6-8DC2-EBFB3914573A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233610" y="2966085"/>
                  <a:ext cx="370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959F874-D508-9A06-29B4-D9CAACCC0743}"/>
                    </a:ext>
                  </a:extLst>
                </p14:cNvPr>
                <p14:cNvContentPartPr/>
                <p14:nvPr/>
              </p14:nvContentPartPr>
              <p14:xfrm>
                <a:off x="6240450" y="2934045"/>
                <a:ext cx="112680" cy="88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959F874-D508-9A06-29B4-D9CAACCC074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234330" y="2927925"/>
                  <a:ext cx="1249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02953DD-069F-D023-DF91-1AF1260A08A9}"/>
                    </a:ext>
                  </a:extLst>
                </p14:cNvPr>
                <p14:cNvContentPartPr/>
                <p14:nvPr/>
              </p14:nvContentPartPr>
              <p14:xfrm>
                <a:off x="6350610" y="2960685"/>
                <a:ext cx="124920" cy="774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02953DD-069F-D023-DF91-1AF1260A08A9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344490" y="2954565"/>
                  <a:ext cx="13716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95CCF6E-3BBD-E149-BAB3-B7C75E8D3135}"/>
                    </a:ext>
                  </a:extLst>
                </p14:cNvPr>
                <p14:cNvContentPartPr/>
                <p14:nvPr/>
              </p14:nvContentPartPr>
              <p14:xfrm>
                <a:off x="6247290" y="2892285"/>
                <a:ext cx="134280" cy="15228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95CCF6E-3BBD-E149-BAB3-B7C75E8D313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241170" y="2886165"/>
                  <a:ext cx="1465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DB7526B-2AEE-F10F-CC7F-FB57BEA2919F}"/>
                    </a:ext>
                  </a:extLst>
                </p14:cNvPr>
                <p14:cNvContentPartPr/>
                <p14:nvPr/>
              </p14:nvContentPartPr>
              <p14:xfrm>
                <a:off x="6310650" y="2903085"/>
                <a:ext cx="23400" cy="324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DB7526B-2AEE-F10F-CC7F-FB57BEA2919F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304530" y="2896965"/>
                  <a:ext cx="35640" cy="1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83412AE-C9E2-355C-DFD5-3D11A458FA6F}"/>
                    </a:ext>
                  </a:extLst>
                </p14:cNvPr>
                <p14:cNvContentPartPr/>
                <p14:nvPr/>
              </p14:nvContentPartPr>
              <p14:xfrm>
                <a:off x="6147210" y="2830365"/>
                <a:ext cx="313920" cy="29088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83412AE-C9E2-355C-DFD5-3D11A458FA6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6141090" y="2824245"/>
                  <a:ext cx="326160" cy="30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87842CA8-409B-32E6-92A0-6F5ACF0FB258}"/>
              </a:ext>
            </a:extLst>
          </p:cNvPr>
          <p:cNvGrpSpPr/>
          <p:nvPr/>
        </p:nvGrpSpPr>
        <p:grpSpPr>
          <a:xfrm>
            <a:off x="7245210" y="2774925"/>
            <a:ext cx="400320" cy="338040"/>
            <a:chOff x="7245210" y="2774925"/>
            <a:chExt cx="400320" cy="33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53A84B3F-8F69-9B08-547F-97786FD08BDE}"/>
                    </a:ext>
                  </a:extLst>
                </p14:cNvPr>
                <p14:cNvContentPartPr/>
                <p14:nvPr/>
              </p14:nvContentPartPr>
              <p14:xfrm>
                <a:off x="7352850" y="2835765"/>
                <a:ext cx="33120" cy="1274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53A84B3F-8F69-9B08-547F-97786FD08BD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346730" y="2829645"/>
                  <a:ext cx="453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B0B058D2-9004-C29E-E5F9-2B820964F4F2}"/>
                    </a:ext>
                  </a:extLst>
                </p14:cNvPr>
                <p14:cNvContentPartPr/>
                <p14:nvPr/>
              </p14:nvContentPartPr>
              <p14:xfrm>
                <a:off x="7391730" y="2886885"/>
                <a:ext cx="183600" cy="1166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B0B058D2-9004-C29E-E5F9-2B820964F4F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385610" y="2880765"/>
                  <a:ext cx="1958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EC266792-024C-703E-7D18-1FCC9D2D6834}"/>
                    </a:ext>
                  </a:extLst>
                </p14:cNvPr>
                <p14:cNvContentPartPr/>
                <p14:nvPr/>
              </p14:nvContentPartPr>
              <p14:xfrm>
                <a:off x="7245210" y="2774925"/>
                <a:ext cx="400320" cy="3380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EC266792-024C-703E-7D18-1FCC9D2D683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239090" y="2768805"/>
                  <a:ext cx="412560" cy="35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22438974-89D3-B466-A051-49838A59FBE1}"/>
              </a:ext>
            </a:extLst>
          </p:cNvPr>
          <p:cNvGrpSpPr/>
          <p:nvPr/>
        </p:nvGrpSpPr>
        <p:grpSpPr>
          <a:xfrm>
            <a:off x="3187650" y="2774205"/>
            <a:ext cx="1870560" cy="950400"/>
            <a:chOff x="3187650" y="2774205"/>
            <a:chExt cx="1870560" cy="950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6A91B98-D4B7-59F7-881A-B3367DEDBCED}"/>
                    </a:ext>
                  </a:extLst>
                </p14:cNvPr>
                <p14:cNvContentPartPr/>
                <p14:nvPr/>
              </p14:nvContentPartPr>
              <p14:xfrm>
                <a:off x="3187650" y="2774205"/>
                <a:ext cx="927360" cy="6775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6A91B98-D4B7-59F7-881A-B3367DEDBCE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181530" y="2768085"/>
                  <a:ext cx="939600" cy="68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41297E7-D8BF-9C1A-B38D-A3AE4CEC634E}"/>
                    </a:ext>
                  </a:extLst>
                </p14:cNvPr>
                <p14:cNvContentPartPr/>
                <p14:nvPr/>
              </p14:nvContentPartPr>
              <p14:xfrm>
                <a:off x="4346490" y="3363885"/>
                <a:ext cx="29520" cy="2221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41297E7-D8BF-9C1A-B38D-A3AE4CEC634E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4340370" y="3357765"/>
                  <a:ext cx="417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79E816A-F6AD-E3FF-ABAC-384194B710A1}"/>
                    </a:ext>
                  </a:extLst>
                </p14:cNvPr>
                <p14:cNvContentPartPr/>
                <p14:nvPr/>
              </p14:nvContentPartPr>
              <p14:xfrm>
                <a:off x="4309410" y="3283605"/>
                <a:ext cx="215640" cy="2775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79E816A-F6AD-E3FF-ABAC-384194B710A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303290" y="3277485"/>
                  <a:ext cx="22788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70E44A8-8979-BFFF-B652-38B1D69CFF14}"/>
                    </a:ext>
                  </a:extLst>
                </p14:cNvPr>
                <p14:cNvContentPartPr/>
                <p14:nvPr/>
              </p14:nvContentPartPr>
              <p14:xfrm>
                <a:off x="4558890" y="3353805"/>
                <a:ext cx="203400" cy="238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70E44A8-8979-BFFF-B652-38B1D69CFF1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552770" y="3347685"/>
                  <a:ext cx="2156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F11A53C7-FFB0-A627-8A57-583363EE8412}"/>
                    </a:ext>
                  </a:extLst>
                </p14:cNvPr>
                <p14:cNvContentPartPr/>
                <p14:nvPr/>
              </p14:nvContentPartPr>
              <p14:xfrm>
                <a:off x="4802250" y="3357765"/>
                <a:ext cx="255960" cy="26604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F11A53C7-FFB0-A627-8A57-583363EE8412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796130" y="3351645"/>
                  <a:ext cx="26820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7235CC50-8306-612F-A377-7D69D5854DA1}"/>
                    </a:ext>
                  </a:extLst>
                </p14:cNvPr>
                <p14:cNvContentPartPr/>
                <p14:nvPr/>
              </p14:nvContentPartPr>
              <p14:xfrm>
                <a:off x="4414170" y="3376125"/>
                <a:ext cx="615600" cy="34848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7235CC50-8306-612F-A377-7D69D5854DA1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08050" y="3370005"/>
                  <a:ext cx="627840" cy="36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96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E911E237-C4D2-5370-2134-7D2055CFA37B}"/>
                  </a:ext>
                </a:extLst>
              </p14:cNvPr>
              <p14:cNvContentPartPr/>
              <p14:nvPr/>
            </p14:nvContentPartPr>
            <p14:xfrm>
              <a:off x="8397570" y="3954285"/>
              <a:ext cx="216000" cy="214920"/>
            </p14:xfrm>
          </p:contentPart>
        </mc:Choice>
        <mc:Fallback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E911E237-C4D2-5370-2134-7D2055CFA37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8391450" y="3948165"/>
                <a:ext cx="228240" cy="22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8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D213921E-137D-2691-7EC4-70A6E1A4B04A}"/>
                  </a:ext>
                </a:extLst>
              </p14:cNvPr>
              <p14:cNvContentPartPr/>
              <p14:nvPr/>
            </p14:nvContentPartPr>
            <p14:xfrm>
              <a:off x="2475930" y="1114245"/>
              <a:ext cx="137880" cy="95040"/>
            </p14:xfrm>
          </p:contentPart>
        </mc:Choice>
        <mc:Fallback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D213921E-137D-2691-7EC4-70A6E1A4B04A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2469810" y="1108125"/>
                <a:ext cx="150120" cy="107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B20B92A-9E5C-116F-A6B4-4858B566C115}"/>
              </a:ext>
            </a:extLst>
          </p:cNvPr>
          <p:cNvGrpSpPr/>
          <p:nvPr/>
        </p:nvGrpSpPr>
        <p:grpSpPr>
          <a:xfrm>
            <a:off x="342210" y="2019285"/>
            <a:ext cx="4831920" cy="708840"/>
            <a:chOff x="342210" y="2019285"/>
            <a:chExt cx="4831920" cy="708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81670FA-5523-C0D9-A808-57AAE7CFB59C}"/>
                    </a:ext>
                  </a:extLst>
                </p14:cNvPr>
                <p14:cNvContentPartPr/>
                <p14:nvPr/>
              </p14:nvContentPartPr>
              <p14:xfrm>
                <a:off x="1686810" y="2275245"/>
                <a:ext cx="179640" cy="3207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81670FA-5523-C0D9-A808-57AAE7CFB59C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680690" y="2269125"/>
                  <a:ext cx="19188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745D484-52FF-2778-C732-5BAD43704E9A}"/>
                    </a:ext>
                  </a:extLst>
                </p14:cNvPr>
                <p14:cNvContentPartPr/>
                <p14:nvPr/>
              </p14:nvContentPartPr>
              <p14:xfrm>
                <a:off x="1717410" y="2476845"/>
                <a:ext cx="403200" cy="1339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745D484-52FF-2778-C732-5BAD43704E9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711290" y="2470725"/>
                  <a:ext cx="4154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E00FA5C-376A-B81B-423F-2B8F3DA60C59}"/>
                    </a:ext>
                  </a:extLst>
                </p14:cNvPr>
                <p14:cNvContentPartPr/>
                <p14:nvPr/>
              </p14:nvContentPartPr>
              <p14:xfrm>
                <a:off x="2167770" y="2459205"/>
                <a:ext cx="125640" cy="2689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E00FA5C-376A-B81B-423F-2B8F3DA60C5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161650" y="2453085"/>
                  <a:ext cx="13788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F04C6CE-E848-A4B8-A93F-8534BF9D849B}"/>
                    </a:ext>
                  </a:extLst>
                </p14:cNvPr>
                <p14:cNvContentPartPr/>
                <p14:nvPr/>
              </p14:nvContentPartPr>
              <p14:xfrm>
                <a:off x="2205930" y="2640645"/>
                <a:ext cx="198720" cy="223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F04C6CE-E848-A4B8-A93F-8534BF9D849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199810" y="2634525"/>
                  <a:ext cx="21096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B182551-99FA-89F3-4C40-1870CA8944B0}"/>
                    </a:ext>
                  </a:extLst>
                </p14:cNvPr>
                <p14:cNvContentPartPr/>
                <p14:nvPr/>
              </p14:nvContentPartPr>
              <p14:xfrm>
                <a:off x="856290" y="2542005"/>
                <a:ext cx="13680" cy="154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B182551-99FA-89F3-4C40-1870CA8944B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50170" y="2535885"/>
                  <a:ext cx="2592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2320052-02DF-88E0-BA86-5A9522B83CEA}"/>
                    </a:ext>
                  </a:extLst>
                </p14:cNvPr>
                <p14:cNvContentPartPr/>
                <p14:nvPr/>
              </p14:nvContentPartPr>
              <p14:xfrm>
                <a:off x="861330" y="2201445"/>
                <a:ext cx="268560" cy="4665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2320052-02DF-88E0-BA86-5A9522B83CEA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55210" y="2195325"/>
                  <a:ext cx="280800" cy="47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CF302E0-E6E6-98DD-5247-191234670637}"/>
                    </a:ext>
                  </a:extLst>
                </p14:cNvPr>
                <p14:cNvContentPartPr/>
                <p14:nvPr/>
              </p14:nvContentPartPr>
              <p14:xfrm>
                <a:off x="959970" y="2379285"/>
                <a:ext cx="144360" cy="1681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CF302E0-E6E6-98DD-5247-191234670637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53850" y="2373165"/>
                  <a:ext cx="156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2E05C220-D7DB-05FC-446F-B898B16BFED8}"/>
                    </a:ext>
                  </a:extLst>
                </p14:cNvPr>
                <p14:cNvContentPartPr/>
                <p14:nvPr/>
              </p14:nvContentPartPr>
              <p14:xfrm>
                <a:off x="870690" y="2266605"/>
                <a:ext cx="267840" cy="4215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2E05C220-D7DB-05FC-446F-B898B16BFED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64570" y="2260485"/>
                  <a:ext cx="28008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64D06F4-5DF0-6CA8-13A3-83328B02A449}"/>
                    </a:ext>
                  </a:extLst>
                </p14:cNvPr>
                <p14:cNvContentPartPr/>
                <p14:nvPr/>
              </p14:nvContentPartPr>
              <p14:xfrm>
                <a:off x="3099810" y="2334645"/>
                <a:ext cx="921240" cy="3898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64D06F4-5DF0-6CA8-13A3-83328B02A44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093690" y="2328525"/>
                  <a:ext cx="933480" cy="40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B402CA4-D6E5-D7C0-9230-FF0CD54C31ED}"/>
                    </a:ext>
                  </a:extLst>
                </p14:cNvPr>
                <p14:cNvContentPartPr/>
                <p14:nvPr/>
              </p14:nvContentPartPr>
              <p14:xfrm>
                <a:off x="4289970" y="2019285"/>
                <a:ext cx="298800" cy="2455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B402CA4-D6E5-D7C0-9230-FF0CD54C31ED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283850" y="2013165"/>
                  <a:ext cx="31104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CB41DBC-53F6-2EF0-B995-A490655FF264}"/>
                    </a:ext>
                  </a:extLst>
                </p14:cNvPr>
                <p14:cNvContentPartPr/>
                <p14:nvPr/>
              </p14:nvContentPartPr>
              <p14:xfrm>
                <a:off x="4653930" y="2082645"/>
                <a:ext cx="102600" cy="2278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CB41DBC-53F6-2EF0-B995-A490655FF264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647810" y="2076525"/>
                  <a:ext cx="11484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839437BA-87D5-9CDC-64F0-B58C3FB2B1FD}"/>
                    </a:ext>
                  </a:extLst>
                </p14:cNvPr>
                <p14:cNvContentPartPr/>
                <p14:nvPr/>
              </p14:nvContentPartPr>
              <p14:xfrm>
                <a:off x="4775970" y="2091645"/>
                <a:ext cx="184320" cy="227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839437BA-87D5-9CDC-64F0-B58C3FB2B1F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769850" y="2085525"/>
                  <a:ext cx="1965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7B6BA57-879F-B0B9-90EC-3D50D08FBA1D}"/>
                    </a:ext>
                  </a:extLst>
                </p14:cNvPr>
                <p14:cNvContentPartPr/>
                <p14:nvPr/>
              </p14:nvContentPartPr>
              <p14:xfrm>
                <a:off x="342210" y="2360925"/>
                <a:ext cx="4831920" cy="13536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7B6BA57-879F-B0B9-90EC-3D50D08FBA1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36090" y="2354805"/>
                  <a:ext cx="484416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5EC29041-88CC-124A-D94C-47215D7AEBF5}"/>
                    </a:ext>
                  </a:extLst>
                </p14:cNvPr>
                <p14:cNvContentPartPr/>
                <p14:nvPr/>
              </p14:nvContentPartPr>
              <p14:xfrm>
                <a:off x="2493570" y="2306565"/>
                <a:ext cx="122760" cy="972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5EC29041-88CC-124A-D94C-47215D7AEBF5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487450" y="2300445"/>
                  <a:ext cx="135000" cy="10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1A0D10F6-B6D4-C75D-273F-334F00ECEF79}"/>
              </a:ext>
            </a:extLst>
          </p:cNvPr>
          <p:cNvGrpSpPr/>
          <p:nvPr/>
        </p:nvGrpSpPr>
        <p:grpSpPr>
          <a:xfrm>
            <a:off x="573330" y="907245"/>
            <a:ext cx="3986280" cy="821880"/>
            <a:chOff x="573330" y="907245"/>
            <a:chExt cx="3986280" cy="821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3E1342F-CBC3-769C-E73E-5CBA4188168D}"/>
                    </a:ext>
                  </a:extLst>
                </p14:cNvPr>
                <p14:cNvContentPartPr/>
                <p14:nvPr/>
              </p14:nvContentPartPr>
              <p14:xfrm>
                <a:off x="573330" y="1150605"/>
                <a:ext cx="1997640" cy="5785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3E1342F-CBC3-769C-E73E-5CBA4188168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7210" y="1144485"/>
                  <a:ext cx="2009880" cy="59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AFA7DD7-0909-AD49-4244-908F07C7FC08}"/>
                    </a:ext>
                  </a:extLst>
                </p14:cNvPr>
                <p14:cNvContentPartPr/>
                <p14:nvPr/>
              </p14:nvContentPartPr>
              <p14:xfrm>
                <a:off x="2687970" y="1112085"/>
                <a:ext cx="95400" cy="9828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AFA7DD7-0909-AD49-4244-908F07C7FC0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681850" y="1105965"/>
                  <a:ext cx="1076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E564D4E-1BD1-8D15-2BF7-24C7348F48D3}"/>
                    </a:ext>
                  </a:extLst>
                </p14:cNvPr>
                <p14:cNvContentPartPr/>
                <p14:nvPr/>
              </p14:nvContentPartPr>
              <p14:xfrm>
                <a:off x="2743050" y="1096605"/>
                <a:ext cx="68400" cy="87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E564D4E-1BD1-8D15-2BF7-24C7348F48D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736930" y="1090485"/>
                  <a:ext cx="8064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90F0C947-602F-EE14-BB03-F631146E2AD0}"/>
                    </a:ext>
                  </a:extLst>
                </p14:cNvPr>
                <p14:cNvContentPartPr/>
                <p14:nvPr/>
              </p14:nvContentPartPr>
              <p14:xfrm>
                <a:off x="2882010" y="1155285"/>
                <a:ext cx="99360" cy="475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90F0C947-602F-EE14-BB03-F631146E2AD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875890" y="1149165"/>
                  <a:ext cx="1116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D76E328-4C61-0EB6-D169-CBCC557F9A0E}"/>
                    </a:ext>
                  </a:extLst>
                </p14:cNvPr>
                <p14:cNvContentPartPr/>
                <p14:nvPr/>
              </p14:nvContentPartPr>
              <p14:xfrm>
                <a:off x="2921250" y="1131165"/>
                <a:ext cx="189360" cy="155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D76E328-4C61-0EB6-D169-CBCC557F9A0E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915130" y="1125045"/>
                  <a:ext cx="2016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D6CD978-A1BB-C8A5-338C-24DBFAC68B7C}"/>
                    </a:ext>
                  </a:extLst>
                </p14:cNvPr>
                <p14:cNvContentPartPr/>
                <p14:nvPr/>
              </p14:nvContentPartPr>
              <p14:xfrm>
                <a:off x="3040770" y="1208205"/>
                <a:ext cx="85680" cy="1339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D6CD978-A1BB-C8A5-338C-24DBFAC68B7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034650" y="1202085"/>
                  <a:ext cx="9792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117C3C3-74A6-C99D-0F5D-6989A6E1A304}"/>
                    </a:ext>
                  </a:extLst>
                </p14:cNvPr>
                <p14:cNvContentPartPr/>
                <p14:nvPr/>
              </p14:nvContentPartPr>
              <p14:xfrm>
                <a:off x="3168930" y="1306125"/>
                <a:ext cx="127800" cy="1508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117C3C3-74A6-C99D-0F5D-6989A6E1A30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162810" y="1300005"/>
                  <a:ext cx="1400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3D87083-8A74-D451-7AA0-3C50864B343D}"/>
                    </a:ext>
                  </a:extLst>
                </p14:cNvPr>
                <p14:cNvContentPartPr/>
                <p14:nvPr/>
              </p14:nvContentPartPr>
              <p14:xfrm>
                <a:off x="3321210" y="1423485"/>
                <a:ext cx="104760" cy="590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3D87083-8A74-D451-7AA0-3C50864B343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315090" y="1417365"/>
                  <a:ext cx="11700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1430A4A-C15D-0CDA-41BA-6D8AB91948ED}"/>
                    </a:ext>
                  </a:extLst>
                </p14:cNvPr>
                <p14:cNvContentPartPr/>
                <p14:nvPr/>
              </p14:nvContentPartPr>
              <p14:xfrm>
                <a:off x="3384210" y="1394325"/>
                <a:ext cx="61200" cy="1339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1430A4A-C15D-0CDA-41BA-6D8AB91948E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378090" y="1388205"/>
                  <a:ext cx="7344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0F3122D-E686-F619-D20A-34429F4701ED}"/>
                    </a:ext>
                  </a:extLst>
                </p14:cNvPr>
                <p14:cNvContentPartPr/>
                <p14:nvPr/>
              </p14:nvContentPartPr>
              <p14:xfrm>
                <a:off x="3498690" y="1455885"/>
                <a:ext cx="137880" cy="586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0F3122D-E686-F619-D20A-34429F4701E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492570" y="1449765"/>
                  <a:ext cx="15012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F3D0BD5-2726-F3D0-16F3-F43AFF2E0AC7}"/>
                    </a:ext>
                  </a:extLst>
                </p14:cNvPr>
                <p14:cNvContentPartPr/>
                <p14:nvPr/>
              </p14:nvContentPartPr>
              <p14:xfrm>
                <a:off x="3585090" y="1420245"/>
                <a:ext cx="74520" cy="1389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F3D0BD5-2726-F3D0-16F3-F43AFF2E0AC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578970" y="1414125"/>
                  <a:ext cx="867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B3970F2-D633-54D2-2178-BC560052ADD0}"/>
                    </a:ext>
                  </a:extLst>
                </p14:cNvPr>
                <p14:cNvContentPartPr/>
                <p14:nvPr/>
              </p14:nvContentPartPr>
              <p14:xfrm>
                <a:off x="3743130" y="1403325"/>
                <a:ext cx="67320" cy="5796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B3970F2-D633-54D2-2178-BC560052ADD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737010" y="1397205"/>
                  <a:ext cx="7956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3CD3F838-EECC-CE4C-E379-A50CE0A0C500}"/>
                    </a:ext>
                  </a:extLst>
                </p14:cNvPr>
                <p14:cNvContentPartPr/>
                <p14:nvPr/>
              </p14:nvContentPartPr>
              <p14:xfrm>
                <a:off x="3756090" y="1363005"/>
                <a:ext cx="100080" cy="11016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3CD3F838-EECC-CE4C-E379-A50CE0A0C50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749970" y="1356885"/>
                  <a:ext cx="1123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64CFDA7-33B5-5F79-7C92-C204415CBA94}"/>
                    </a:ext>
                  </a:extLst>
                </p14:cNvPr>
                <p14:cNvContentPartPr/>
                <p14:nvPr/>
              </p14:nvContentPartPr>
              <p14:xfrm>
                <a:off x="3891810" y="1215765"/>
                <a:ext cx="162360" cy="166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64CFDA7-33B5-5F79-7C92-C204415CBA9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885690" y="1209645"/>
                  <a:ext cx="17460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2AC7080-79BB-233B-05D0-61C255969D4E}"/>
                    </a:ext>
                  </a:extLst>
                </p14:cNvPr>
                <p14:cNvContentPartPr/>
                <p14:nvPr/>
              </p14:nvContentPartPr>
              <p14:xfrm>
                <a:off x="4112130" y="1150605"/>
                <a:ext cx="135360" cy="903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2AC7080-79BB-233B-05D0-61C255969D4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106010" y="1144485"/>
                  <a:ext cx="1476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C907A66-EF7D-E74C-87DC-5A8F99A25ACE}"/>
                    </a:ext>
                  </a:extLst>
                </p14:cNvPr>
                <p14:cNvContentPartPr/>
                <p14:nvPr/>
              </p14:nvContentPartPr>
              <p14:xfrm>
                <a:off x="4150650" y="1102365"/>
                <a:ext cx="126360" cy="1216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C907A66-EF7D-E74C-87DC-5A8F99A25AC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144530" y="1096245"/>
                  <a:ext cx="1386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CE01419-A607-CB86-E658-8DCB2778F629}"/>
                    </a:ext>
                  </a:extLst>
                </p14:cNvPr>
                <p14:cNvContentPartPr/>
                <p14:nvPr/>
              </p14:nvContentPartPr>
              <p14:xfrm>
                <a:off x="4371330" y="1031805"/>
                <a:ext cx="128880" cy="1882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CE01419-A607-CB86-E658-8DCB2778F62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365210" y="1025685"/>
                  <a:ext cx="14112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F7F2824-55B0-7D68-F89F-21FDBA20F4BC}"/>
                    </a:ext>
                  </a:extLst>
                </p14:cNvPr>
                <p14:cNvContentPartPr/>
                <p14:nvPr/>
              </p14:nvContentPartPr>
              <p14:xfrm>
                <a:off x="4362330" y="1026765"/>
                <a:ext cx="134280" cy="954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F7F2824-55B0-7D68-F89F-21FDBA20F4B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356210" y="1020645"/>
                  <a:ext cx="1465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7C53D33-3BFA-4762-188D-B6D18C7FF277}"/>
                    </a:ext>
                  </a:extLst>
                </p14:cNvPr>
                <p14:cNvContentPartPr/>
                <p14:nvPr/>
              </p14:nvContentPartPr>
              <p14:xfrm>
                <a:off x="4428210" y="975645"/>
                <a:ext cx="131400" cy="169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7C53D33-3BFA-4762-188D-B6D18C7FF277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422090" y="969525"/>
                  <a:ext cx="1436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F36A5EEB-F939-D20D-6E34-9EB73F2FA80A}"/>
                    </a:ext>
                  </a:extLst>
                </p14:cNvPr>
                <p14:cNvContentPartPr/>
                <p14:nvPr/>
              </p14:nvContentPartPr>
              <p14:xfrm>
                <a:off x="2734770" y="1343205"/>
                <a:ext cx="35640" cy="3823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F36A5EEB-F939-D20D-6E34-9EB73F2FA80A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2728650" y="1337085"/>
                  <a:ext cx="47880" cy="39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EC313D64-5AE9-F0D3-E1C3-9196C0E75301}"/>
                    </a:ext>
                  </a:extLst>
                </p14:cNvPr>
                <p14:cNvContentPartPr/>
                <p14:nvPr/>
              </p14:nvContentPartPr>
              <p14:xfrm>
                <a:off x="2693370" y="1307565"/>
                <a:ext cx="149760" cy="1342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EC313D64-5AE9-F0D3-E1C3-9196C0E75301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687250" y="1301445"/>
                  <a:ext cx="1620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D1F11B4B-AAB0-E2C8-BC84-8BCB9B6C33D7}"/>
                    </a:ext>
                  </a:extLst>
                </p14:cNvPr>
                <p14:cNvContentPartPr/>
                <p14:nvPr/>
              </p14:nvContentPartPr>
              <p14:xfrm>
                <a:off x="2567010" y="1105605"/>
                <a:ext cx="14400" cy="2124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D1F11B4B-AAB0-E2C8-BC84-8BCB9B6C33D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560890" y="1099485"/>
                  <a:ext cx="26640" cy="3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CFF2CFE7-67D1-0155-DD2E-4C73F5738F84}"/>
                    </a:ext>
                  </a:extLst>
                </p14:cNvPr>
                <p14:cNvContentPartPr/>
                <p14:nvPr/>
              </p14:nvContentPartPr>
              <p14:xfrm>
                <a:off x="2498610" y="907245"/>
                <a:ext cx="93240" cy="1641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CFF2CFE7-67D1-0155-DD2E-4C73F5738F8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492490" y="901125"/>
                  <a:ext cx="105480" cy="1764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0290298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21c03c1d1e6_1_196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11" name="Google Shape;311;g21c03c1d1e6_1_196"/>
          <p:cNvSpPr/>
          <p:nvPr/>
        </p:nvSpPr>
        <p:spPr>
          <a:xfrm>
            <a:off x="126827" y="3143861"/>
            <a:ext cx="8890343" cy="1685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El mecanismo de atención permite al decoder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utilizar las partes más relevantes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de la entrada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como una suma ponderada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del vector de entrada codificados para predecir la siguiente palabra.</a:t>
            </a:r>
            <a:endParaRPr sz="110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100" i="1" dirty="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Una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palabra relevante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tendrá un </a:t>
            </a:r>
            <a:r>
              <a:rPr lang="en" sz="2100" b="1" i="1" dirty="0">
                <a:latin typeface="Twentieth Century"/>
                <a:ea typeface="Twentieth Century"/>
                <a:cs typeface="Twentieth Century"/>
                <a:sym typeface="Twentieth Century"/>
              </a:rPr>
              <a:t>mayor peso </a:t>
            </a:r>
            <a:r>
              <a:rPr lang="en" sz="2100" i="1" dirty="0">
                <a:latin typeface="Twentieth Century"/>
                <a:ea typeface="Twentieth Century"/>
                <a:cs typeface="Twentieth Century"/>
                <a:sym typeface="Twentieth Century"/>
              </a:rPr>
              <a:t>que una palabra no relevante</a:t>
            </a:r>
            <a:endParaRPr sz="2100" i="1" dirty="0"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312" name="Google Shape;312;g21c03c1d1e6_1_1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50786" y="1027707"/>
            <a:ext cx="7242428" cy="184561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g21c03c1d1e6_1_1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Redes recurrentes - Mecanismos de atención</a:t>
            </a:r>
            <a:endParaRPr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g21c03c1d1e6_1_20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66929" y="1139789"/>
            <a:ext cx="5815013" cy="3193256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g21c03c1d1e6_1_202"/>
          <p:cNvSpPr txBox="1"/>
          <p:nvPr/>
        </p:nvSpPr>
        <p:spPr>
          <a:xfrm>
            <a:off x="3208593" y="2821603"/>
            <a:ext cx="653497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20" name="Google Shape;320;g21c03c1d1e6_1_202"/>
          <p:cNvSpPr txBox="1"/>
          <p:nvPr/>
        </p:nvSpPr>
        <p:spPr>
          <a:xfrm>
            <a:off x="69575" y="705513"/>
            <a:ext cx="5608200" cy="3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300"/>
              <a:buFont typeface="Arial"/>
              <a:buNone/>
            </a:pPr>
            <a:r>
              <a:rPr lang="en" sz="1800" b="1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Ver en bibliografía: cs224n-2021-lecture07-nmt.pdf</a:t>
            </a:r>
            <a:endParaRPr sz="1100"/>
          </a:p>
        </p:txBody>
      </p:sp>
      <p:sp>
        <p:nvSpPr>
          <p:cNvPr id="321" name="Google Shape;321;g21c03c1d1e6_1_202"/>
          <p:cNvSpPr/>
          <p:nvPr/>
        </p:nvSpPr>
        <p:spPr>
          <a:xfrm>
            <a:off x="1266929" y="1242392"/>
            <a:ext cx="2927384" cy="1579211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322" name="Google Shape;322;g21c03c1d1e6_1_20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23" name="Google Shape;323;g21c03c1d1e6_1_20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8" name="Google Shape;328;g21c03c1d1e6_1_2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66929" y="1139789"/>
            <a:ext cx="5815013" cy="3193256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g21c03c1d1e6_1_210"/>
          <p:cNvSpPr txBox="1"/>
          <p:nvPr/>
        </p:nvSpPr>
        <p:spPr>
          <a:xfrm>
            <a:off x="3208593" y="2821603"/>
            <a:ext cx="653497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0" name="Google Shape;330;g21c03c1d1e6_1_210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1" name="Google Shape;331;g21c03c1d1e6_1_210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32" name="Google Shape;332;g21c03c1d1e6_1_210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33" name="Google Shape;333;g21c03c1d1e6_1_2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g21c03c1d1e6_1_2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1706" y="1012815"/>
            <a:ext cx="5700713" cy="3536156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g21c03c1d1e6_1_219"/>
          <p:cNvSpPr txBox="1"/>
          <p:nvPr/>
        </p:nvSpPr>
        <p:spPr>
          <a:xfrm>
            <a:off x="3024512" y="3030325"/>
            <a:ext cx="653497" cy="27699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0" name="Google Shape;340;g21c03c1d1e6_1_219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1" name="Google Shape;341;g21c03c1d1e6_1_219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6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2" name="Google Shape;342;g21c03c1d1e6_1_219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3" name="Google Shape;343;g21c03c1d1e6_1_219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44" name="Google Shape;344;g21c03c1d1e6_1_219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45" name="Google Shape;345;g21c03c1d1e6_1_21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21c03c1d1e6_1_229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1" name="Google Shape;351;g21c03c1d1e6_1_229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2" name="Google Shape;352;g21c03c1d1e6_1_229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53" name="Google Shape;353;g21c03c1d1e6_1_22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08850" y="1127985"/>
            <a:ext cx="5693569" cy="3579019"/>
          </a:xfrm>
          <a:prstGeom prst="rect">
            <a:avLst/>
          </a:prstGeom>
          <a:noFill/>
          <a:ln>
            <a:noFill/>
          </a:ln>
        </p:spPr>
      </p:pic>
      <p:sp>
        <p:nvSpPr>
          <p:cNvPr id="354" name="Google Shape;354;g21c03c1d1e6_1_229"/>
          <p:cNvSpPr txBox="1"/>
          <p:nvPr/>
        </p:nvSpPr>
        <p:spPr>
          <a:xfrm>
            <a:off x="2944999" y="3130957"/>
            <a:ext cx="653497" cy="300082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5" name="Google Shape;355;g21c03c1d1e6_1_229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6" name="Google Shape;356;g21c03c1d1e6_1_229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7" name="Google Shape;357;g21c03c1d1e6_1_229"/>
          <p:cNvSpPr txBox="1"/>
          <p:nvPr/>
        </p:nvSpPr>
        <p:spPr>
          <a:xfrm>
            <a:off x="1523726" y="742479"/>
            <a:ext cx="1358162" cy="530914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b="-13672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8" name="Google Shape;358;g21c03c1d1e6_1_229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11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59" name="Google Shape;359;g21c03c1d1e6_1_229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12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0" name="Google Shape;360;g21c03c1d1e6_1_229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1" name="Google Shape;361;g21c03c1d1e6_1_229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62" name="Google Shape;362;g21c03c1d1e6_1_2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21c03c1d1e6_1_244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8" name="Google Shape;368;g21c03c1d1e6_1_244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69" name="Google Shape;369;g21c03c1d1e6_1_244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70" name="Google Shape;370;g21c03c1d1e6_1_24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08850" y="1127985"/>
            <a:ext cx="5693569" cy="3579019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g21c03c1d1e6_1_244"/>
          <p:cNvSpPr txBox="1"/>
          <p:nvPr/>
        </p:nvSpPr>
        <p:spPr>
          <a:xfrm>
            <a:off x="2944999" y="3130957"/>
            <a:ext cx="653497" cy="300082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2" name="Google Shape;372;g21c03c1d1e6_1_244"/>
          <p:cNvSpPr txBox="1"/>
          <p:nvPr/>
        </p:nvSpPr>
        <p:spPr>
          <a:xfrm>
            <a:off x="835163" y="4425529"/>
            <a:ext cx="1170333" cy="300082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3" name="Google Shape;373;g21c03c1d1e6_1_244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4" name="Google Shape;374;g21c03c1d1e6_1_244"/>
          <p:cNvSpPr txBox="1"/>
          <p:nvPr/>
        </p:nvSpPr>
        <p:spPr>
          <a:xfrm>
            <a:off x="1523726" y="742479"/>
            <a:ext cx="1358162" cy="530914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b="-13672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5" name="Google Shape;375;g21c03c1d1e6_1_244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11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6" name="Google Shape;376;g21c03c1d1e6_1_244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12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7" name="Google Shape;377;g21c03c1d1e6_1_244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8" name="Google Shape;378;g21c03c1d1e6_1_244"/>
          <p:cNvSpPr txBox="1"/>
          <p:nvPr/>
        </p:nvSpPr>
        <p:spPr>
          <a:xfrm>
            <a:off x="3598496" y="3379823"/>
            <a:ext cx="1170333" cy="300082"/>
          </a:xfrm>
          <a:prstGeom prst="rect">
            <a:avLst/>
          </a:prstGeom>
          <a:blipFill rotWithShape="1">
            <a:blip r:embed="rId14">
              <a:alphaModFix/>
            </a:blip>
            <a:stretch>
              <a:fillRect b="-909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79" name="Google Shape;379;g21c03c1d1e6_1_244"/>
          <p:cNvSpPr txBox="1"/>
          <p:nvPr/>
        </p:nvSpPr>
        <p:spPr>
          <a:xfrm>
            <a:off x="2470408" y="1097744"/>
            <a:ext cx="1170333" cy="300083"/>
          </a:xfrm>
          <a:prstGeom prst="rect">
            <a:avLst/>
          </a:prstGeom>
          <a:blipFill rotWithShape="1">
            <a:blip r:embed="rId1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0" name="Google Shape;380;g21c03c1d1e6_1_244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16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1" name="Google Shape;381;g21c03c1d1e6_1_244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382" name="Google Shape;382;g21c03c1d1e6_1_2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976C2998-CBB3-091B-EC9D-A54147A09367}"/>
                  </a:ext>
                </a:extLst>
              </p14:cNvPr>
              <p14:cNvContentPartPr/>
              <p14:nvPr/>
            </p14:nvContentPartPr>
            <p14:xfrm>
              <a:off x="2887020" y="4287420"/>
              <a:ext cx="6480" cy="39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976C2998-CBB3-091B-EC9D-A54147A0936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2880900" y="4281300"/>
                <a:ext cx="18720" cy="51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21c03c1d1e6_1_262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8" name="Google Shape;388;g21c03c1d1e6_1_262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89" name="Google Shape;389;g21c03c1d1e6_1_262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pic>
        <p:nvPicPr>
          <p:cNvPr id="390" name="Google Shape;390;g21c03c1d1e6_1_262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37412" y="1135129"/>
            <a:ext cx="5765006" cy="3571875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g21c03c1d1e6_1_262"/>
          <p:cNvSpPr txBox="1"/>
          <p:nvPr/>
        </p:nvSpPr>
        <p:spPr>
          <a:xfrm>
            <a:off x="61972" y="2487158"/>
            <a:ext cx="1170333" cy="318597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b="-8570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2" name="Google Shape;392;g21c03c1d1e6_1_262"/>
          <p:cNvSpPr txBox="1"/>
          <p:nvPr/>
        </p:nvSpPr>
        <p:spPr>
          <a:xfrm>
            <a:off x="-13056" y="1532788"/>
            <a:ext cx="1536781" cy="549430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b="-1416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3" name="Google Shape;393;g21c03c1d1e6_1_262"/>
          <p:cNvSpPr txBox="1"/>
          <p:nvPr/>
        </p:nvSpPr>
        <p:spPr>
          <a:xfrm>
            <a:off x="2944999" y="3130957"/>
            <a:ext cx="653497" cy="300082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4" name="Google Shape;394;g21c03c1d1e6_1_262"/>
          <p:cNvSpPr txBox="1"/>
          <p:nvPr/>
        </p:nvSpPr>
        <p:spPr>
          <a:xfrm>
            <a:off x="1523726" y="742479"/>
            <a:ext cx="1358162" cy="530914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b="-13672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5" name="Google Shape;395;g21c03c1d1e6_1_262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11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6" name="Google Shape;396;g21c03c1d1e6_1_262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12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7" name="Google Shape;397;g21c03c1d1e6_1_262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1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8" name="Google Shape;398;g21c03c1d1e6_1_262"/>
          <p:cNvSpPr txBox="1"/>
          <p:nvPr/>
        </p:nvSpPr>
        <p:spPr>
          <a:xfrm>
            <a:off x="5617569" y="2380774"/>
            <a:ext cx="3331921" cy="230833"/>
          </a:xfrm>
          <a:prstGeom prst="rect">
            <a:avLst/>
          </a:prstGeom>
          <a:blipFill rotWithShape="1">
            <a:blip r:embed="rId14">
              <a:alphaModFix/>
            </a:blip>
            <a:stretch>
              <a:fillRect t="-3999" r="-411" b="-35997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399" name="Google Shape;399;g21c03c1d1e6_1_262"/>
          <p:cNvSpPr/>
          <p:nvPr/>
        </p:nvSpPr>
        <p:spPr>
          <a:xfrm>
            <a:off x="8468139" y="1854172"/>
            <a:ext cx="208722" cy="373069"/>
          </a:xfrm>
          <a:prstGeom prst="downArrow">
            <a:avLst>
              <a:gd name="adj1" fmla="val 50000"/>
              <a:gd name="adj2" fmla="val 50000"/>
            </a:avLst>
          </a:prstGeom>
          <a:solidFill>
            <a:schemeClr val="accent3"/>
          </a:solidFill>
          <a:ln w="15875" cap="flat" cmpd="sng">
            <a:solidFill>
              <a:srgbClr val="99402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0" name="Google Shape;400;g21c03c1d1e6_1_262"/>
          <p:cNvSpPr txBox="1"/>
          <p:nvPr/>
        </p:nvSpPr>
        <p:spPr>
          <a:xfrm>
            <a:off x="8170942" y="1517726"/>
            <a:ext cx="803114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NUEVO!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1" name="Google Shape;401;g21c03c1d1e6_1_262"/>
          <p:cNvSpPr/>
          <p:nvPr/>
        </p:nvSpPr>
        <p:spPr>
          <a:xfrm>
            <a:off x="6795022" y="4532322"/>
            <a:ext cx="265624" cy="548349"/>
          </a:xfrm>
          <a:prstGeom prst="rightBrace">
            <a:avLst>
              <a:gd name="adj1" fmla="val 8333"/>
              <a:gd name="adj2" fmla="val 50000"/>
            </a:avLst>
          </a:prstGeom>
          <a:noFill/>
          <a:ln w="317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2" name="Google Shape;402;g21c03c1d1e6_1_262"/>
          <p:cNvSpPr txBox="1"/>
          <p:nvPr/>
        </p:nvSpPr>
        <p:spPr>
          <a:xfrm>
            <a:off x="7060645" y="4451002"/>
            <a:ext cx="1702452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SOLO CUENTAS!!!</a:t>
            </a:r>
            <a:endParaRPr sz="110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NO HAY PARAMETROS</a:t>
            </a: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03" name="Google Shape;403;g21c03c1d1e6_1_26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04" name="Google Shape;404;g21c03c1d1e6_1_2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41EF43CE-9E30-E7B2-B341-86A8C9F1D82D}"/>
              </a:ext>
            </a:extLst>
          </p:cNvPr>
          <p:cNvGrpSpPr/>
          <p:nvPr/>
        </p:nvGrpSpPr>
        <p:grpSpPr>
          <a:xfrm>
            <a:off x="280650" y="544005"/>
            <a:ext cx="1001160" cy="973800"/>
            <a:chOff x="280650" y="544005"/>
            <a:chExt cx="1001160" cy="973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35B863E-4789-2B07-5A8A-D360E8837DF7}"/>
                    </a:ext>
                  </a:extLst>
                </p14:cNvPr>
                <p14:cNvContentPartPr/>
                <p14:nvPr/>
              </p14:nvContentPartPr>
              <p14:xfrm>
                <a:off x="280650" y="544005"/>
                <a:ext cx="1001160" cy="9738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35B863E-4789-2B07-5A8A-D360E8837DF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74530" y="537885"/>
                  <a:ext cx="1013400" cy="9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2109F71-A7F4-2421-F08E-D1FD772F5EB1}"/>
                    </a:ext>
                  </a:extLst>
                </p14:cNvPr>
                <p14:cNvContentPartPr/>
                <p14:nvPr/>
              </p14:nvContentPartPr>
              <p14:xfrm>
                <a:off x="460650" y="693405"/>
                <a:ext cx="189360" cy="1825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2109F71-A7F4-2421-F08E-D1FD772F5EB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54530" y="687285"/>
                  <a:ext cx="2016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D016087-32A1-00A0-34D0-4DA6D2E2F72A}"/>
                    </a:ext>
                  </a:extLst>
                </p14:cNvPr>
                <p14:cNvContentPartPr/>
                <p14:nvPr/>
              </p14:nvContentPartPr>
              <p14:xfrm>
                <a:off x="710130" y="702405"/>
                <a:ext cx="150840" cy="1501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D016087-32A1-00A0-34D0-4DA6D2E2F72A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04010" y="696285"/>
                  <a:ext cx="1630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6A1E6E2-15E2-442F-E7F7-3AF474171B4F}"/>
                    </a:ext>
                  </a:extLst>
                </p14:cNvPr>
                <p14:cNvContentPartPr/>
                <p14:nvPr/>
              </p14:nvContentPartPr>
              <p14:xfrm>
                <a:off x="952050" y="671805"/>
                <a:ext cx="155880" cy="1731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6A1E6E2-15E2-442F-E7F7-3AF474171B4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45930" y="665685"/>
                  <a:ext cx="1681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62D596D-6AF0-B6FE-488D-2A336ED3DA8E}"/>
                    </a:ext>
                  </a:extLst>
                </p14:cNvPr>
                <p14:cNvContentPartPr/>
                <p14:nvPr/>
              </p14:nvContentPartPr>
              <p14:xfrm>
                <a:off x="450930" y="916245"/>
                <a:ext cx="150840" cy="1504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62D596D-6AF0-B6FE-488D-2A336ED3DA8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44810" y="910125"/>
                  <a:ext cx="16308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D3B7B2B-1895-5D18-7B6C-7C14AECEDF9B}"/>
                    </a:ext>
                  </a:extLst>
                </p14:cNvPr>
                <p14:cNvContentPartPr/>
                <p14:nvPr/>
              </p14:nvContentPartPr>
              <p14:xfrm>
                <a:off x="715170" y="897165"/>
                <a:ext cx="139320" cy="1616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D3B7B2B-1895-5D18-7B6C-7C14AECEDF9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09050" y="891045"/>
                  <a:ext cx="1515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BB4D3B1-D06E-AF55-7A2D-922E5D506E82}"/>
                    </a:ext>
                  </a:extLst>
                </p14:cNvPr>
                <p14:cNvContentPartPr/>
                <p14:nvPr/>
              </p14:nvContentPartPr>
              <p14:xfrm>
                <a:off x="923970" y="896805"/>
                <a:ext cx="136800" cy="1238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BB4D3B1-D06E-AF55-7A2D-922E5D506E8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17850" y="890685"/>
                  <a:ext cx="1490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4C552DF-0165-1400-D313-264F738CB534}"/>
                    </a:ext>
                  </a:extLst>
                </p14:cNvPr>
                <p14:cNvContentPartPr/>
                <p14:nvPr/>
              </p14:nvContentPartPr>
              <p14:xfrm>
                <a:off x="421410" y="1103805"/>
                <a:ext cx="161640" cy="1126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4C552DF-0165-1400-D313-264F738CB53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15290" y="1097685"/>
                  <a:ext cx="17388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605795E-F341-A80A-EBB7-E632D558F5EF}"/>
                    </a:ext>
                  </a:extLst>
                </p14:cNvPr>
                <p14:cNvContentPartPr/>
                <p14:nvPr/>
              </p14:nvContentPartPr>
              <p14:xfrm>
                <a:off x="687450" y="1111365"/>
                <a:ext cx="150840" cy="1058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605795E-F341-A80A-EBB7-E632D558F5E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681330" y="1105245"/>
                  <a:ext cx="16308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53BE67F-D970-906B-19D3-9D2FFF0D9F8C}"/>
                    </a:ext>
                  </a:extLst>
                </p14:cNvPr>
                <p14:cNvContentPartPr/>
                <p14:nvPr/>
              </p14:nvContentPartPr>
              <p14:xfrm>
                <a:off x="925050" y="1127925"/>
                <a:ext cx="141480" cy="990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53BE67F-D970-906B-19D3-9D2FFF0D9F8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18930" y="1121805"/>
                  <a:ext cx="15372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A7FA0F5-426B-E064-A8DE-30BE52423FB5}"/>
                    </a:ext>
                  </a:extLst>
                </p14:cNvPr>
                <p14:cNvContentPartPr/>
                <p14:nvPr/>
              </p14:nvContentPartPr>
              <p14:xfrm>
                <a:off x="585570" y="738765"/>
                <a:ext cx="560160" cy="781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A7FA0F5-426B-E064-A8DE-30BE52423FB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79450" y="732645"/>
                  <a:ext cx="57240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534A26C-58F6-1C19-6CEA-532A7DE3337D}"/>
                    </a:ext>
                  </a:extLst>
                </p14:cNvPr>
                <p14:cNvContentPartPr/>
                <p14:nvPr/>
              </p14:nvContentPartPr>
              <p14:xfrm>
                <a:off x="482970" y="969165"/>
                <a:ext cx="589680" cy="79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534A26C-58F6-1C19-6CEA-532A7DE3337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76850" y="963045"/>
                  <a:ext cx="6019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8243778-6024-00E6-EC18-5832FE2E22A1}"/>
                    </a:ext>
                  </a:extLst>
                </p14:cNvPr>
                <p14:cNvContentPartPr/>
                <p14:nvPr/>
              </p14:nvContentPartPr>
              <p14:xfrm>
                <a:off x="428250" y="1167165"/>
                <a:ext cx="575280" cy="954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8243778-6024-00E6-EC18-5832FE2E22A1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22130" y="1161045"/>
                  <a:ext cx="5875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22D697C-BFA2-7AD9-EED5-4FBFE2189204}"/>
                    </a:ext>
                  </a:extLst>
                </p14:cNvPr>
                <p14:cNvContentPartPr/>
                <p14:nvPr/>
              </p14:nvContentPartPr>
              <p14:xfrm>
                <a:off x="413490" y="1339605"/>
                <a:ext cx="590760" cy="849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22D697C-BFA2-7AD9-EED5-4FBFE218920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07370" y="1333485"/>
                  <a:ext cx="603000" cy="9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0CABFA6-55FC-3CB0-1C51-A55B466B24FB}"/>
              </a:ext>
            </a:extLst>
          </p:cNvPr>
          <p:cNvGrpSpPr/>
          <p:nvPr/>
        </p:nvGrpSpPr>
        <p:grpSpPr>
          <a:xfrm>
            <a:off x="1438770" y="2635605"/>
            <a:ext cx="3024720" cy="1380960"/>
            <a:chOff x="1438770" y="2635605"/>
            <a:chExt cx="3024720" cy="1380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C4D4ECF9-8CB1-7F96-C174-FB7EE536572C}"/>
                    </a:ext>
                  </a:extLst>
                </p14:cNvPr>
                <p14:cNvContentPartPr/>
                <p14:nvPr/>
              </p14:nvContentPartPr>
              <p14:xfrm>
                <a:off x="2844210" y="2941605"/>
                <a:ext cx="850680" cy="23040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C4D4ECF9-8CB1-7F96-C174-FB7EE536572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838090" y="2935485"/>
                  <a:ext cx="86292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7B8DB0E-DCA5-5F0C-EC38-5EC886F83336}"/>
                    </a:ext>
                  </a:extLst>
                </p14:cNvPr>
                <p14:cNvContentPartPr/>
                <p14:nvPr/>
              </p14:nvContentPartPr>
              <p14:xfrm>
                <a:off x="2612730" y="2803725"/>
                <a:ext cx="1082160" cy="4420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7B8DB0E-DCA5-5F0C-EC38-5EC886F83336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606610" y="2797605"/>
                  <a:ext cx="1094400" cy="45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F587C21-CC89-159B-06E0-15AEB05EDA26}"/>
                    </a:ext>
                  </a:extLst>
                </p14:cNvPr>
                <p14:cNvContentPartPr/>
                <p14:nvPr/>
              </p14:nvContentPartPr>
              <p14:xfrm>
                <a:off x="2393130" y="2635605"/>
                <a:ext cx="1285920" cy="5367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F587C21-CC89-159B-06E0-15AEB05EDA2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387010" y="2629485"/>
                  <a:ext cx="1298160" cy="54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6741D29-E7E2-773A-3980-46014B81B338}"/>
                    </a:ext>
                  </a:extLst>
                </p14:cNvPr>
                <p14:cNvContentPartPr/>
                <p14:nvPr/>
              </p14:nvContentPartPr>
              <p14:xfrm>
                <a:off x="2021610" y="2636685"/>
                <a:ext cx="1564920" cy="6336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6741D29-E7E2-773A-3980-46014B81B33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015490" y="2630565"/>
                  <a:ext cx="1577160" cy="64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1855472-5AB9-E7EB-85E9-81430A639475}"/>
                    </a:ext>
                  </a:extLst>
                </p14:cNvPr>
                <p14:cNvContentPartPr/>
                <p14:nvPr/>
              </p14:nvContentPartPr>
              <p14:xfrm>
                <a:off x="3884970" y="3323925"/>
                <a:ext cx="228960" cy="372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1855472-5AB9-E7EB-85E9-81430A63947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3878850" y="3317805"/>
                  <a:ext cx="24120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68B4D75-9091-CD69-1BCE-968B40D83391}"/>
                    </a:ext>
                  </a:extLst>
                </p14:cNvPr>
                <p14:cNvContentPartPr/>
                <p14:nvPr/>
              </p14:nvContentPartPr>
              <p14:xfrm>
                <a:off x="4193850" y="3318885"/>
                <a:ext cx="269640" cy="3272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68B4D75-9091-CD69-1BCE-968B40D83391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187730" y="3312765"/>
                  <a:ext cx="281880" cy="33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AC0F1001-8A95-B5D8-8064-2F8CF7CC4F65}"/>
                    </a:ext>
                  </a:extLst>
                </p14:cNvPr>
                <p14:cNvContentPartPr/>
                <p14:nvPr/>
              </p14:nvContentPartPr>
              <p14:xfrm>
                <a:off x="3738810" y="3200445"/>
                <a:ext cx="84960" cy="8280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AC0F1001-8A95-B5D8-8064-2F8CF7CC4F6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3732690" y="3194325"/>
                  <a:ext cx="9720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6ED782A-941D-275A-93DC-A4756977A6B3}"/>
                    </a:ext>
                  </a:extLst>
                </p14:cNvPr>
                <p14:cNvContentPartPr/>
                <p14:nvPr/>
              </p14:nvContentPartPr>
              <p14:xfrm>
                <a:off x="3960930" y="3204045"/>
                <a:ext cx="50400" cy="993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6ED782A-941D-275A-93DC-A4756977A6B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3954810" y="3197925"/>
                  <a:ext cx="626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3D6B82E-51BE-264E-5733-F396CBA1A5A7}"/>
                    </a:ext>
                  </a:extLst>
                </p14:cNvPr>
                <p14:cNvContentPartPr/>
                <p14:nvPr/>
              </p14:nvContentPartPr>
              <p14:xfrm>
                <a:off x="4174050" y="3158325"/>
                <a:ext cx="61200" cy="745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3D6B82E-51BE-264E-5733-F396CBA1A5A7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4167930" y="3152205"/>
                  <a:ext cx="7344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F3C6BE1-130E-CEC5-3514-083653170391}"/>
                    </a:ext>
                  </a:extLst>
                </p14:cNvPr>
                <p14:cNvContentPartPr/>
                <p14:nvPr/>
              </p14:nvContentPartPr>
              <p14:xfrm>
                <a:off x="3112770" y="2860965"/>
                <a:ext cx="1056960" cy="3283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F3C6BE1-130E-CEC5-3514-083653170391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3106650" y="2854845"/>
                  <a:ext cx="1069200" cy="34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FC78BA3-9B32-3420-6B34-6945D87C06BB}"/>
                    </a:ext>
                  </a:extLst>
                </p14:cNvPr>
                <p14:cNvContentPartPr/>
                <p14:nvPr/>
              </p14:nvContentPartPr>
              <p14:xfrm>
                <a:off x="2705250" y="2813085"/>
                <a:ext cx="1494000" cy="448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FC78BA3-9B32-3420-6B34-6945D87C06BB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699130" y="2806965"/>
                  <a:ext cx="1506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9FD23C7-EC55-92BC-043E-79ED9FEA22A7}"/>
                    </a:ext>
                  </a:extLst>
                </p14:cNvPr>
                <p14:cNvContentPartPr/>
                <p14:nvPr/>
              </p14:nvContentPartPr>
              <p14:xfrm>
                <a:off x="2416170" y="2710485"/>
                <a:ext cx="1638000" cy="448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9FD23C7-EC55-92BC-043E-79ED9FEA22A7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410050" y="2704365"/>
                  <a:ext cx="165024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6C27375-E582-6794-9A9B-21EB3D9B8311}"/>
                    </a:ext>
                  </a:extLst>
                </p14:cNvPr>
                <p14:cNvContentPartPr/>
                <p14:nvPr/>
              </p14:nvContentPartPr>
              <p14:xfrm>
                <a:off x="2153010" y="2821725"/>
                <a:ext cx="1892520" cy="5292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6C27375-E582-6794-9A9B-21EB3D9B831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146890" y="2815605"/>
                  <a:ext cx="1904760" cy="54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3CA14A9-4499-415A-9818-57F20308EC46}"/>
                    </a:ext>
                  </a:extLst>
                </p14:cNvPr>
                <p14:cNvContentPartPr/>
                <p14:nvPr/>
              </p14:nvContentPartPr>
              <p14:xfrm>
                <a:off x="1438770" y="3644325"/>
                <a:ext cx="410760" cy="3722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3CA14A9-4499-415A-9818-57F20308EC46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432650" y="3638205"/>
                  <a:ext cx="423000" cy="38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27A5B4D-008C-BDB7-03CF-43A947D89351}"/>
                    </a:ext>
                  </a:extLst>
                </p14:cNvPr>
                <p14:cNvContentPartPr/>
                <p14:nvPr/>
              </p14:nvContentPartPr>
              <p14:xfrm>
                <a:off x="1982730" y="3291885"/>
                <a:ext cx="298800" cy="4046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27A5B4D-008C-BDB7-03CF-43A947D8935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976610" y="3285765"/>
                  <a:ext cx="311040" cy="41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BA36DDF-8F21-8C04-A601-FF092E9514C4}"/>
                    </a:ext>
                  </a:extLst>
                </p14:cNvPr>
                <p14:cNvContentPartPr/>
                <p14:nvPr/>
              </p14:nvContentPartPr>
              <p14:xfrm>
                <a:off x="2304210" y="3234285"/>
                <a:ext cx="234720" cy="5698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BA36DDF-8F21-8C04-A601-FF092E9514C4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298090" y="3228165"/>
                  <a:ext cx="246960" cy="58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7446FA2-C29B-50E6-398A-C03D5912B1D7}"/>
                    </a:ext>
                  </a:extLst>
                </p14:cNvPr>
                <p14:cNvContentPartPr/>
                <p14:nvPr/>
              </p14:nvContentPartPr>
              <p14:xfrm>
                <a:off x="3354330" y="3142125"/>
                <a:ext cx="520920" cy="6494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7446FA2-C29B-50E6-398A-C03D5912B1D7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348210" y="3136005"/>
                  <a:ext cx="533160" cy="66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3EBD833-9C2F-C80C-B79B-3BAA58884440}"/>
                    </a:ext>
                  </a:extLst>
                </p14:cNvPr>
                <p14:cNvContentPartPr/>
                <p14:nvPr/>
              </p14:nvContentPartPr>
              <p14:xfrm>
                <a:off x="1918650" y="2673045"/>
                <a:ext cx="1655280" cy="424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3EBD833-9C2F-C80C-B79B-3BAA5888444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912530" y="2666925"/>
                  <a:ext cx="1667520" cy="43632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1c03c1d1e6_1_282"/>
          <p:cNvSpPr/>
          <p:nvPr/>
        </p:nvSpPr>
        <p:spPr>
          <a:xfrm>
            <a:off x="2221653" y="2496191"/>
            <a:ext cx="357117" cy="300083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0" name="Google Shape;410;g21c03c1d1e6_1_282"/>
          <p:cNvSpPr/>
          <p:nvPr/>
        </p:nvSpPr>
        <p:spPr>
          <a:xfrm>
            <a:off x="2785889" y="4044690"/>
            <a:ext cx="3408145" cy="346249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t="-10666" b="-3066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1" name="Google Shape;411;g21c03c1d1e6_1_282"/>
          <p:cNvSpPr/>
          <p:nvPr/>
        </p:nvSpPr>
        <p:spPr>
          <a:xfrm>
            <a:off x="2400212" y="3114222"/>
            <a:ext cx="344999" cy="293735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 b="-9374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grpSp>
        <p:nvGrpSpPr>
          <p:cNvPr id="412" name="Google Shape;412;g21c03c1d1e6_1_282"/>
          <p:cNvGrpSpPr/>
          <p:nvPr/>
        </p:nvGrpSpPr>
        <p:grpSpPr>
          <a:xfrm>
            <a:off x="878282" y="1154124"/>
            <a:ext cx="5886450" cy="3500438"/>
            <a:chOff x="1171043" y="1538832"/>
            <a:chExt cx="7848600" cy="4667250"/>
          </a:xfrm>
        </p:grpSpPr>
        <p:pic>
          <p:nvPicPr>
            <p:cNvPr id="413" name="Google Shape;413;g21c03c1d1e6_1_282"/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1171043" y="1538832"/>
              <a:ext cx="7848600" cy="46672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4" name="Google Shape;414;g21c03c1d1e6_1_282"/>
            <p:cNvSpPr/>
            <p:nvPr/>
          </p:nvSpPr>
          <p:spPr>
            <a:xfrm>
              <a:off x="5526157" y="4152296"/>
              <a:ext cx="2637182" cy="2053786"/>
            </a:xfrm>
            <a:prstGeom prst="rect">
              <a:avLst/>
            </a:prstGeom>
            <a:solidFill>
              <a:schemeClr val="lt1"/>
            </a:solidFill>
            <a:ln w="158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endParaRPr>
            </a:p>
          </p:txBody>
        </p:sp>
      </p:grpSp>
      <p:sp>
        <p:nvSpPr>
          <p:cNvPr id="415" name="Google Shape;415;g21c03c1d1e6_1_282"/>
          <p:cNvSpPr txBox="1"/>
          <p:nvPr/>
        </p:nvSpPr>
        <p:spPr>
          <a:xfrm>
            <a:off x="2715467" y="4812341"/>
            <a:ext cx="2459183" cy="249347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l="-556" t="-1851" r="-2229" b="-27776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6" name="Google Shape;416;g21c03c1d1e6_1_282"/>
          <p:cNvSpPr txBox="1"/>
          <p:nvPr/>
        </p:nvSpPr>
        <p:spPr>
          <a:xfrm>
            <a:off x="134240" y="4823819"/>
            <a:ext cx="2090188" cy="249347"/>
          </a:xfrm>
          <a:prstGeom prst="rect">
            <a:avLst/>
          </a:prstGeom>
          <a:blipFill rotWithShape="1">
            <a:blip r:embed="rId8">
              <a:alphaModFix/>
            </a:blip>
            <a:stretch>
              <a:fillRect l="-1527" r="-2836" b="-2545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7" name="Google Shape;417;g21c03c1d1e6_1_282"/>
          <p:cNvSpPr txBox="1"/>
          <p:nvPr/>
        </p:nvSpPr>
        <p:spPr>
          <a:xfrm>
            <a:off x="5400065" y="4513340"/>
            <a:ext cx="1197058" cy="586314"/>
          </a:xfrm>
          <a:prstGeom prst="rect">
            <a:avLst/>
          </a:prstGeom>
          <a:blipFill rotWithShape="1">
            <a:blip r:embed="rId9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8" name="Google Shape;418;g21c03c1d1e6_1_282"/>
          <p:cNvSpPr txBox="1"/>
          <p:nvPr/>
        </p:nvSpPr>
        <p:spPr>
          <a:xfrm>
            <a:off x="5617569" y="2380774"/>
            <a:ext cx="3331921" cy="230833"/>
          </a:xfrm>
          <a:prstGeom prst="rect">
            <a:avLst/>
          </a:prstGeom>
          <a:blipFill rotWithShape="1">
            <a:blip r:embed="rId10">
              <a:alphaModFix/>
            </a:blip>
            <a:stretch>
              <a:fillRect t="-3999" r="-411" b="-35997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19" name="Google Shape;419;g21c03c1d1e6_1_282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20" name="Google Shape;420;g21c03c1d1e6_1_2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21c03c1d1e6_1_296"/>
          <p:cNvSpPr/>
          <p:nvPr/>
        </p:nvSpPr>
        <p:spPr>
          <a:xfrm>
            <a:off x="334370" y="4169795"/>
            <a:ext cx="8475260" cy="76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 b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Una definición más general:</a:t>
            </a:r>
            <a:endParaRPr sz="1100">
              <a:solidFill>
                <a:schemeClr val="dk2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Dado un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conjunto de valores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y una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consulta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; el mecanismo de atención devuelve una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suma ponderada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 (resumen selectivo) de los valores, </a:t>
            </a:r>
            <a:r>
              <a:rPr lang="en" sz="1500" b="1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dependiente de la consulta</a:t>
            </a:r>
            <a:r>
              <a:rPr lang="en" sz="15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500" b="0" u="none" strike="noStrike" cap="non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g21c03c1d1e6_1_296" descr="\alpha_j"/>
          <p:cNvSpPr/>
          <p:nvPr/>
        </p:nvSpPr>
        <p:spPr>
          <a:xfrm>
            <a:off x="5442229" y="2065320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427" name="Google Shape;427;g21c03c1d1e6_1_296" descr="T"/>
          <p:cNvSpPr/>
          <p:nvPr/>
        </p:nvSpPr>
        <p:spPr>
          <a:xfrm>
            <a:off x="13715882" y="2065320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id="428" name="Google Shape;428;g21c03c1d1e6_1_29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75170" y="1741172"/>
            <a:ext cx="4993660" cy="2310364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g21c03c1d1e6_1_296"/>
          <p:cNvSpPr/>
          <p:nvPr/>
        </p:nvSpPr>
        <p:spPr>
          <a:xfrm>
            <a:off x="448670" y="783059"/>
            <a:ext cx="8475260" cy="78358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l="-538" t="-1743" b="-9883"/>
            </a:stretch>
          </a:blip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latin typeface="Twentieth Century"/>
                <a:ea typeface="Twentieth Century"/>
                <a:cs typeface="Twentieth Century"/>
                <a:sym typeface="Twentieth Century"/>
              </a:rPr>
              <a:t> </a:t>
            </a:r>
            <a:endParaRPr sz="1100"/>
          </a:p>
        </p:txBody>
      </p:sp>
      <p:sp>
        <p:nvSpPr>
          <p:cNvPr id="430" name="Google Shape;430;g21c03c1d1e6_1_296"/>
          <p:cNvSpPr txBox="1"/>
          <p:nvPr/>
        </p:nvSpPr>
        <p:spPr>
          <a:xfrm>
            <a:off x="69574" y="40993"/>
            <a:ext cx="8770513" cy="6085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Recurrent Neural Network (RNN) – Self Attention!!</a:t>
            </a:r>
            <a:endParaRPr sz="1100"/>
          </a:p>
        </p:txBody>
      </p:sp>
      <p:sp>
        <p:nvSpPr>
          <p:cNvPr id="431" name="Google Shape;431;g21c03c1d1e6_1_2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21c03c1d1e6_1_30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5303" y="797442"/>
            <a:ext cx="7837474" cy="4054975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21c03c1d1e6_1_305"/>
          <p:cNvSpPr/>
          <p:nvPr/>
        </p:nvSpPr>
        <p:spPr>
          <a:xfrm>
            <a:off x="1210612" y="4866501"/>
            <a:ext cx="6542467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chemeClr val="bg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http://cs231n.stanford.edu/slides/2017/cs231n_2017_lecture10.pdf</a:t>
            </a:r>
            <a:endParaRPr sz="1100" dirty="0">
              <a:solidFill>
                <a:schemeClr val="bg2"/>
              </a:solidFill>
            </a:endParaRPr>
          </a:p>
        </p:txBody>
      </p:sp>
      <p:sp>
        <p:nvSpPr>
          <p:cNvPr id="439" name="Google Shape;439;g21c03c1d1e6_1_30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recurrentes - Mecanismos de atención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986</TotalTime>
  <Words>1407</Words>
  <Application>Microsoft Office PowerPoint</Application>
  <PresentationFormat>On-screen Show (16:9)</PresentationFormat>
  <Paragraphs>332</Paragraphs>
  <Slides>42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6" baseType="lpstr">
      <vt:lpstr>Roboto</vt:lpstr>
      <vt:lpstr>Arial</vt:lpstr>
      <vt:lpstr>Twentieth Century</vt:lpstr>
      <vt:lpstr>Material</vt:lpstr>
      <vt:lpstr>Aprendizaje Profundo</vt:lpstr>
      <vt:lpstr>Redes Recurrentes Recurrent Neural Network (RNN)</vt:lpstr>
      <vt:lpstr>Redes recurrentes - Introducción</vt:lpstr>
      <vt:lpstr>Redes recurrentes - Introducción</vt:lpstr>
      <vt:lpstr>Redes recurrentes - Neurona recurrente básica</vt:lpstr>
      <vt:lpstr>Redes recurrentes - Neurona recurrente básica</vt:lpstr>
      <vt:lpstr>Redes recurrentes - Neurona recurrente básica</vt:lpstr>
      <vt:lpstr>Redes recurrentes - Implementación en pytorch</vt:lpstr>
      <vt:lpstr>Redes recurrentes - Birideccionalidad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Implementación en pytorch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Back propagation through time (BPTT)</vt:lpstr>
      <vt:lpstr>Redes recurrentes - Implementación de modelos</vt:lpstr>
      <vt:lpstr>¡Un merecido descanso! </vt:lpstr>
      <vt:lpstr>Redes recurrentes - Arquitectura enconder-decoder (seq to seq)</vt:lpstr>
      <vt:lpstr>Redes recurrentes - Arquitectura enconder-decoder (seq to seq)</vt:lpstr>
      <vt:lpstr>Redes recurrentes - Arquitectura enconder-decoder (seq to seq) entrenamiento</vt:lpstr>
      <vt:lpstr>Redes recurrentes - Arquitectura enconder-decoder (seq to seq)</vt:lpstr>
      <vt:lpstr>Redes recurrentes - Implementación de modelos enconder-decoder</vt:lpstr>
      <vt:lpstr>PowerPoint Presentation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  <vt:lpstr>Redes recurrentes - Mecanismos de atención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Marcos Maillot</cp:lastModifiedBy>
  <cp:revision>1</cp:revision>
  <dcterms:modified xsi:type="dcterms:W3CDTF">2025-11-26T00:59:34Z</dcterms:modified>
</cp:coreProperties>
</file>