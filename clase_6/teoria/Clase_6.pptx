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ink/ink1.xml" ContentType="application/inkml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4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91" r:id="rId19"/>
    <p:sldId id="292" r:id="rId20"/>
    <p:sldId id="293" r:id="rId21"/>
    <p:sldId id="294" r:id="rId22"/>
    <p:sldId id="272" r:id="rId23"/>
    <p:sldId id="298" r:id="rId24"/>
    <p:sldId id="295" r:id="rId25"/>
    <p:sldId id="296" r:id="rId26"/>
    <p:sldId id="279" r:id="rId27"/>
    <p:sldId id="273" r:id="rId28"/>
    <p:sldId id="275" r:id="rId29"/>
    <p:sldId id="276" r:id="rId30"/>
    <p:sldId id="277" r:id="rId31"/>
    <p:sldId id="278" r:id="rId32"/>
    <p:sldId id="290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45"/>
      <p:bold r:id="rId46"/>
      <p:italic r:id="rId47"/>
      <p:boldItalic r:id="rId48"/>
    </p:embeddedFont>
    <p:embeddedFont>
      <p:font typeface="Roboto" panose="02000000000000000000" pitchFamily="2" charset="0"/>
      <p:regular r:id="rId49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3" roundtripDataSignature="AMtx7mi43qeBuG6xuqWiq1Kh9QyGOyIi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19D230-8B6D-4D68-A7A6-9DA4EF63D37F}" v="32" dt="2025-11-26T00:59:33.472"/>
  </p1510:revLst>
</p1510:revInfo>
</file>

<file path=ppt/tableStyles.xml><?xml version="1.0" encoding="utf-8"?>
<a:tblStyleLst xmlns:a="http://schemas.openxmlformats.org/drawingml/2006/main" def="{D3E55744-8061-4CE5-AF87-22040F36E0A0}">
  <a:tblStyle styleId="{D3E55744-8061-4CE5-AF87-22040F36E0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FF6E8"/>
          </a:solidFill>
        </a:fill>
      </a:tcStyle>
    </a:wholeTbl>
    <a:band1H>
      <a:tcTxStyle/>
      <a:tcStyle>
        <a:tcBdr/>
        <a:fill>
          <a:solidFill>
            <a:srgbClr val="DDED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DED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EFA4B2-A90F-452C-A374-82A2C123D84D}" styleName="Table_1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dk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68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customschemas.google.com/relationships/presentationmetadata" Target="metadata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8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2D40D906-DE93-44E5-B192-09259B1B360B}"/>
    <pc:docChg chg="custSel addSld delSld modSld">
      <pc:chgData name="Marcos Maillot" userId="fa14b39d-e966-4ebb-a436-4f96f84b9577" providerId="ADAL" clId="{2D40D906-DE93-44E5-B192-09259B1B360B}" dt="2025-11-26T00:59:33.472" v="217"/>
      <pc:docMkLst>
        <pc:docMk/>
      </pc:docMkLst>
      <pc:sldChg chg="addSp modSp mod">
        <pc:chgData name="Marcos Maillot" userId="fa14b39d-e966-4ebb-a436-4f96f84b9577" providerId="ADAL" clId="{2D40D906-DE93-44E5-B192-09259B1B360B}" dt="2025-11-25T22:34:28.050" v="42"/>
        <pc:sldMkLst>
          <pc:docMk/>
          <pc:sldMk cId="0" sldId="266"/>
        </pc:sldMkLst>
        <pc:grpChg chg="mod">
          <ac:chgData name="Marcos Maillot" userId="fa14b39d-e966-4ebb-a436-4f96f84b9577" providerId="ADAL" clId="{2D40D906-DE93-44E5-B192-09259B1B360B}" dt="2025-11-25T22:33:52.277" v="14"/>
          <ac:grpSpMkLst>
            <pc:docMk/>
            <pc:sldMk cId="0" sldId="266"/>
            <ac:grpSpMk id="5" creationId="{F7F557D2-3677-8A64-004D-A683CE1C0C0F}"/>
          </ac:grpSpMkLst>
        </pc:grpChg>
        <pc:grpChg chg="mod">
          <ac:chgData name="Marcos Maillot" userId="fa14b39d-e966-4ebb-a436-4f96f84b9577" providerId="ADAL" clId="{2D40D906-DE93-44E5-B192-09259B1B360B}" dt="2025-11-25T22:33:55.490" v="18"/>
          <ac:grpSpMkLst>
            <pc:docMk/>
            <pc:sldMk cId="0" sldId="266"/>
            <ac:grpSpMk id="9" creationId="{AF0735D1-3B23-1F69-8AF9-E81615CF3E51}"/>
          </ac:grpSpMkLst>
        </pc:grpChg>
        <pc:grpChg chg="mod">
          <ac:chgData name="Marcos Maillot" userId="fa14b39d-e966-4ebb-a436-4f96f84b9577" providerId="ADAL" clId="{2D40D906-DE93-44E5-B192-09259B1B360B}" dt="2025-11-25T22:34:05.593" v="26"/>
          <ac:grpSpMkLst>
            <pc:docMk/>
            <pc:sldMk cId="0" sldId="266"/>
            <ac:grpSpMk id="17" creationId="{51699128-F7D1-1269-291F-4B2CD6755E9B}"/>
          </ac:grpSpMkLst>
        </pc:grpChg>
        <pc:grpChg chg="mod">
          <ac:chgData name="Marcos Maillot" userId="fa14b39d-e966-4ebb-a436-4f96f84b9577" providerId="ADAL" clId="{2D40D906-DE93-44E5-B192-09259B1B360B}" dt="2025-11-25T22:34:18.445" v="34"/>
          <ac:grpSpMkLst>
            <pc:docMk/>
            <pc:sldMk cId="0" sldId="266"/>
            <ac:grpSpMk id="25" creationId="{4A8AA92B-752F-EBA9-7ECB-9A0E7A1901C4}"/>
          </ac:grpSpMkLst>
        </pc:grpChg>
        <pc:grpChg chg="mod">
          <ac:chgData name="Marcos Maillot" userId="fa14b39d-e966-4ebb-a436-4f96f84b9577" providerId="ADAL" clId="{2D40D906-DE93-44E5-B192-09259B1B360B}" dt="2025-11-25T22:34:28.050" v="42"/>
          <ac:grpSpMkLst>
            <pc:docMk/>
            <pc:sldMk cId="0" sldId="266"/>
            <ac:grpSpMk id="33" creationId="{E83F67B2-11A4-DC3A-35D4-C6C88C7750EA}"/>
          </ac:grpSpMkLst>
        </pc:grpChg>
        <pc:inkChg chg="add mod">
          <ac:chgData name="Marcos Maillot" userId="fa14b39d-e966-4ebb-a436-4f96f84b9577" providerId="ADAL" clId="{2D40D906-DE93-44E5-B192-09259B1B360B}" dt="2025-11-25T22:33:52.277" v="14"/>
          <ac:inkMkLst>
            <pc:docMk/>
            <pc:sldMk cId="0" sldId="266"/>
            <ac:inkMk id="2" creationId="{749EA065-F4B3-D89C-C6BF-FD2E4B91B19B}"/>
          </ac:inkMkLst>
        </pc:inkChg>
        <pc:inkChg chg="add mod">
          <ac:chgData name="Marcos Maillot" userId="fa14b39d-e966-4ebb-a436-4f96f84b9577" providerId="ADAL" clId="{2D40D906-DE93-44E5-B192-09259B1B360B}" dt="2025-11-25T22:33:52.277" v="14"/>
          <ac:inkMkLst>
            <pc:docMk/>
            <pc:sldMk cId="0" sldId="266"/>
            <ac:inkMk id="3" creationId="{F7A32831-D49E-E5A1-740B-D6A6AD49D661}"/>
          </ac:inkMkLst>
        </pc:inkChg>
        <pc:inkChg chg="add mod">
          <ac:chgData name="Marcos Maillot" userId="fa14b39d-e966-4ebb-a436-4f96f84b9577" providerId="ADAL" clId="{2D40D906-DE93-44E5-B192-09259B1B360B}" dt="2025-11-25T22:33:52.277" v="14"/>
          <ac:inkMkLst>
            <pc:docMk/>
            <pc:sldMk cId="0" sldId="266"/>
            <ac:inkMk id="4" creationId="{95AB81AC-33E0-CA70-B3AC-822775643DA2}"/>
          </ac:inkMkLst>
        </pc:inkChg>
        <pc:inkChg chg="add mod">
          <ac:chgData name="Marcos Maillot" userId="fa14b39d-e966-4ebb-a436-4f96f84b9577" providerId="ADAL" clId="{2D40D906-DE93-44E5-B192-09259B1B360B}" dt="2025-11-25T22:33:55.490" v="18"/>
          <ac:inkMkLst>
            <pc:docMk/>
            <pc:sldMk cId="0" sldId="266"/>
            <ac:inkMk id="6" creationId="{EB996B4E-8326-7431-A0CC-CF9E5011D7D2}"/>
          </ac:inkMkLst>
        </pc:inkChg>
        <pc:inkChg chg="add mod">
          <ac:chgData name="Marcos Maillot" userId="fa14b39d-e966-4ebb-a436-4f96f84b9577" providerId="ADAL" clId="{2D40D906-DE93-44E5-B192-09259B1B360B}" dt="2025-11-25T22:33:55.490" v="18"/>
          <ac:inkMkLst>
            <pc:docMk/>
            <pc:sldMk cId="0" sldId="266"/>
            <ac:inkMk id="7" creationId="{6B440A2D-6502-282D-0772-27B92454D168}"/>
          </ac:inkMkLst>
        </pc:inkChg>
        <pc:inkChg chg="add mod">
          <ac:chgData name="Marcos Maillot" userId="fa14b39d-e966-4ebb-a436-4f96f84b9577" providerId="ADAL" clId="{2D40D906-DE93-44E5-B192-09259B1B360B}" dt="2025-11-25T22:33:55.490" v="18"/>
          <ac:inkMkLst>
            <pc:docMk/>
            <pc:sldMk cId="0" sldId="266"/>
            <ac:inkMk id="8" creationId="{65B89D6B-E590-054E-F8DC-1385A9E629CA}"/>
          </ac:inkMkLst>
        </pc:inkChg>
        <pc:inkChg chg="add mod">
          <ac:chgData name="Marcos Maillot" userId="fa14b39d-e966-4ebb-a436-4f96f84b9577" providerId="ADAL" clId="{2D40D906-DE93-44E5-B192-09259B1B360B}" dt="2025-11-25T22:34:05.593" v="26"/>
          <ac:inkMkLst>
            <pc:docMk/>
            <pc:sldMk cId="0" sldId="266"/>
            <ac:inkMk id="10" creationId="{354ABFB8-069D-9988-6F27-2BEFEB0889B6}"/>
          </ac:inkMkLst>
        </pc:inkChg>
        <pc:inkChg chg="add mod">
          <ac:chgData name="Marcos Maillot" userId="fa14b39d-e966-4ebb-a436-4f96f84b9577" providerId="ADAL" clId="{2D40D906-DE93-44E5-B192-09259B1B360B}" dt="2025-11-25T22:34:05.593" v="26"/>
          <ac:inkMkLst>
            <pc:docMk/>
            <pc:sldMk cId="0" sldId="266"/>
            <ac:inkMk id="11" creationId="{50DA7574-17C5-6C99-43B4-2ECE4B39C68A}"/>
          </ac:inkMkLst>
        </pc:inkChg>
        <pc:inkChg chg="add mod">
          <ac:chgData name="Marcos Maillot" userId="fa14b39d-e966-4ebb-a436-4f96f84b9577" providerId="ADAL" clId="{2D40D906-DE93-44E5-B192-09259B1B360B}" dt="2025-11-25T22:34:05.593" v="26"/>
          <ac:inkMkLst>
            <pc:docMk/>
            <pc:sldMk cId="0" sldId="266"/>
            <ac:inkMk id="12" creationId="{0B433005-565D-2F0C-FBEA-B4FC7FF8BB8E}"/>
          </ac:inkMkLst>
        </pc:inkChg>
        <pc:inkChg chg="add mod">
          <ac:chgData name="Marcos Maillot" userId="fa14b39d-e966-4ebb-a436-4f96f84b9577" providerId="ADAL" clId="{2D40D906-DE93-44E5-B192-09259B1B360B}" dt="2025-11-25T22:34:05.593" v="26"/>
          <ac:inkMkLst>
            <pc:docMk/>
            <pc:sldMk cId="0" sldId="266"/>
            <ac:inkMk id="13" creationId="{0A80ED27-2EB5-9407-A644-63A97934BBF1}"/>
          </ac:inkMkLst>
        </pc:inkChg>
        <pc:inkChg chg="add mod">
          <ac:chgData name="Marcos Maillot" userId="fa14b39d-e966-4ebb-a436-4f96f84b9577" providerId="ADAL" clId="{2D40D906-DE93-44E5-B192-09259B1B360B}" dt="2025-11-25T22:34:05.593" v="26"/>
          <ac:inkMkLst>
            <pc:docMk/>
            <pc:sldMk cId="0" sldId="266"/>
            <ac:inkMk id="14" creationId="{B12C391F-C6FB-FE34-F95A-B33B228A3401}"/>
          </ac:inkMkLst>
        </pc:inkChg>
        <pc:inkChg chg="add mod">
          <ac:chgData name="Marcos Maillot" userId="fa14b39d-e966-4ebb-a436-4f96f84b9577" providerId="ADAL" clId="{2D40D906-DE93-44E5-B192-09259B1B360B}" dt="2025-11-25T22:34:05.593" v="26"/>
          <ac:inkMkLst>
            <pc:docMk/>
            <pc:sldMk cId="0" sldId="266"/>
            <ac:inkMk id="15" creationId="{F881FBEA-F7F6-EDCD-8A54-B7938F2AF962}"/>
          </ac:inkMkLst>
        </pc:inkChg>
        <pc:inkChg chg="add mod">
          <ac:chgData name="Marcos Maillot" userId="fa14b39d-e966-4ebb-a436-4f96f84b9577" providerId="ADAL" clId="{2D40D906-DE93-44E5-B192-09259B1B360B}" dt="2025-11-25T22:34:05.593" v="26"/>
          <ac:inkMkLst>
            <pc:docMk/>
            <pc:sldMk cId="0" sldId="266"/>
            <ac:inkMk id="16" creationId="{DB79B9E8-AEF7-B9BB-A04E-742C1E87A784}"/>
          </ac:inkMkLst>
        </pc:inkChg>
        <pc:inkChg chg="add mod">
          <ac:chgData name="Marcos Maillot" userId="fa14b39d-e966-4ebb-a436-4f96f84b9577" providerId="ADAL" clId="{2D40D906-DE93-44E5-B192-09259B1B360B}" dt="2025-11-25T22:34:18.445" v="34"/>
          <ac:inkMkLst>
            <pc:docMk/>
            <pc:sldMk cId="0" sldId="266"/>
            <ac:inkMk id="18" creationId="{BAB136AA-CBCB-FFB0-79A6-6D0DB2EB186D}"/>
          </ac:inkMkLst>
        </pc:inkChg>
        <pc:inkChg chg="add mod">
          <ac:chgData name="Marcos Maillot" userId="fa14b39d-e966-4ebb-a436-4f96f84b9577" providerId="ADAL" clId="{2D40D906-DE93-44E5-B192-09259B1B360B}" dt="2025-11-25T22:34:18.445" v="34"/>
          <ac:inkMkLst>
            <pc:docMk/>
            <pc:sldMk cId="0" sldId="266"/>
            <ac:inkMk id="19" creationId="{5EA59B0B-2A7C-7F14-FCD7-7F969EE3DB39}"/>
          </ac:inkMkLst>
        </pc:inkChg>
        <pc:inkChg chg="add mod">
          <ac:chgData name="Marcos Maillot" userId="fa14b39d-e966-4ebb-a436-4f96f84b9577" providerId="ADAL" clId="{2D40D906-DE93-44E5-B192-09259B1B360B}" dt="2025-11-25T22:34:18.445" v="34"/>
          <ac:inkMkLst>
            <pc:docMk/>
            <pc:sldMk cId="0" sldId="266"/>
            <ac:inkMk id="20" creationId="{E4701377-24DC-DA18-30EE-1BEF89B087EC}"/>
          </ac:inkMkLst>
        </pc:inkChg>
        <pc:inkChg chg="add mod">
          <ac:chgData name="Marcos Maillot" userId="fa14b39d-e966-4ebb-a436-4f96f84b9577" providerId="ADAL" clId="{2D40D906-DE93-44E5-B192-09259B1B360B}" dt="2025-11-25T22:34:18.445" v="34"/>
          <ac:inkMkLst>
            <pc:docMk/>
            <pc:sldMk cId="0" sldId="266"/>
            <ac:inkMk id="21" creationId="{198174FD-11AF-F283-AE79-1783E172E43C}"/>
          </ac:inkMkLst>
        </pc:inkChg>
        <pc:inkChg chg="add mod">
          <ac:chgData name="Marcos Maillot" userId="fa14b39d-e966-4ebb-a436-4f96f84b9577" providerId="ADAL" clId="{2D40D906-DE93-44E5-B192-09259B1B360B}" dt="2025-11-25T22:34:18.445" v="34"/>
          <ac:inkMkLst>
            <pc:docMk/>
            <pc:sldMk cId="0" sldId="266"/>
            <ac:inkMk id="22" creationId="{FB9E2EA7-7B16-C1BC-035E-D25F327B00AD}"/>
          </ac:inkMkLst>
        </pc:inkChg>
        <pc:inkChg chg="add mod">
          <ac:chgData name="Marcos Maillot" userId="fa14b39d-e966-4ebb-a436-4f96f84b9577" providerId="ADAL" clId="{2D40D906-DE93-44E5-B192-09259B1B360B}" dt="2025-11-25T22:34:18.445" v="34"/>
          <ac:inkMkLst>
            <pc:docMk/>
            <pc:sldMk cId="0" sldId="266"/>
            <ac:inkMk id="23" creationId="{7EE23F2D-29A7-6C28-98CA-4B16CFD01903}"/>
          </ac:inkMkLst>
        </pc:inkChg>
        <pc:inkChg chg="add mod">
          <ac:chgData name="Marcos Maillot" userId="fa14b39d-e966-4ebb-a436-4f96f84b9577" providerId="ADAL" clId="{2D40D906-DE93-44E5-B192-09259B1B360B}" dt="2025-11-25T22:34:18.445" v="34"/>
          <ac:inkMkLst>
            <pc:docMk/>
            <pc:sldMk cId="0" sldId="266"/>
            <ac:inkMk id="24" creationId="{6B538EDD-8461-5F69-84F1-06D58E86DED2}"/>
          </ac:inkMkLst>
        </pc:inkChg>
        <pc:inkChg chg="add mod">
          <ac:chgData name="Marcos Maillot" userId="fa14b39d-e966-4ebb-a436-4f96f84b9577" providerId="ADAL" clId="{2D40D906-DE93-44E5-B192-09259B1B360B}" dt="2025-11-25T22:34:28.050" v="42"/>
          <ac:inkMkLst>
            <pc:docMk/>
            <pc:sldMk cId="0" sldId="266"/>
            <ac:inkMk id="26" creationId="{AE88D445-AD00-6C8C-B596-653D36915467}"/>
          </ac:inkMkLst>
        </pc:inkChg>
        <pc:inkChg chg="add mod">
          <ac:chgData name="Marcos Maillot" userId="fa14b39d-e966-4ebb-a436-4f96f84b9577" providerId="ADAL" clId="{2D40D906-DE93-44E5-B192-09259B1B360B}" dt="2025-11-25T22:34:28.050" v="42"/>
          <ac:inkMkLst>
            <pc:docMk/>
            <pc:sldMk cId="0" sldId="266"/>
            <ac:inkMk id="27" creationId="{AF7C1D39-74E8-3D51-5A18-06ECB0FC875B}"/>
          </ac:inkMkLst>
        </pc:inkChg>
        <pc:inkChg chg="add mod">
          <ac:chgData name="Marcos Maillot" userId="fa14b39d-e966-4ebb-a436-4f96f84b9577" providerId="ADAL" clId="{2D40D906-DE93-44E5-B192-09259B1B360B}" dt="2025-11-25T22:34:28.050" v="42"/>
          <ac:inkMkLst>
            <pc:docMk/>
            <pc:sldMk cId="0" sldId="266"/>
            <ac:inkMk id="28" creationId="{E26FA917-5F06-3B61-0489-1FF30CCBE52D}"/>
          </ac:inkMkLst>
        </pc:inkChg>
        <pc:inkChg chg="add mod">
          <ac:chgData name="Marcos Maillot" userId="fa14b39d-e966-4ebb-a436-4f96f84b9577" providerId="ADAL" clId="{2D40D906-DE93-44E5-B192-09259B1B360B}" dt="2025-11-25T22:34:28.050" v="42"/>
          <ac:inkMkLst>
            <pc:docMk/>
            <pc:sldMk cId="0" sldId="266"/>
            <ac:inkMk id="29" creationId="{0E8897D8-0A2D-5391-3B1E-6720A8FFA9A2}"/>
          </ac:inkMkLst>
        </pc:inkChg>
        <pc:inkChg chg="add mod">
          <ac:chgData name="Marcos Maillot" userId="fa14b39d-e966-4ebb-a436-4f96f84b9577" providerId="ADAL" clId="{2D40D906-DE93-44E5-B192-09259B1B360B}" dt="2025-11-25T22:34:28.050" v="42"/>
          <ac:inkMkLst>
            <pc:docMk/>
            <pc:sldMk cId="0" sldId="266"/>
            <ac:inkMk id="30" creationId="{7F562EC2-D702-04DA-B7D6-D454DC4389B6}"/>
          </ac:inkMkLst>
        </pc:inkChg>
        <pc:inkChg chg="add mod">
          <ac:chgData name="Marcos Maillot" userId="fa14b39d-e966-4ebb-a436-4f96f84b9577" providerId="ADAL" clId="{2D40D906-DE93-44E5-B192-09259B1B360B}" dt="2025-11-25T22:34:28.050" v="42"/>
          <ac:inkMkLst>
            <pc:docMk/>
            <pc:sldMk cId="0" sldId="266"/>
            <ac:inkMk id="31" creationId="{9A388E52-968D-A4EE-6938-7979C37C684A}"/>
          </ac:inkMkLst>
        </pc:inkChg>
        <pc:inkChg chg="add mod">
          <ac:chgData name="Marcos Maillot" userId="fa14b39d-e966-4ebb-a436-4f96f84b9577" providerId="ADAL" clId="{2D40D906-DE93-44E5-B192-09259B1B360B}" dt="2025-11-25T22:34:28.050" v="42"/>
          <ac:inkMkLst>
            <pc:docMk/>
            <pc:sldMk cId="0" sldId="266"/>
            <ac:inkMk id="32" creationId="{1E29C693-E48F-FFF4-167A-0FE18D904F50}"/>
          </ac:inkMkLst>
        </pc:inkChg>
      </pc:sldChg>
      <pc:sldChg chg="addSp delSp modSp mod">
        <pc:chgData name="Marcos Maillot" userId="fa14b39d-e966-4ebb-a436-4f96f84b9577" providerId="ADAL" clId="{2D40D906-DE93-44E5-B192-09259B1B360B}" dt="2025-11-25T23:03:19.310" v="64" actId="478"/>
        <pc:sldMkLst>
          <pc:docMk/>
          <pc:sldMk cId="0" sldId="267"/>
        </pc:sldMkLst>
        <pc:grpChg chg="del mod">
          <ac:chgData name="Marcos Maillot" userId="fa14b39d-e966-4ebb-a436-4f96f84b9577" providerId="ADAL" clId="{2D40D906-DE93-44E5-B192-09259B1B360B}" dt="2025-11-25T22:39:16.356" v="55"/>
          <ac:grpSpMkLst>
            <pc:docMk/>
            <pc:sldMk cId="0" sldId="267"/>
            <ac:grpSpMk id="9" creationId="{5DB8CC21-5AE5-1647-BB62-D7E5188D8C67}"/>
          </ac:grpSpMkLst>
        </pc:grpChg>
        <pc:grpChg chg="del mod">
          <ac:chgData name="Marcos Maillot" userId="fa14b39d-e966-4ebb-a436-4f96f84b9577" providerId="ADAL" clId="{2D40D906-DE93-44E5-B192-09259B1B360B}" dt="2025-11-25T22:39:18.370" v="57"/>
          <ac:grpSpMkLst>
            <pc:docMk/>
            <pc:sldMk cId="0" sldId="267"/>
            <ac:grpSpMk id="14" creationId="{9EA8FD0A-C494-73DF-A933-A34E6FBDA3FB}"/>
          </ac:grpSpMkLst>
        </pc:grpChg>
        <pc:grpChg chg="del mod">
          <ac:chgData name="Marcos Maillot" userId="fa14b39d-e966-4ebb-a436-4f96f84b9577" providerId="ADAL" clId="{2D40D906-DE93-44E5-B192-09259B1B360B}" dt="2025-11-25T22:39:23.334" v="63"/>
          <ac:grpSpMkLst>
            <pc:docMk/>
            <pc:sldMk cId="0" sldId="267"/>
            <ac:grpSpMk id="16" creationId="{3BFAA7E9-394D-8F07-0AE5-7D35064944A1}"/>
          </ac:grpSpMkLst>
        </pc:grpChg>
        <pc:grpChg chg="del mod">
          <ac:chgData name="Marcos Maillot" userId="fa14b39d-e966-4ebb-a436-4f96f84b9577" providerId="ADAL" clId="{2D40D906-DE93-44E5-B192-09259B1B360B}" dt="2025-11-25T23:03:19.310" v="64" actId="478"/>
          <ac:grpSpMkLst>
            <pc:docMk/>
            <pc:sldMk cId="0" sldId="267"/>
            <ac:grpSpMk id="22" creationId="{BD5F8BCD-DEC0-1EAB-2632-013FEFCD1CAD}"/>
          </ac:grpSpMkLst>
        </pc:grp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2" creationId="{48AF801C-C277-7B5D-94EE-4C561A8B7B60}"/>
          </ac:inkMkLst>
        </pc:inkChg>
        <pc:inkChg chg="add mod">
          <ac:chgData name="Marcos Maillot" userId="fa14b39d-e966-4ebb-a436-4f96f84b9577" providerId="ADAL" clId="{2D40D906-DE93-44E5-B192-09259B1B360B}" dt="2025-11-25T22:39:14.153" v="50"/>
          <ac:inkMkLst>
            <pc:docMk/>
            <pc:sldMk cId="0" sldId="267"/>
            <ac:inkMk id="3" creationId="{FC925376-AC82-CDDD-3234-47B2A9F95D94}"/>
          </ac:inkMkLst>
        </pc:inkChg>
        <pc:inkChg chg="add mod">
          <ac:chgData name="Marcos Maillot" userId="fa14b39d-e966-4ebb-a436-4f96f84b9577" providerId="ADAL" clId="{2D40D906-DE93-44E5-B192-09259B1B360B}" dt="2025-11-25T22:39:18.370" v="57"/>
          <ac:inkMkLst>
            <pc:docMk/>
            <pc:sldMk cId="0" sldId="267"/>
            <ac:inkMk id="4" creationId="{03A0C848-4C20-F17A-7678-FF746F45A396}"/>
          </ac:inkMkLst>
        </pc:inkChg>
        <pc:inkChg chg="add mod">
          <ac:chgData name="Marcos Maillot" userId="fa14b39d-e966-4ebb-a436-4f96f84b9577" providerId="ADAL" clId="{2D40D906-DE93-44E5-B192-09259B1B360B}" dt="2025-11-25T22:39:16.356" v="55"/>
          <ac:inkMkLst>
            <pc:docMk/>
            <pc:sldMk cId="0" sldId="267"/>
            <ac:inkMk id="5" creationId="{3FA9A26D-4127-DF0B-F399-ABA4311244DA}"/>
          </ac:inkMkLst>
        </pc:inkChg>
        <pc:inkChg chg="add mod">
          <ac:chgData name="Marcos Maillot" userId="fa14b39d-e966-4ebb-a436-4f96f84b9577" providerId="ADAL" clId="{2D40D906-DE93-44E5-B192-09259B1B360B}" dt="2025-11-25T22:39:18.370" v="57"/>
          <ac:inkMkLst>
            <pc:docMk/>
            <pc:sldMk cId="0" sldId="267"/>
            <ac:inkMk id="6" creationId="{61C0CE80-FE9A-FDA2-D759-518E8429486F}"/>
          </ac:inkMkLst>
        </pc:ink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7" creationId="{D1B90627-A143-82F5-6D51-90B60E119BF0}"/>
          </ac:inkMkLst>
        </pc:ink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8" creationId="{420B8764-15CA-DDE8-EFCE-857C65984C59}"/>
          </ac:inkMkLst>
        </pc:ink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10" creationId="{91A4C169-8A1D-8CEB-D927-5765DD8E859C}"/>
          </ac:inkMkLst>
        </pc:ink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11" creationId="{7DF62D9A-A8B4-8931-EBEB-8C21133AD392}"/>
          </ac:inkMkLst>
        </pc:inkChg>
        <pc:inkChg chg="add mod">
          <ac:chgData name="Marcos Maillot" userId="fa14b39d-e966-4ebb-a436-4f96f84b9577" providerId="ADAL" clId="{2D40D906-DE93-44E5-B192-09259B1B360B}" dt="2025-11-25T22:39:18.370" v="57"/>
          <ac:inkMkLst>
            <pc:docMk/>
            <pc:sldMk cId="0" sldId="267"/>
            <ac:inkMk id="12" creationId="{111AB01B-11DD-5729-8D45-336E61F5DAF3}"/>
          </ac:inkMkLst>
        </pc:inkChg>
        <pc:inkChg chg="add mod">
          <ac:chgData name="Marcos Maillot" userId="fa14b39d-e966-4ebb-a436-4f96f84b9577" providerId="ADAL" clId="{2D40D906-DE93-44E5-B192-09259B1B360B}" dt="2025-11-25T22:39:16.356" v="55"/>
          <ac:inkMkLst>
            <pc:docMk/>
            <pc:sldMk cId="0" sldId="267"/>
            <ac:inkMk id="13" creationId="{DC244B66-4EB9-C2BF-E556-01A6470FCACD}"/>
          </ac:inkMkLst>
        </pc:inkChg>
        <pc:inkChg chg="add">
          <ac:chgData name="Marcos Maillot" userId="fa14b39d-e966-4ebb-a436-4f96f84b9577" providerId="ADAL" clId="{2D40D906-DE93-44E5-B192-09259B1B360B}" dt="2025-11-25T22:39:17.410" v="56" actId="9405"/>
          <ac:inkMkLst>
            <pc:docMk/>
            <pc:sldMk cId="0" sldId="267"/>
            <ac:inkMk id="15" creationId="{EEABD1C4-920E-4673-EEC2-3C86BEF604B3}"/>
          </ac:inkMkLst>
        </pc:ink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17" creationId="{CC86826D-7437-DE95-6277-E9BE81ABB7B7}"/>
          </ac:inkMkLst>
        </pc:ink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18" creationId="{38F766ED-2CCD-3CAC-5FD8-F63ABDDE99FB}"/>
          </ac:inkMkLst>
        </pc:inkChg>
        <pc:inkChg chg="add">
          <ac:chgData name="Marcos Maillot" userId="fa14b39d-e966-4ebb-a436-4f96f84b9577" providerId="ADAL" clId="{2D40D906-DE93-44E5-B192-09259B1B360B}" dt="2025-11-25T22:39:20.413" v="60" actId="9405"/>
          <ac:inkMkLst>
            <pc:docMk/>
            <pc:sldMk cId="0" sldId="267"/>
            <ac:inkMk id="19" creationId="{0E60353F-A197-8EE2-C926-A2486AD2E065}"/>
          </ac:inkMkLst>
        </pc:inkChg>
        <pc:inkChg chg="add">
          <ac:chgData name="Marcos Maillot" userId="fa14b39d-e966-4ebb-a436-4f96f84b9577" providerId="ADAL" clId="{2D40D906-DE93-44E5-B192-09259B1B360B}" dt="2025-11-25T22:39:21.429" v="61" actId="9405"/>
          <ac:inkMkLst>
            <pc:docMk/>
            <pc:sldMk cId="0" sldId="267"/>
            <ac:inkMk id="20" creationId="{C0776E63-B6D6-0C88-DA50-BF608D84B31B}"/>
          </ac:inkMkLst>
        </pc:ink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21" creationId="{26C2DB75-A41B-DF53-F935-042342A1FA6C}"/>
          </ac:inkMkLst>
        </pc:inkChg>
      </pc:sldChg>
      <pc:sldChg chg="modSp mod">
        <pc:chgData name="Marcos Maillot" userId="fa14b39d-e966-4ebb-a436-4f96f84b9577" providerId="ADAL" clId="{2D40D906-DE93-44E5-B192-09259B1B360B}" dt="2025-11-25T22:30:23.637" v="10" actId="20577"/>
        <pc:sldMkLst>
          <pc:docMk/>
          <pc:sldMk cId="0" sldId="268"/>
        </pc:sldMkLst>
        <pc:graphicFrameChg chg="modGraphic">
          <ac:chgData name="Marcos Maillot" userId="fa14b39d-e966-4ebb-a436-4f96f84b9577" providerId="ADAL" clId="{2D40D906-DE93-44E5-B192-09259B1B360B}" dt="2025-11-25T22:30:23.637" v="10" actId="20577"/>
          <ac:graphicFrameMkLst>
            <pc:docMk/>
            <pc:sldMk cId="0" sldId="268"/>
            <ac:graphicFrameMk id="198" creationId="{00000000-0000-0000-0000-000000000000}"/>
          </ac:graphicFrameMkLst>
        </pc:graphicFrameChg>
      </pc:sldChg>
      <pc:sldChg chg="delSp mod">
        <pc:chgData name="Marcos Maillot" userId="fa14b39d-e966-4ebb-a436-4f96f84b9577" providerId="ADAL" clId="{2D40D906-DE93-44E5-B192-09259B1B360B}" dt="2025-11-25T19:48:12.282" v="9" actId="478"/>
        <pc:sldMkLst>
          <pc:docMk/>
          <pc:sldMk cId="0" sldId="285"/>
        </pc:sldMkLst>
        <pc:grpChg chg="del">
          <ac:chgData name="Marcos Maillot" userId="fa14b39d-e966-4ebb-a436-4f96f84b9577" providerId="ADAL" clId="{2D40D906-DE93-44E5-B192-09259B1B360B}" dt="2025-11-25T19:48:10.804" v="8" actId="478"/>
          <ac:grpSpMkLst>
            <pc:docMk/>
            <pc:sldMk cId="0" sldId="285"/>
            <ac:grpSpMk id="15" creationId="{28889A49-5EF9-E12C-E967-7AD063E5145F}"/>
          </ac:grpSpMkLst>
        </pc:grpChg>
        <pc:inkChg chg="del">
          <ac:chgData name="Marcos Maillot" userId="fa14b39d-e966-4ebb-a436-4f96f84b9577" providerId="ADAL" clId="{2D40D906-DE93-44E5-B192-09259B1B360B}" dt="2025-11-25T19:47:36.615" v="7" actId="478"/>
          <ac:inkMkLst>
            <pc:docMk/>
            <pc:sldMk cId="0" sldId="285"/>
            <ac:inkMk id="3" creationId="{6E22F2DF-6723-A24B-2D8C-CCDA2641AF23}"/>
          </ac:inkMkLst>
        </pc:inkChg>
        <pc:inkChg chg="del">
          <ac:chgData name="Marcos Maillot" userId="fa14b39d-e966-4ebb-a436-4f96f84b9577" providerId="ADAL" clId="{2D40D906-DE93-44E5-B192-09259B1B360B}" dt="2025-11-25T19:48:12.282" v="9" actId="478"/>
          <ac:inkMkLst>
            <pc:docMk/>
            <pc:sldMk cId="0" sldId="285"/>
            <ac:inkMk id="7" creationId="{0FE5F255-1F1C-DCF8-CAEE-5567C6A5E19B}"/>
          </ac:inkMkLst>
        </pc:inkChg>
        <pc:inkChg chg="del">
          <ac:chgData name="Marcos Maillot" userId="fa14b39d-e966-4ebb-a436-4f96f84b9577" providerId="ADAL" clId="{2D40D906-DE93-44E5-B192-09259B1B360B}" dt="2025-11-25T19:47:33.262" v="6" actId="478"/>
          <ac:inkMkLst>
            <pc:docMk/>
            <pc:sldMk cId="0" sldId="285"/>
            <ac:inkMk id="9" creationId="{7639F04C-BBC4-0C61-72E9-98EB66BE33AA}"/>
          </ac:inkMkLst>
        </pc:inkChg>
      </pc:sldChg>
      <pc:sldChg chg="addSp delSp modSp mod">
        <pc:chgData name="Marcos Maillot" userId="fa14b39d-e966-4ebb-a436-4f96f84b9577" providerId="ADAL" clId="{2D40D906-DE93-44E5-B192-09259B1B360B}" dt="2025-11-26T00:59:33.472" v="217"/>
        <pc:sldMkLst>
          <pc:docMk/>
          <pc:sldMk cId="0" sldId="286"/>
        </pc:sldMkLst>
        <pc:grpChg chg="del mod">
          <ac:chgData name="Marcos Maillot" userId="fa14b39d-e966-4ebb-a436-4f96f84b9577" providerId="ADAL" clId="{2D40D906-DE93-44E5-B192-09259B1B360B}" dt="2025-11-26T00:58:56.878" v="185"/>
          <ac:grpSpMkLst>
            <pc:docMk/>
            <pc:sldMk cId="0" sldId="286"/>
            <ac:grpSpMk id="6" creationId="{96FEF218-0F63-17FF-ACF2-4D6BC44C0EE5}"/>
          </ac:grpSpMkLst>
        </pc:grpChg>
        <pc:grpChg chg="del mod">
          <ac:chgData name="Marcos Maillot" userId="fa14b39d-e966-4ebb-a436-4f96f84b9577" providerId="ADAL" clId="{2D40D906-DE93-44E5-B192-09259B1B360B}" dt="2025-11-26T00:59:02.653" v="193"/>
          <ac:grpSpMkLst>
            <pc:docMk/>
            <pc:sldMk cId="0" sldId="286"/>
            <ac:grpSpMk id="9" creationId="{0DB58671-4A57-BD6B-9220-F92C770CCEE2}"/>
          </ac:grpSpMkLst>
        </pc:grpChg>
        <pc:grpChg chg="del mod">
          <ac:chgData name="Marcos Maillot" userId="fa14b39d-e966-4ebb-a436-4f96f84b9577" providerId="ADAL" clId="{2D40D906-DE93-44E5-B192-09259B1B360B}" dt="2025-11-26T00:59:19.355" v="208"/>
          <ac:grpSpMkLst>
            <pc:docMk/>
            <pc:sldMk cId="0" sldId="286"/>
            <ac:grpSpMk id="17" creationId="{A2648AAC-053D-0EA4-6B11-FF50C157CEDB}"/>
          </ac:grpSpMkLst>
        </pc:grpChg>
        <pc:grpChg chg="del mod">
          <ac:chgData name="Marcos Maillot" userId="fa14b39d-e966-4ebb-a436-4f96f84b9577" providerId="ADAL" clId="{2D40D906-DE93-44E5-B192-09259B1B360B}" dt="2025-11-26T00:59:19.355" v="208"/>
          <ac:grpSpMkLst>
            <pc:docMk/>
            <pc:sldMk cId="0" sldId="286"/>
            <ac:grpSpMk id="26" creationId="{1D0C4B9B-3DDA-C5A7-6752-C204C4D67B4B}"/>
          </ac:grpSpMkLst>
        </pc:grpChg>
        <pc:grpChg chg="del mod">
          <ac:chgData name="Marcos Maillot" userId="fa14b39d-e966-4ebb-a436-4f96f84b9577" providerId="ADAL" clId="{2D40D906-DE93-44E5-B192-09259B1B360B}" dt="2025-11-26T00:59:33.472" v="217"/>
          <ac:grpSpMkLst>
            <pc:docMk/>
            <pc:sldMk cId="0" sldId="286"/>
            <ac:grpSpMk id="32" creationId="{D3E0FBEC-24F5-BEB4-58CC-85C7E8EAEC7E}"/>
          </ac:grpSpMkLst>
        </pc:grpChg>
        <pc:grpChg chg="del mod">
          <ac:chgData name="Marcos Maillot" userId="fa14b39d-e966-4ebb-a436-4f96f84b9577" providerId="ADAL" clId="{2D40D906-DE93-44E5-B192-09259B1B360B}" dt="2025-11-26T00:59:23.338" v="210"/>
          <ac:grpSpMkLst>
            <pc:docMk/>
            <pc:sldMk cId="0" sldId="286"/>
            <ac:grpSpMk id="33" creationId="{CDB5EDC8-3528-C49E-D596-569F649B6C24}"/>
          </ac:grpSpMkLst>
        </pc:grpChg>
        <pc:grpChg chg="del mod">
          <ac:chgData name="Marcos Maillot" userId="fa14b39d-e966-4ebb-a436-4f96f84b9577" providerId="ADAL" clId="{2D40D906-DE93-44E5-B192-09259B1B360B}" dt="2025-11-26T00:59:25.817" v="214"/>
          <ac:grpSpMkLst>
            <pc:docMk/>
            <pc:sldMk cId="0" sldId="286"/>
            <ac:grpSpMk id="35" creationId="{5F9CDD09-F242-F6F1-0214-4FA91E6BE78F}"/>
          </ac:grpSpMkLst>
        </pc:grpChg>
        <pc:grpChg chg="mod">
          <ac:chgData name="Marcos Maillot" userId="fa14b39d-e966-4ebb-a436-4f96f84b9577" providerId="ADAL" clId="{2D40D906-DE93-44E5-B192-09259B1B360B}" dt="2025-11-26T00:59:25.817" v="214"/>
          <ac:grpSpMkLst>
            <pc:docMk/>
            <pc:sldMk cId="0" sldId="286"/>
            <ac:grpSpMk id="39" creationId="{41EF43CE-9E30-E7B2-B341-86A8C9F1D82D}"/>
          </ac:grpSpMkLst>
        </pc:grpChg>
        <pc:grpChg chg="mod">
          <ac:chgData name="Marcos Maillot" userId="fa14b39d-e966-4ebb-a436-4f96f84b9577" providerId="ADAL" clId="{2D40D906-DE93-44E5-B192-09259B1B360B}" dt="2025-11-26T00:59:33.472" v="217"/>
          <ac:grpSpMkLst>
            <pc:docMk/>
            <pc:sldMk cId="0" sldId="286"/>
            <ac:grpSpMk id="42" creationId="{80CABFA6-55FC-3CB0-1C51-A55B466B24FB}"/>
          </ac:grpSpMkLst>
        </pc:grp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2" creationId="{C4D4ECF9-8CB1-7F96-C174-FB7EE536572C}"/>
          </ac:inkMkLst>
        </pc:inkChg>
        <pc:inkChg chg="add mod">
          <ac:chgData name="Marcos Maillot" userId="fa14b39d-e966-4ebb-a436-4f96f84b9577" providerId="ADAL" clId="{2D40D906-DE93-44E5-B192-09259B1B360B}" dt="2025-11-26T00:59:19.355" v="208"/>
          <ac:inkMkLst>
            <pc:docMk/>
            <pc:sldMk cId="0" sldId="286"/>
            <ac:inkMk id="3" creationId="{B7B8DB0E-DCA5-5F0C-EC38-5EC886F83336}"/>
          </ac:inkMkLst>
        </pc:ink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4" creationId="{1F587C21-CC89-159B-06E0-15AEB05EDA26}"/>
          </ac:inkMkLst>
        </pc:ink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5" creationId="{86741D29-E7E2-773A-3980-46014B81B338}"/>
          </ac:inkMkLst>
        </pc:inkChg>
        <pc:inkChg chg="add mod">
          <ac:chgData name="Marcos Maillot" userId="fa14b39d-e966-4ebb-a436-4f96f84b9577" providerId="ADAL" clId="{2D40D906-DE93-44E5-B192-09259B1B360B}" dt="2025-11-26T00:58:56.878" v="185"/>
          <ac:inkMkLst>
            <pc:docMk/>
            <pc:sldMk cId="0" sldId="286"/>
            <ac:inkMk id="7" creationId="{E1855472-5AB9-E7EB-85E9-81430A639475}"/>
          </ac:inkMkLst>
        </pc:inkChg>
        <pc:inkChg chg="add mod">
          <ac:chgData name="Marcos Maillot" userId="fa14b39d-e966-4ebb-a436-4f96f84b9577" providerId="ADAL" clId="{2D40D906-DE93-44E5-B192-09259B1B360B}" dt="2025-11-26T00:58:56.878" v="185"/>
          <ac:inkMkLst>
            <pc:docMk/>
            <pc:sldMk cId="0" sldId="286"/>
            <ac:inkMk id="8" creationId="{A68B4D75-9091-CD69-1BCE-968B40D83391}"/>
          </ac:inkMkLst>
        </pc:inkChg>
        <pc:inkChg chg="add">
          <ac:chgData name="Marcos Maillot" userId="fa14b39d-e966-4ebb-a436-4f96f84b9577" providerId="ADAL" clId="{2D40D906-DE93-44E5-B192-09259B1B360B}" dt="2025-11-26T00:58:57.189" v="186" actId="9405"/>
          <ac:inkMkLst>
            <pc:docMk/>
            <pc:sldMk cId="0" sldId="286"/>
            <ac:inkMk id="10" creationId="{AC0F1001-8A95-B5D8-8064-2F8CF7CC4F65}"/>
          </ac:inkMkLst>
        </pc:ink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11" creationId="{66ED782A-941D-275A-93DC-A4756977A6B3}"/>
          </ac:inkMkLst>
        </pc:inkChg>
        <pc:inkChg chg="add mod">
          <ac:chgData name="Marcos Maillot" userId="fa14b39d-e966-4ebb-a436-4f96f84b9577" providerId="ADAL" clId="{2D40D906-DE93-44E5-B192-09259B1B360B}" dt="2025-11-26T00:59:19.355" v="208"/>
          <ac:inkMkLst>
            <pc:docMk/>
            <pc:sldMk cId="0" sldId="286"/>
            <ac:inkMk id="12" creationId="{B3D6B82E-51BE-264E-5733-F396CBA1A5A7}"/>
          </ac:inkMkLst>
        </pc:ink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13" creationId="{9F3C6BE1-130E-CEC5-3514-083653170391}"/>
          </ac:inkMkLst>
        </pc:ink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14" creationId="{1FC78BA3-9B32-3420-6B34-6945D87C06BB}"/>
          </ac:inkMkLst>
        </pc:inkChg>
        <pc:inkChg chg="add">
          <ac:chgData name="Marcos Maillot" userId="fa14b39d-e966-4ebb-a436-4f96f84b9577" providerId="ADAL" clId="{2D40D906-DE93-44E5-B192-09259B1B360B}" dt="2025-11-26T00:59:00.965" v="191" actId="9405"/>
          <ac:inkMkLst>
            <pc:docMk/>
            <pc:sldMk cId="0" sldId="286"/>
            <ac:inkMk id="15" creationId="{69FD23C7-EC55-92BC-043E-79ED9FEA22A7}"/>
          </ac:inkMkLst>
        </pc:inkChg>
        <pc:inkChg chg="add">
          <ac:chgData name="Marcos Maillot" userId="fa14b39d-e966-4ebb-a436-4f96f84b9577" providerId="ADAL" clId="{2D40D906-DE93-44E5-B192-09259B1B360B}" dt="2025-11-26T00:59:01.949" v="192" actId="9405"/>
          <ac:inkMkLst>
            <pc:docMk/>
            <pc:sldMk cId="0" sldId="286"/>
            <ac:inkMk id="16" creationId="{56C27375-E582-6794-9A9B-21EB3D9B8311}"/>
          </ac:inkMkLst>
        </pc:inkChg>
        <pc:inkChg chg="add mod">
          <ac:chgData name="Marcos Maillot" userId="fa14b39d-e966-4ebb-a436-4f96f84b9577" providerId="ADAL" clId="{2D40D906-DE93-44E5-B192-09259B1B360B}" dt="2025-11-26T00:59:23.338" v="210"/>
          <ac:inkMkLst>
            <pc:docMk/>
            <pc:sldMk cId="0" sldId="286"/>
            <ac:inkMk id="18" creationId="{635B863E-4789-2B07-5A8A-D360E8837DF7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19" creationId="{32109F71-A7F4-2421-F08E-D1FD772F5EB1}"/>
          </ac:inkMkLst>
        </pc:inkChg>
        <pc:inkChg chg="add mod">
          <ac:chgData name="Marcos Maillot" userId="fa14b39d-e966-4ebb-a436-4f96f84b9577" providerId="ADAL" clId="{2D40D906-DE93-44E5-B192-09259B1B360B}" dt="2025-11-26T00:59:19.355" v="208"/>
          <ac:inkMkLst>
            <pc:docMk/>
            <pc:sldMk cId="0" sldId="286"/>
            <ac:inkMk id="20" creationId="{4D016087-32A1-00A0-34D0-4DA6D2E2F72A}"/>
          </ac:inkMkLst>
        </pc:inkChg>
        <pc:inkChg chg="add mod">
          <ac:chgData name="Marcos Maillot" userId="fa14b39d-e966-4ebb-a436-4f96f84b9577" providerId="ADAL" clId="{2D40D906-DE93-44E5-B192-09259B1B360B}" dt="2025-11-26T00:59:23.338" v="210"/>
          <ac:inkMkLst>
            <pc:docMk/>
            <pc:sldMk cId="0" sldId="286"/>
            <ac:inkMk id="21" creationId="{56A1E6E2-15E2-442F-E7F7-3AF474171B4F}"/>
          </ac:inkMkLst>
        </pc:inkChg>
        <pc:inkChg chg="add mod">
          <ac:chgData name="Marcos Maillot" userId="fa14b39d-e966-4ebb-a436-4f96f84b9577" providerId="ADAL" clId="{2D40D906-DE93-44E5-B192-09259B1B360B}" dt="2025-11-26T00:59:14.899" v="202"/>
          <ac:inkMkLst>
            <pc:docMk/>
            <pc:sldMk cId="0" sldId="286"/>
            <ac:inkMk id="22" creationId="{862D596D-6AF0-B6FE-488D-2A336ED3DA8E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23" creationId="{FD3B7B2B-1895-5D18-7B6C-7C14AECEDF9B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24" creationId="{8BB4D3B1-D06E-AF55-7A2D-922E5D506E82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25" creationId="{74C552DF-0165-1400-D313-264F738CB534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27" creationId="{B605795E-F341-A80A-EBB7-E632D558F5EF}"/>
          </ac:inkMkLst>
        </pc:inkChg>
        <pc:inkChg chg="add">
          <ac:chgData name="Marcos Maillot" userId="fa14b39d-e966-4ebb-a436-4f96f84b9577" providerId="ADAL" clId="{2D40D906-DE93-44E5-B192-09259B1B360B}" dt="2025-11-26T00:59:15.446" v="204" actId="9405"/>
          <ac:inkMkLst>
            <pc:docMk/>
            <pc:sldMk cId="0" sldId="286"/>
            <ac:inkMk id="28" creationId="{853BE67F-D970-906B-19D3-9D2FFF0D9F8C}"/>
          </ac:inkMkLst>
        </pc:ink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29" creationId="{C3CA14A9-4499-415A-9818-57F20308EC46}"/>
          </ac:inkMkLst>
        </pc:inkChg>
        <pc:inkChg chg="add">
          <ac:chgData name="Marcos Maillot" userId="fa14b39d-e966-4ebb-a436-4f96f84b9577" providerId="ADAL" clId="{2D40D906-DE93-44E5-B192-09259B1B360B}" dt="2025-11-26T00:59:17.752" v="206" actId="9405"/>
          <ac:inkMkLst>
            <pc:docMk/>
            <pc:sldMk cId="0" sldId="286"/>
            <ac:inkMk id="30" creationId="{327A5B4D-008C-BDB7-03CF-43A947D89351}"/>
          </ac:inkMkLst>
        </pc:inkChg>
        <pc:inkChg chg="add">
          <ac:chgData name="Marcos Maillot" userId="fa14b39d-e966-4ebb-a436-4f96f84b9577" providerId="ADAL" clId="{2D40D906-DE93-44E5-B192-09259B1B360B}" dt="2025-11-26T00:59:18.720" v="207" actId="9405"/>
          <ac:inkMkLst>
            <pc:docMk/>
            <pc:sldMk cId="0" sldId="286"/>
            <ac:inkMk id="31" creationId="{9BA36DDF-8F21-8C04-A601-FF092E9514C4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34" creationId="{0A7FA0F5-426B-E064-A8DE-30BE52423FB5}"/>
          </ac:inkMkLst>
        </pc:inkChg>
        <pc:inkChg chg="add">
          <ac:chgData name="Marcos Maillot" userId="fa14b39d-e966-4ebb-a436-4f96f84b9577" providerId="ADAL" clId="{2D40D906-DE93-44E5-B192-09259B1B360B}" dt="2025-11-26T00:59:23.369" v="211" actId="9405"/>
          <ac:inkMkLst>
            <pc:docMk/>
            <pc:sldMk cId="0" sldId="286"/>
            <ac:inkMk id="36" creationId="{B534A26C-58F6-1C19-6CEA-532A7DE3337D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37" creationId="{78243778-6024-00E6-EC18-5832FE2E22A1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38" creationId="{F22D697C-BFA2-7AD9-EED5-4FBFE2189204}"/>
          </ac:inkMkLst>
        </pc:ink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40" creationId="{D7446FA2-C29B-50E6-398A-C03D5912B1D7}"/>
          </ac:inkMkLst>
        </pc:inkChg>
        <pc:inkChg chg="add">
          <ac:chgData name="Marcos Maillot" userId="fa14b39d-e966-4ebb-a436-4f96f84b9577" providerId="ADAL" clId="{2D40D906-DE93-44E5-B192-09259B1B360B}" dt="2025-11-26T00:59:32.579" v="216" actId="9405"/>
          <ac:inkMkLst>
            <pc:docMk/>
            <pc:sldMk cId="0" sldId="286"/>
            <ac:inkMk id="41" creationId="{03EBD833-9C2F-C80C-B79B-3BAA58884440}"/>
          </ac:inkMkLst>
        </pc:inkChg>
      </pc:sldChg>
      <pc:sldChg chg="addSp delSp modSp mod">
        <pc:chgData name="Marcos Maillot" userId="fa14b39d-e966-4ebb-a436-4f96f84b9577" providerId="ADAL" clId="{2D40D906-DE93-44E5-B192-09259B1B360B}" dt="2025-11-26T00:58:33.146" v="177"/>
        <pc:sldMkLst>
          <pc:docMk/>
          <pc:sldMk cId="2515468531" sldId="290"/>
        </pc:sldMkLst>
        <pc:grpChg chg="mod">
          <ac:chgData name="Marcos Maillot" userId="fa14b39d-e966-4ebb-a436-4f96f84b9577" providerId="ADAL" clId="{2D40D906-DE93-44E5-B192-09259B1B360B}" dt="2025-11-26T00:58:33.146" v="177"/>
          <ac:grpSpMkLst>
            <pc:docMk/>
            <pc:sldMk cId="2515468531" sldId="290"/>
            <ac:grpSpMk id="14" creationId="{AF7F9655-0842-68BA-280E-0BDB7C8A3A74}"/>
          </ac:grpSpMkLst>
        </pc:grpChg>
        <pc:inkChg chg="add">
          <ac:chgData name="Marcos Maillot" userId="fa14b39d-e966-4ebb-a436-4f96f84b9577" providerId="ADAL" clId="{2D40D906-DE93-44E5-B192-09259B1B360B}" dt="2025-11-26T00:28:07.556" v="155" actId="9405"/>
          <ac:inkMkLst>
            <pc:docMk/>
            <pc:sldMk cId="2515468531" sldId="290"/>
            <ac:inkMk id="3" creationId="{5265AF4B-2294-BB38-F6AC-EC3B8891FDB2}"/>
          </ac:inkMkLst>
        </pc:inkChg>
        <pc:inkChg chg="add">
          <ac:chgData name="Marcos Maillot" userId="fa14b39d-e966-4ebb-a436-4f96f84b9577" providerId="ADAL" clId="{2D40D906-DE93-44E5-B192-09259B1B360B}" dt="2025-11-26T00:28:16.068" v="156" actId="9405"/>
          <ac:inkMkLst>
            <pc:docMk/>
            <pc:sldMk cId="2515468531" sldId="290"/>
            <ac:inkMk id="4" creationId="{67B58939-3294-BD56-C1F1-32C0C1CE4A69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5" creationId="{748F5668-5A3B-DF0E-6950-A6F84C493D07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6" creationId="{696478D7-3A6F-8913-A3F7-A32E73FCA0A9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7" creationId="{EE72F000-EB39-A131-D8F5-5D4DA69E9D3A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8" creationId="{C47C07A3-0540-80B9-461E-26384F6D0328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9" creationId="{7EC5E78A-F82B-DCCD-9ABB-B0E9C4D8B6A3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10" creationId="{9A10811A-8FAD-BE6D-2FD7-6D4594DCE3FD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11" creationId="{BD9FE9D8-7F6A-9A12-03CF-FF463AF3A7A7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12" creationId="{F89F23C6-223F-1266-BF3F-2552A2A095CF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13" creationId="{6D151D73-78F2-07FE-456E-081A5C87771D}"/>
          </ac:inkMkLst>
        </pc:inkChg>
        <pc:inkChg chg="del">
          <ac:chgData name="Marcos Maillot" userId="fa14b39d-e966-4ebb-a436-4f96f84b9577" providerId="ADAL" clId="{2D40D906-DE93-44E5-B192-09259B1B360B}" dt="2025-11-25T19:47:21.935" v="5" actId="478"/>
          <ac:inkMkLst>
            <pc:docMk/>
            <pc:sldMk cId="2515468531" sldId="290"/>
            <ac:inkMk id="32" creationId="{F86F9C7D-34C0-E6B9-FB77-A57B4D28DF75}"/>
          </ac:inkMkLst>
        </pc:inkChg>
        <pc:inkChg chg="del">
          <ac:chgData name="Marcos Maillot" userId="fa14b39d-e966-4ebb-a436-4f96f84b9577" providerId="ADAL" clId="{2D40D906-DE93-44E5-B192-09259B1B360B}" dt="2025-11-25T19:47:19.194" v="2" actId="478"/>
          <ac:inkMkLst>
            <pc:docMk/>
            <pc:sldMk cId="2515468531" sldId="290"/>
            <ac:inkMk id="34" creationId="{EF8CA6B9-CA97-16BB-CCB1-E341210A51A2}"/>
          </ac:inkMkLst>
        </pc:inkChg>
        <pc:inkChg chg="del">
          <ac:chgData name="Marcos Maillot" userId="fa14b39d-e966-4ebb-a436-4f96f84b9577" providerId="ADAL" clId="{2D40D906-DE93-44E5-B192-09259B1B360B}" dt="2025-11-25T19:47:21.146" v="4" actId="478"/>
          <ac:inkMkLst>
            <pc:docMk/>
            <pc:sldMk cId="2515468531" sldId="290"/>
            <ac:inkMk id="38" creationId="{57A2C929-7F91-F2E4-96CF-772160773EEC}"/>
          </ac:inkMkLst>
        </pc:inkChg>
        <pc:inkChg chg="del">
          <ac:chgData name="Marcos Maillot" userId="fa14b39d-e966-4ebb-a436-4f96f84b9577" providerId="ADAL" clId="{2D40D906-DE93-44E5-B192-09259B1B360B}" dt="2025-11-25T19:47:17.969" v="1" actId="478"/>
          <ac:inkMkLst>
            <pc:docMk/>
            <pc:sldMk cId="2515468531" sldId="290"/>
            <ac:inkMk id="44" creationId="{A751ABB3-DE01-390D-D9FC-2A9143389971}"/>
          </ac:inkMkLst>
        </pc:inkChg>
        <pc:inkChg chg="del">
          <ac:chgData name="Marcos Maillot" userId="fa14b39d-e966-4ebb-a436-4f96f84b9577" providerId="ADAL" clId="{2D40D906-DE93-44E5-B192-09259B1B360B}" dt="2025-11-25T19:47:19.976" v="3" actId="478"/>
          <ac:inkMkLst>
            <pc:docMk/>
            <pc:sldMk cId="2515468531" sldId="290"/>
            <ac:inkMk id="47" creationId="{4F3AE93E-2A00-420A-A624-473C689FB60B}"/>
          </ac:inkMkLst>
        </pc:inkChg>
      </pc:sldChg>
      <pc:sldChg chg="del">
        <pc:chgData name="Marcos Maillot" userId="fa14b39d-e966-4ebb-a436-4f96f84b9577" providerId="ADAL" clId="{2D40D906-DE93-44E5-B192-09259B1B360B}" dt="2025-11-25T19:46:55.054" v="0" actId="47"/>
        <pc:sldMkLst>
          <pc:docMk/>
          <pc:sldMk cId="3552047750" sldId="297"/>
        </pc:sldMkLst>
      </pc:sldChg>
      <pc:sldChg chg="addSp delSp modSp new mod">
        <pc:chgData name="Marcos Maillot" userId="fa14b39d-e966-4ebb-a436-4f96f84b9577" providerId="ADAL" clId="{2D40D906-DE93-44E5-B192-09259B1B360B}" dt="2025-11-26T00:28:35.766" v="167"/>
        <pc:sldMkLst>
          <pc:docMk/>
          <pc:sldMk cId="4029029847" sldId="297"/>
        </pc:sldMkLst>
        <pc:grpChg chg="del mod">
          <ac:chgData name="Marcos Maillot" userId="fa14b39d-e966-4ebb-a436-4f96f84b9577" providerId="ADAL" clId="{2D40D906-DE93-44E5-B192-09259B1B360B}" dt="2025-11-26T00:25:11.149" v="86"/>
          <ac:grpSpMkLst>
            <pc:docMk/>
            <pc:sldMk cId="4029029847" sldId="297"/>
            <ac:grpSpMk id="20" creationId="{01BB4B54-CC8F-9234-35DE-0E4AD80C058A}"/>
          </ac:grpSpMkLst>
        </pc:grpChg>
        <pc:grpChg chg="del mod">
          <ac:chgData name="Marcos Maillot" userId="fa14b39d-e966-4ebb-a436-4f96f84b9577" providerId="ADAL" clId="{2D40D906-DE93-44E5-B192-09259B1B360B}" dt="2025-11-26T00:28:26.203" v="159"/>
          <ac:grpSpMkLst>
            <pc:docMk/>
            <pc:sldMk cId="4029029847" sldId="297"/>
            <ac:grpSpMk id="23" creationId="{AD0B405D-0849-E6D5-A0A7-10A710FF20F0}"/>
          </ac:grpSpMkLst>
        </pc:grpChg>
        <pc:grpChg chg="del mod">
          <ac:chgData name="Marcos Maillot" userId="fa14b39d-e966-4ebb-a436-4f96f84b9577" providerId="ADAL" clId="{2D40D906-DE93-44E5-B192-09259B1B360B}" dt="2025-11-26T00:28:32.254" v="163"/>
          <ac:grpSpMkLst>
            <pc:docMk/>
            <pc:sldMk cId="4029029847" sldId="297"/>
            <ac:grpSpMk id="30" creationId="{4251BA1E-B9AC-B2CB-2682-288A0F6879AB}"/>
          </ac:grpSpMkLst>
        </pc:grpChg>
        <pc:grpChg chg="del mod">
          <ac:chgData name="Marcos Maillot" userId="fa14b39d-e966-4ebb-a436-4f96f84b9577" providerId="ADAL" clId="{2D40D906-DE93-44E5-B192-09259B1B360B}" dt="2025-11-26T00:25:22.931" v="100"/>
          <ac:grpSpMkLst>
            <pc:docMk/>
            <pc:sldMk cId="4029029847" sldId="297"/>
            <ac:grpSpMk id="31" creationId="{03AA7BEA-8C20-8A66-1405-8184C7C975E1}"/>
          </ac:grpSpMkLst>
        </pc:grpChg>
        <pc:grpChg chg="del mod">
          <ac:chgData name="Marcos Maillot" userId="fa14b39d-e966-4ebb-a436-4f96f84b9577" providerId="ADAL" clId="{2D40D906-DE93-44E5-B192-09259B1B360B}" dt="2025-11-26T00:25:53.788" v="148"/>
          <ac:grpSpMkLst>
            <pc:docMk/>
            <pc:sldMk cId="4029029847" sldId="297"/>
            <ac:grpSpMk id="38" creationId="{551EC61B-FDC8-1ECE-39CF-7CD45210DC1B}"/>
          </ac:grpSpMkLst>
        </pc:grpChg>
        <pc:grpChg chg="del mod">
          <ac:chgData name="Marcos Maillot" userId="fa14b39d-e966-4ebb-a436-4f96f84b9577" providerId="ADAL" clId="{2D40D906-DE93-44E5-B192-09259B1B360B}" dt="2025-11-26T00:28:32.254" v="163"/>
          <ac:grpSpMkLst>
            <pc:docMk/>
            <pc:sldMk cId="4029029847" sldId="297"/>
            <ac:grpSpMk id="39" creationId="{69C583B8-34F6-2706-39CF-5EE034B00779}"/>
          </ac:grpSpMkLst>
        </pc:grpChg>
        <pc:grpChg chg="del mod">
          <ac:chgData name="Marcos Maillot" userId="fa14b39d-e966-4ebb-a436-4f96f84b9577" providerId="ADAL" clId="{2D40D906-DE93-44E5-B192-09259B1B360B}" dt="2025-11-26T00:25:58.792" v="153"/>
          <ac:grpSpMkLst>
            <pc:docMk/>
            <pc:sldMk cId="4029029847" sldId="297"/>
            <ac:grpSpMk id="56" creationId="{4FD55558-601E-F85E-469E-8226241B4CAD}"/>
          </ac:grpSpMkLst>
        </pc:grpChg>
        <pc:grpChg chg="mod">
          <ac:chgData name="Marcos Maillot" userId="fa14b39d-e966-4ebb-a436-4f96f84b9577" providerId="ADAL" clId="{2D40D906-DE93-44E5-B192-09259B1B360B}" dt="2025-11-26T00:25:31.805" v="117"/>
          <ac:grpSpMkLst>
            <pc:docMk/>
            <pc:sldMk cId="4029029847" sldId="297"/>
            <ac:grpSpMk id="57" creationId="{B21759D2-F1C8-39B9-F47F-B3C578953FB4}"/>
          </ac:grpSpMkLst>
        </pc:grpChg>
        <pc:grpChg chg="del mod">
          <ac:chgData name="Marcos Maillot" userId="fa14b39d-e966-4ebb-a436-4f96f84b9577" providerId="ADAL" clId="{2D40D906-DE93-44E5-B192-09259B1B360B}" dt="2025-11-26T00:25:58.792" v="153"/>
          <ac:grpSpMkLst>
            <pc:docMk/>
            <pc:sldMk cId="4029029847" sldId="297"/>
            <ac:grpSpMk id="58" creationId="{A6DF8229-09C3-6E5F-0FEA-F917D9B45B83}"/>
          </ac:grpSpMkLst>
        </pc:grpChg>
        <pc:grpChg chg="mod">
          <ac:chgData name="Marcos Maillot" userId="fa14b39d-e966-4ebb-a436-4f96f84b9577" providerId="ADAL" clId="{2D40D906-DE93-44E5-B192-09259B1B360B}" dt="2025-11-26T00:25:31.805" v="117"/>
          <ac:grpSpMkLst>
            <pc:docMk/>
            <pc:sldMk cId="4029029847" sldId="297"/>
            <ac:grpSpMk id="59" creationId="{EF295D2B-9153-8C81-C561-48032087E1B3}"/>
          </ac:grpSpMkLst>
        </pc:grpChg>
        <pc:grpChg chg="del mod">
          <ac:chgData name="Marcos Maillot" userId="fa14b39d-e966-4ebb-a436-4f96f84b9577" providerId="ADAL" clId="{2D40D906-DE93-44E5-B192-09259B1B360B}" dt="2025-11-26T00:25:36.931" v="123"/>
          <ac:grpSpMkLst>
            <pc:docMk/>
            <pc:sldMk cId="4029029847" sldId="297"/>
            <ac:grpSpMk id="65" creationId="{96BC15D0-2F88-F650-2FBF-2BF7CC24179C}"/>
          </ac:grpSpMkLst>
        </pc:grpChg>
        <pc:grpChg chg="del mod">
          <ac:chgData name="Marcos Maillot" userId="fa14b39d-e966-4ebb-a436-4f96f84b9577" providerId="ADAL" clId="{2D40D906-DE93-44E5-B192-09259B1B360B}" dt="2025-11-26T00:25:58.792" v="153"/>
          <ac:grpSpMkLst>
            <pc:docMk/>
            <pc:sldMk cId="4029029847" sldId="297"/>
            <ac:grpSpMk id="66" creationId="{AF84B259-5134-4258-57C9-EC4E1DC34A70}"/>
          </ac:grpSpMkLst>
        </pc:grpChg>
        <pc:grpChg chg="mod">
          <ac:chgData name="Marcos Maillot" userId="fa14b39d-e966-4ebb-a436-4f96f84b9577" providerId="ADAL" clId="{2D40D906-DE93-44E5-B192-09259B1B360B}" dt="2025-11-26T00:25:46.786" v="133"/>
          <ac:grpSpMkLst>
            <pc:docMk/>
            <pc:sldMk cId="4029029847" sldId="297"/>
            <ac:grpSpMk id="76" creationId="{42D71233-D107-9573-91D0-A7816619D034}"/>
          </ac:grpSpMkLst>
        </pc:grpChg>
        <pc:grpChg chg="mod">
          <ac:chgData name="Marcos Maillot" userId="fa14b39d-e966-4ebb-a436-4f96f84b9577" providerId="ADAL" clId="{2D40D906-DE93-44E5-B192-09259B1B360B}" dt="2025-11-26T00:25:52.369" v="146"/>
          <ac:grpSpMkLst>
            <pc:docMk/>
            <pc:sldMk cId="4029029847" sldId="297"/>
            <ac:grpSpMk id="89" creationId="{1E055F2D-01B3-1897-5AD0-EAF1A614C930}"/>
          </ac:grpSpMkLst>
        </pc:grpChg>
        <pc:grpChg chg="del mod">
          <ac:chgData name="Marcos Maillot" userId="fa14b39d-e966-4ebb-a436-4f96f84b9577" providerId="ADAL" clId="{2D40D906-DE93-44E5-B192-09259B1B360B}" dt="2025-11-26T00:28:32.254" v="163"/>
          <ac:grpSpMkLst>
            <pc:docMk/>
            <pc:sldMk cId="4029029847" sldId="297"/>
            <ac:grpSpMk id="91" creationId="{84959EA6-E62D-5489-DA52-463F34F57FFD}"/>
          </ac:grpSpMkLst>
        </pc:grpChg>
        <pc:grpChg chg="mod">
          <ac:chgData name="Marcos Maillot" userId="fa14b39d-e966-4ebb-a436-4f96f84b9577" providerId="ADAL" clId="{2D40D906-DE93-44E5-B192-09259B1B360B}" dt="2025-11-26T00:25:58.792" v="153"/>
          <ac:grpSpMkLst>
            <pc:docMk/>
            <pc:sldMk cId="4029029847" sldId="297"/>
            <ac:grpSpMk id="96" creationId="{22438974-89D3-B466-A051-49838A59FBE1}"/>
          </ac:grpSpMkLst>
        </pc:grpChg>
        <pc:grpChg chg="mod">
          <ac:chgData name="Marcos Maillot" userId="fa14b39d-e966-4ebb-a436-4f96f84b9577" providerId="ADAL" clId="{2D40D906-DE93-44E5-B192-09259B1B360B}" dt="2025-11-26T00:25:58.792" v="153"/>
          <ac:grpSpMkLst>
            <pc:docMk/>
            <pc:sldMk cId="4029029847" sldId="297"/>
            <ac:grpSpMk id="97" creationId="{87842CA8-409B-32E6-92A0-6F5ACF0FB258}"/>
          </ac:grpSpMkLst>
        </pc:grpChg>
        <pc:grpChg chg="mod">
          <ac:chgData name="Marcos Maillot" userId="fa14b39d-e966-4ebb-a436-4f96f84b9577" providerId="ADAL" clId="{2D40D906-DE93-44E5-B192-09259B1B360B}" dt="2025-11-26T00:25:58.792" v="153"/>
          <ac:grpSpMkLst>
            <pc:docMk/>
            <pc:sldMk cId="4029029847" sldId="297"/>
            <ac:grpSpMk id="98" creationId="{E11F857D-C3F6-96DA-0427-6275F0DC32D3}"/>
          </ac:grpSpMkLst>
        </pc:grpChg>
        <pc:grpChg chg="del mod">
          <ac:chgData name="Marcos Maillot" userId="fa14b39d-e966-4ebb-a436-4f96f84b9577" providerId="ADAL" clId="{2D40D906-DE93-44E5-B192-09259B1B360B}" dt="2025-11-26T00:28:29.351" v="161"/>
          <ac:grpSpMkLst>
            <pc:docMk/>
            <pc:sldMk cId="4029029847" sldId="297"/>
            <ac:grpSpMk id="102" creationId="{7F08B012-BB9A-95B9-296B-ECA9FFAECC8B}"/>
          </ac:grpSpMkLst>
        </pc:grpChg>
        <pc:grpChg chg="del mod">
          <ac:chgData name="Marcos Maillot" userId="fa14b39d-e966-4ebb-a436-4f96f84b9577" providerId="ADAL" clId="{2D40D906-DE93-44E5-B192-09259B1B360B}" dt="2025-11-26T00:28:35.766" v="167"/>
          <ac:grpSpMkLst>
            <pc:docMk/>
            <pc:sldMk cId="4029029847" sldId="297"/>
            <ac:grpSpMk id="104" creationId="{50DE2C40-D96B-B79C-F94C-2F57D594D514}"/>
          </ac:grpSpMkLst>
        </pc:grpChg>
        <pc:grpChg chg="del mod">
          <ac:chgData name="Marcos Maillot" userId="fa14b39d-e966-4ebb-a436-4f96f84b9577" providerId="ADAL" clId="{2D40D906-DE93-44E5-B192-09259B1B360B}" dt="2025-11-26T00:28:35.766" v="167"/>
          <ac:grpSpMkLst>
            <pc:docMk/>
            <pc:sldMk cId="4029029847" sldId="297"/>
            <ac:grpSpMk id="106" creationId="{F32C7C84-2529-3F84-3124-62F65E5B9BED}"/>
          </ac:grpSpMkLst>
        </pc:grpChg>
        <pc:grpChg chg="mod">
          <ac:chgData name="Marcos Maillot" userId="fa14b39d-e966-4ebb-a436-4f96f84b9577" providerId="ADAL" clId="{2D40D906-DE93-44E5-B192-09259B1B360B}" dt="2025-11-26T00:28:35.766" v="167"/>
          <ac:grpSpMkLst>
            <pc:docMk/>
            <pc:sldMk cId="4029029847" sldId="297"/>
            <ac:grpSpMk id="110" creationId="{1A0D10F6-B6D4-C75D-273F-334F00ECEF79}"/>
          </ac:grpSpMkLst>
        </pc:grpChg>
        <pc:grpChg chg="mod">
          <ac:chgData name="Marcos Maillot" userId="fa14b39d-e966-4ebb-a436-4f96f84b9577" providerId="ADAL" clId="{2D40D906-DE93-44E5-B192-09259B1B360B}" dt="2025-11-26T00:28:35.766" v="167"/>
          <ac:grpSpMkLst>
            <pc:docMk/>
            <pc:sldMk cId="4029029847" sldId="297"/>
            <ac:grpSpMk id="111" creationId="{BB20B92A-9E5C-116F-A6B4-4858B566C115}"/>
          </ac:grpSpMkLst>
        </pc:grpChg>
        <pc:inkChg chg="add mod">
          <ac:chgData name="Marcos Maillot" userId="fa14b39d-e966-4ebb-a436-4f96f84b9577" providerId="ADAL" clId="{2D40D906-DE93-44E5-B192-09259B1B360B}" dt="2025-11-26T00:28:29.351" v="161"/>
          <ac:inkMkLst>
            <pc:docMk/>
            <pc:sldMk cId="4029029847" sldId="297"/>
            <ac:inkMk id="3" creationId="{83E1342F-CBC3-769C-E73E-5CBA4188168D}"/>
          </ac:inkMkLst>
        </pc:inkChg>
        <pc:inkChg chg="add mod">
          <ac:chgData name="Marcos Maillot" userId="fa14b39d-e966-4ebb-a436-4f96f84b9577" providerId="ADAL" clId="{2D40D906-DE93-44E5-B192-09259B1B360B}" dt="2025-11-26T00:28:29.351" v="161"/>
          <ac:inkMkLst>
            <pc:docMk/>
            <pc:sldMk cId="4029029847" sldId="297"/>
            <ac:inkMk id="4" creationId="{DAFA7DD7-0909-AD49-4244-908F07C7FC08}"/>
          </ac:inkMkLst>
        </pc:inkChg>
        <pc:inkChg chg="add">
          <ac:chgData name="Marcos Maillot" userId="fa14b39d-e966-4ebb-a436-4f96f84b9577" providerId="ADAL" clId="{2D40D906-DE93-44E5-B192-09259B1B360B}" dt="2025-11-26T00:25:04.673" v="68" actId="9405"/>
          <ac:inkMkLst>
            <pc:docMk/>
            <pc:sldMk cId="4029029847" sldId="297"/>
            <ac:inkMk id="5" creationId="{3E564D4E-1BD1-8D15-2BF7-24C7348F48D3}"/>
          </ac:inkMkLst>
        </pc:inkChg>
        <pc:inkChg chg="add">
          <ac:chgData name="Marcos Maillot" userId="fa14b39d-e966-4ebb-a436-4f96f84b9577" providerId="ADAL" clId="{2D40D906-DE93-44E5-B192-09259B1B360B}" dt="2025-11-26T00:25:05.067" v="69" actId="9405"/>
          <ac:inkMkLst>
            <pc:docMk/>
            <pc:sldMk cId="4029029847" sldId="297"/>
            <ac:inkMk id="6" creationId="{90F0C947-602F-EE14-BB03-F631146E2AD0}"/>
          </ac:inkMkLst>
        </pc:inkChg>
        <pc:inkChg chg="add">
          <ac:chgData name="Marcos Maillot" userId="fa14b39d-e966-4ebb-a436-4f96f84b9577" providerId="ADAL" clId="{2D40D906-DE93-44E5-B192-09259B1B360B}" dt="2025-11-26T00:25:05.318" v="70" actId="9405"/>
          <ac:inkMkLst>
            <pc:docMk/>
            <pc:sldMk cId="4029029847" sldId="297"/>
            <ac:inkMk id="7" creationId="{7D76E328-4C61-0EB6-D169-CBCC557F9A0E}"/>
          </ac:inkMkLst>
        </pc:inkChg>
        <pc:inkChg chg="add mod">
          <ac:chgData name="Marcos Maillot" userId="fa14b39d-e966-4ebb-a436-4f96f84b9577" providerId="ADAL" clId="{2D40D906-DE93-44E5-B192-09259B1B360B}" dt="2025-11-26T00:28:29.351" v="161"/>
          <ac:inkMkLst>
            <pc:docMk/>
            <pc:sldMk cId="4029029847" sldId="297"/>
            <ac:inkMk id="8" creationId="{CD6CD978-A1BB-C8A5-338C-24DBFAC68B7C}"/>
          </ac:inkMkLst>
        </pc:inkChg>
        <pc:inkChg chg="add">
          <ac:chgData name="Marcos Maillot" userId="fa14b39d-e966-4ebb-a436-4f96f84b9577" providerId="ADAL" clId="{2D40D906-DE93-44E5-B192-09259B1B360B}" dt="2025-11-26T00:25:05.930" v="72" actId="9405"/>
          <ac:inkMkLst>
            <pc:docMk/>
            <pc:sldMk cId="4029029847" sldId="297"/>
            <ac:inkMk id="9" creationId="{3117C3C3-74A6-C99D-0F5D-6989A6E1A304}"/>
          </ac:inkMkLst>
        </pc:inkChg>
        <pc:inkChg chg="add mod">
          <ac:chgData name="Marcos Maillot" userId="fa14b39d-e966-4ebb-a436-4f96f84b9577" providerId="ADAL" clId="{2D40D906-DE93-44E5-B192-09259B1B360B}" dt="2025-11-26T00:28:35.766" v="167"/>
          <ac:inkMkLst>
            <pc:docMk/>
            <pc:sldMk cId="4029029847" sldId="297"/>
            <ac:inkMk id="10" creationId="{C3D87083-8A74-D451-7AA0-3C50864B343D}"/>
          </ac:inkMkLst>
        </pc:inkChg>
        <pc:inkChg chg="add">
          <ac:chgData name="Marcos Maillot" userId="fa14b39d-e966-4ebb-a436-4f96f84b9577" providerId="ADAL" clId="{2D40D906-DE93-44E5-B192-09259B1B360B}" dt="2025-11-26T00:25:06.385" v="74" actId="9405"/>
          <ac:inkMkLst>
            <pc:docMk/>
            <pc:sldMk cId="4029029847" sldId="297"/>
            <ac:inkMk id="11" creationId="{41430A4A-C15D-0CDA-41BA-6D8AB91948ED}"/>
          </ac:inkMkLst>
        </pc:inkChg>
        <pc:inkChg chg="add mod">
          <ac:chgData name="Marcos Maillot" userId="fa14b39d-e966-4ebb-a436-4f96f84b9577" providerId="ADAL" clId="{2D40D906-DE93-44E5-B192-09259B1B360B}" dt="2025-11-26T00:28:26.203" v="159"/>
          <ac:inkMkLst>
            <pc:docMk/>
            <pc:sldMk cId="4029029847" sldId="297"/>
            <ac:inkMk id="12" creationId="{E0F3122D-E686-F619-D20A-34429F4701ED}"/>
          </ac:inkMkLst>
        </pc:inkChg>
        <pc:inkChg chg="add mod">
          <ac:chgData name="Marcos Maillot" userId="fa14b39d-e966-4ebb-a436-4f96f84b9577" providerId="ADAL" clId="{2D40D906-DE93-44E5-B192-09259B1B360B}" dt="2025-11-26T00:28:35.766" v="167"/>
          <ac:inkMkLst>
            <pc:docMk/>
            <pc:sldMk cId="4029029847" sldId="297"/>
            <ac:inkMk id="13" creationId="{9F3D0BD5-2726-F3D0-16F3-F43AFF2E0AC7}"/>
          </ac:inkMkLst>
        </pc:inkChg>
        <pc:inkChg chg="add mod">
          <ac:chgData name="Marcos Maillot" userId="fa14b39d-e966-4ebb-a436-4f96f84b9577" providerId="ADAL" clId="{2D40D906-DE93-44E5-B192-09259B1B360B}" dt="2025-11-26T00:28:29.351" v="161"/>
          <ac:inkMkLst>
            <pc:docMk/>
            <pc:sldMk cId="4029029847" sldId="297"/>
            <ac:inkMk id="14" creationId="{4B3970F2-D633-54D2-2178-BC560052ADD0}"/>
          </ac:inkMkLst>
        </pc:inkChg>
        <pc:inkChg chg="add mod">
          <ac:chgData name="Marcos Maillot" userId="fa14b39d-e966-4ebb-a436-4f96f84b9577" providerId="ADAL" clId="{2D40D906-DE93-44E5-B192-09259B1B360B}" dt="2025-11-26T00:28:29.351" v="161"/>
          <ac:inkMkLst>
            <pc:docMk/>
            <pc:sldMk cId="4029029847" sldId="297"/>
            <ac:inkMk id="15" creationId="{3CD3F838-EECC-CE4C-E379-A50CE0A0C500}"/>
          </ac:inkMkLst>
        </pc:inkChg>
        <pc:inkChg chg="add">
          <ac:chgData name="Marcos Maillot" userId="fa14b39d-e966-4ebb-a436-4f96f84b9577" providerId="ADAL" clId="{2D40D906-DE93-44E5-B192-09259B1B360B}" dt="2025-11-26T00:25:07.819" v="79" actId="9405"/>
          <ac:inkMkLst>
            <pc:docMk/>
            <pc:sldMk cId="4029029847" sldId="297"/>
            <ac:inkMk id="16" creationId="{464CFDA7-33B5-5F79-7C92-C204415CBA94}"/>
          </ac:inkMkLst>
        </pc:inkChg>
        <pc:inkChg chg="add mod">
          <ac:chgData name="Marcos Maillot" userId="fa14b39d-e966-4ebb-a436-4f96f84b9577" providerId="ADAL" clId="{2D40D906-DE93-44E5-B192-09259B1B360B}" dt="2025-11-26T00:28:29.351" v="161"/>
          <ac:inkMkLst>
            <pc:docMk/>
            <pc:sldMk cId="4029029847" sldId="297"/>
            <ac:inkMk id="17" creationId="{E2AC7080-79BB-233B-05D0-61C255969D4E}"/>
          </ac:inkMkLst>
        </pc:inkChg>
        <pc:inkChg chg="add">
          <ac:chgData name="Marcos Maillot" userId="fa14b39d-e966-4ebb-a436-4f96f84b9577" providerId="ADAL" clId="{2D40D906-DE93-44E5-B192-09259B1B360B}" dt="2025-11-26T00:25:08.262" v="81" actId="9405"/>
          <ac:inkMkLst>
            <pc:docMk/>
            <pc:sldMk cId="4029029847" sldId="297"/>
            <ac:inkMk id="18" creationId="{4C907A66-EF7D-E74C-87DC-5A8F99A25ACE}"/>
          </ac:inkMkLst>
        </pc:inkChg>
        <pc:inkChg chg="add mod">
          <ac:chgData name="Marcos Maillot" userId="fa14b39d-e966-4ebb-a436-4f96f84b9577" providerId="ADAL" clId="{2D40D906-DE93-44E5-B192-09259B1B360B}" dt="2025-11-26T00:25:09.239" v="83"/>
          <ac:inkMkLst>
            <pc:docMk/>
            <pc:sldMk cId="4029029847" sldId="297"/>
            <ac:inkMk id="19" creationId="{4CE01419-A607-CB86-E658-8DCB2778F629}"/>
          </ac:inkMkLst>
        </pc:inkChg>
        <pc:inkChg chg="add">
          <ac:chgData name="Marcos Maillot" userId="fa14b39d-e966-4ebb-a436-4f96f84b9577" providerId="ADAL" clId="{2D40D906-DE93-44E5-B192-09259B1B360B}" dt="2025-11-26T00:25:10.036" v="84" actId="9405"/>
          <ac:inkMkLst>
            <pc:docMk/>
            <pc:sldMk cId="4029029847" sldId="297"/>
            <ac:inkMk id="21" creationId="{DF7F2824-55B0-7D68-F89F-21FDBA20F4BC}"/>
          </ac:inkMkLst>
        </pc:inkChg>
        <pc:inkChg chg="add mod">
          <ac:chgData name="Marcos Maillot" userId="fa14b39d-e966-4ebb-a436-4f96f84b9577" providerId="ADAL" clId="{2D40D906-DE93-44E5-B192-09259B1B360B}" dt="2025-11-26T00:28:35.766" v="167"/>
          <ac:inkMkLst>
            <pc:docMk/>
            <pc:sldMk cId="4029029847" sldId="297"/>
            <ac:inkMk id="22" creationId="{F7C53D33-3BFA-4762-188D-B6D18C7FF277}"/>
          </ac:inkMkLst>
        </pc:inkChg>
        <pc:inkChg chg="add mod">
          <ac:chgData name="Marcos Maillot" userId="fa14b39d-e966-4ebb-a436-4f96f84b9577" providerId="ADAL" clId="{2D40D906-DE93-44E5-B192-09259B1B360B}" dt="2025-11-26T00:25:22.931" v="100"/>
          <ac:inkMkLst>
            <pc:docMk/>
            <pc:sldMk cId="4029029847" sldId="297"/>
            <ac:inkMk id="24" creationId="{FB182551-99FA-89F3-4C40-1870CA8944B0}"/>
          </ac:inkMkLst>
        </pc:inkChg>
        <pc:inkChg chg="add mod">
          <ac:chgData name="Marcos Maillot" userId="fa14b39d-e966-4ebb-a436-4f96f84b9577" providerId="ADAL" clId="{2D40D906-DE93-44E5-B192-09259B1B360B}" dt="2025-11-26T00:25:22.931" v="100"/>
          <ac:inkMkLst>
            <pc:docMk/>
            <pc:sldMk cId="4029029847" sldId="297"/>
            <ac:inkMk id="25" creationId="{02320052-02DF-88E0-BA86-5A9522B83CEA}"/>
          </ac:inkMkLst>
        </pc:inkChg>
        <pc:inkChg chg="add mod">
          <ac:chgData name="Marcos Maillot" userId="fa14b39d-e966-4ebb-a436-4f96f84b9577" providerId="ADAL" clId="{2D40D906-DE93-44E5-B192-09259B1B360B}" dt="2025-11-26T00:25:14.736" v="93"/>
          <ac:inkMkLst>
            <pc:docMk/>
            <pc:sldMk cId="4029029847" sldId="297"/>
            <ac:inkMk id="26" creationId="{281670FA-5523-C0D9-A808-57AAE7CFB59C}"/>
          </ac:inkMkLst>
        </pc:inkChg>
        <pc:inkChg chg="add mod">
          <ac:chgData name="Marcos Maillot" userId="fa14b39d-e966-4ebb-a436-4f96f84b9577" providerId="ADAL" clId="{2D40D906-DE93-44E5-B192-09259B1B360B}" dt="2025-11-26T00:25:14.736" v="93"/>
          <ac:inkMkLst>
            <pc:docMk/>
            <pc:sldMk cId="4029029847" sldId="297"/>
            <ac:inkMk id="27" creationId="{E745D484-52FF-2778-C732-5BAD43704E9A}"/>
          </ac:inkMkLst>
        </pc:inkChg>
        <pc:inkChg chg="add mod">
          <ac:chgData name="Marcos Maillot" userId="fa14b39d-e966-4ebb-a436-4f96f84b9577" providerId="ADAL" clId="{2D40D906-DE93-44E5-B192-09259B1B360B}" dt="2025-11-26T00:28:32.254" v="163"/>
          <ac:inkMkLst>
            <pc:docMk/>
            <pc:sldMk cId="4029029847" sldId="297"/>
            <ac:inkMk id="28" creationId="{DE00FA5C-376A-B81B-423F-2B8F3DA60C59}"/>
          </ac:inkMkLst>
        </pc:inkChg>
        <pc:inkChg chg="add mod">
          <ac:chgData name="Marcos Maillot" userId="fa14b39d-e966-4ebb-a436-4f96f84b9577" providerId="ADAL" clId="{2D40D906-DE93-44E5-B192-09259B1B360B}" dt="2025-11-26T00:28:32.254" v="163"/>
          <ac:inkMkLst>
            <pc:docMk/>
            <pc:sldMk cId="4029029847" sldId="297"/>
            <ac:inkMk id="29" creationId="{1F04C6CE-E848-A4B8-A93F-8534BF9D849B}"/>
          </ac:inkMkLst>
        </pc:inkChg>
        <pc:inkChg chg="add mod">
          <ac:chgData name="Marcos Maillot" userId="fa14b39d-e966-4ebb-a436-4f96f84b9577" providerId="ADAL" clId="{2D40D906-DE93-44E5-B192-09259B1B360B}" dt="2025-11-26T00:28:35.766" v="167"/>
          <ac:inkMkLst>
            <pc:docMk/>
            <pc:sldMk cId="4029029847" sldId="297"/>
            <ac:inkMk id="32" creationId="{0CF302E0-E6E6-98DD-5247-191234670637}"/>
          </ac:inkMkLst>
        </pc:inkChg>
        <pc:inkChg chg="add mod">
          <ac:chgData name="Marcos Maillot" userId="fa14b39d-e966-4ebb-a436-4f96f84b9577" providerId="ADAL" clId="{2D40D906-DE93-44E5-B192-09259B1B360B}" dt="2025-11-26T00:25:22.931" v="100"/>
          <ac:inkMkLst>
            <pc:docMk/>
            <pc:sldMk cId="4029029847" sldId="297"/>
            <ac:inkMk id="33" creationId="{2E05C220-D7DB-05FC-446F-B898B16BFED8}"/>
          </ac:inkMkLst>
        </pc:inkChg>
        <pc:inkChg chg="add">
          <ac:chgData name="Marcos Maillot" userId="fa14b39d-e966-4ebb-a436-4f96f84b9577" providerId="ADAL" clId="{2D40D906-DE93-44E5-B192-09259B1B360B}" dt="2025-11-26T00:25:20.251" v="96" actId="9405"/>
          <ac:inkMkLst>
            <pc:docMk/>
            <pc:sldMk cId="4029029847" sldId="297"/>
            <ac:inkMk id="34" creationId="{364D06F4-5DF0-6CA8-13A3-83328B02A449}"/>
          </ac:inkMkLst>
        </pc:inkChg>
        <pc:inkChg chg="add mod">
          <ac:chgData name="Marcos Maillot" userId="fa14b39d-e966-4ebb-a436-4f96f84b9577" providerId="ADAL" clId="{2D40D906-DE93-44E5-B192-09259B1B360B}" dt="2025-11-26T00:28:32.254" v="163"/>
          <ac:inkMkLst>
            <pc:docMk/>
            <pc:sldMk cId="4029029847" sldId="297"/>
            <ac:inkMk id="35" creationId="{7B402CA4-D6E5-D7C0-9230-FF0CD54C31ED}"/>
          </ac:inkMkLst>
        </pc:inkChg>
        <pc:inkChg chg="add mod">
          <ac:chgData name="Marcos Maillot" userId="fa14b39d-e966-4ebb-a436-4f96f84b9577" providerId="ADAL" clId="{2D40D906-DE93-44E5-B192-09259B1B360B}" dt="2025-11-26T00:28:32.254" v="163"/>
          <ac:inkMkLst>
            <pc:docMk/>
            <pc:sldMk cId="4029029847" sldId="297"/>
            <ac:inkMk id="36" creationId="{BCB41DBC-53F6-2EF0-B995-A490655FF264}"/>
          </ac:inkMkLst>
        </pc:inkChg>
        <pc:inkChg chg="add mod">
          <ac:chgData name="Marcos Maillot" userId="fa14b39d-e966-4ebb-a436-4f96f84b9577" providerId="ADAL" clId="{2D40D906-DE93-44E5-B192-09259B1B360B}" dt="2025-11-26T00:25:53.788" v="148"/>
          <ac:inkMkLst>
            <pc:docMk/>
            <pc:sldMk cId="4029029847" sldId="297"/>
            <ac:inkMk id="37" creationId="{839437BA-87D5-9CDC-64F0-B58C3FB2B1FD}"/>
          </ac:inkMkLst>
        </pc:inkChg>
        <pc:inkChg chg="add">
          <ac:chgData name="Marcos Maillot" userId="fa14b39d-e966-4ebb-a436-4f96f84b9577" providerId="ADAL" clId="{2D40D906-DE93-44E5-B192-09259B1B360B}" dt="2025-11-26T00:25:24.064" v="101" actId="9405"/>
          <ac:inkMkLst>
            <pc:docMk/>
            <pc:sldMk cId="4029029847" sldId="297"/>
            <ac:inkMk id="40" creationId="{679D4FBA-BF4A-CE32-BFAB-AB362FC0B9E3}"/>
          </ac:inkMkLst>
        </pc:inkChg>
        <pc:inkChg chg="add mod">
          <ac:chgData name="Marcos Maillot" userId="fa14b39d-e966-4ebb-a436-4f96f84b9577" providerId="ADAL" clId="{2D40D906-DE93-44E5-B192-09259B1B360B}" dt="2025-11-26T00:25:31.805" v="117"/>
          <ac:inkMkLst>
            <pc:docMk/>
            <pc:sldMk cId="4029029847" sldId="297"/>
            <ac:inkMk id="41" creationId="{066BFE7C-E322-42D5-530B-50728ADD1BF1}"/>
          </ac:inkMkLst>
        </pc:inkChg>
        <pc:inkChg chg="add">
          <ac:chgData name="Marcos Maillot" userId="fa14b39d-e966-4ebb-a436-4f96f84b9577" providerId="ADAL" clId="{2D40D906-DE93-44E5-B192-09259B1B360B}" dt="2025-11-26T00:25:25.054" v="103" actId="9405"/>
          <ac:inkMkLst>
            <pc:docMk/>
            <pc:sldMk cId="4029029847" sldId="297"/>
            <ac:inkMk id="42" creationId="{F99C5AB3-0DA2-2473-AF6B-AEB7FA7F938F}"/>
          </ac:inkMkLst>
        </pc:inkChg>
        <pc:inkChg chg="add mod">
          <ac:chgData name="Marcos Maillot" userId="fa14b39d-e966-4ebb-a436-4f96f84b9577" providerId="ADAL" clId="{2D40D906-DE93-44E5-B192-09259B1B360B}" dt="2025-11-26T00:25:31.805" v="117"/>
          <ac:inkMkLst>
            <pc:docMk/>
            <pc:sldMk cId="4029029847" sldId="297"/>
            <ac:inkMk id="43" creationId="{22FAB2B7-2F01-BA77-374A-79575AD0A9D3}"/>
          </ac:inkMkLst>
        </pc:inkChg>
        <pc:inkChg chg="add mod">
          <ac:chgData name="Marcos Maillot" userId="fa14b39d-e966-4ebb-a436-4f96f84b9577" providerId="ADAL" clId="{2D40D906-DE93-44E5-B192-09259B1B360B}" dt="2025-11-26T00:25:31.805" v="117"/>
          <ac:inkMkLst>
            <pc:docMk/>
            <pc:sldMk cId="4029029847" sldId="297"/>
            <ac:inkMk id="44" creationId="{70980A64-E48B-585F-31D2-ED213C85B0CF}"/>
          </ac:inkMkLst>
        </pc:inkChg>
        <pc:inkChg chg="add">
          <ac:chgData name="Marcos Maillot" userId="fa14b39d-e966-4ebb-a436-4f96f84b9577" providerId="ADAL" clId="{2D40D906-DE93-44E5-B192-09259B1B360B}" dt="2025-11-26T00:25:25.926" v="106" actId="9405"/>
          <ac:inkMkLst>
            <pc:docMk/>
            <pc:sldMk cId="4029029847" sldId="297"/>
            <ac:inkMk id="45" creationId="{04B49CFC-18E9-17EF-1375-B2FDDDC893CC}"/>
          </ac:inkMkLst>
        </pc:inkChg>
        <pc:inkChg chg="add">
          <ac:chgData name="Marcos Maillot" userId="fa14b39d-e966-4ebb-a436-4f96f84b9577" providerId="ADAL" clId="{2D40D906-DE93-44E5-B192-09259B1B360B}" dt="2025-11-26T00:25:26.327" v="107" actId="9405"/>
          <ac:inkMkLst>
            <pc:docMk/>
            <pc:sldMk cId="4029029847" sldId="297"/>
            <ac:inkMk id="46" creationId="{07B30524-0440-22B6-8DC2-EBFB3914573A}"/>
          </ac:inkMkLst>
        </pc:inkChg>
        <pc:inkChg chg="add mod">
          <ac:chgData name="Marcos Maillot" userId="fa14b39d-e966-4ebb-a436-4f96f84b9577" providerId="ADAL" clId="{2D40D906-DE93-44E5-B192-09259B1B360B}" dt="2025-11-26T00:25:31.805" v="117"/>
          <ac:inkMkLst>
            <pc:docMk/>
            <pc:sldMk cId="4029029847" sldId="297"/>
            <ac:inkMk id="47" creationId="{F959F874-D508-9A06-29B4-D9CAACCC0743}"/>
          </ac:inkMkLst>
        </pc:inkChg>
        <pc:inkChg chg="add">
          <ac:chgData name="Marcos Maillot" userId="fa14b39d-e966-4ebb-a436-4f96f84b9577" providerId="ADAL" clId="{2D40D906-DE93-44E5-B192-09259B1B360B}" dt="2025-11-26T00:25:27.002" v="109" actId="9405"/>
          <ac:inkMkLst>
            <pc:docMk/>
            <pc:sldMk cId="4029029847" sldId="297"/>
            <ac:inkMk id="48" creationId="{402953DD-069F-D023-DF91-1AF1260A08A9}"/>
          </ac:inkMkLst>
        </pc:inkChg>
        <pc:inkChg chg="add mod">
          <ac:chgData name="Marcos Maillot" userId="fa14b39d-e966-4ebb-a436-4f96f84b9577" providerId="ADAL" clId="{2D40D906-DE93-44E5-B192-09259B1B360B}" dt="2025-11-26T00:25:58.792" v="153"/>
          <ac:inkMkLst>
            <pc:docMk/>
            <pc:sldMk cId="4029029847" sldId="297"/>
            <ac:inkMk id="49" creationId="{D95CCF6E-3BBD-E149-BAB3-B7C75E8D3135}"/>
          </ac:inkMkLst>
        </pc:inkChg>
        <pc:inkChg chg="add">
          <ac:chgData name="Marcos Maillot" userId="fa14b39d-e966-4ebb-a436-4f96f84b9577" providerId="ADAL" clId="{2D40D906-DE93-44E5-B192-09259B1B360B}" dt="2025-11-26T00:25:29.014" v="111" actId="9405"/>
          <ac:inkMkLst>
            <pc:docMk/>
            <pc:sldMk cId="4029029847" sldId="297"/>
            <ac:inkMk id="50" creationId="{18376188-0CC4-A6C6-2B34-5C0C57B8C4B4}"/>
          </ac:inkMkLst>
        </pc:inkChg>
        <pc:inkChg chg="add">
          <ac:chgData name="Marcos Maillot" userId="fa14b39d-e966-4ebb-a436-4f96f84b9577" providerId="ADAL" clId="{2D40D906-DE93-44E5-B192-09259B1B360B}" dt="2025-11-26T00:25:29.382" v="112" actId="9405"/>
          <ac:inkMkLst>
            <pc:docMk/>
            <pc:sldMk cId="4029029847" sldId="297"/>
            <ac:inkMk id="51" creationId="{1B17B2D6-A1C9-19A5-58AA-A7C9F1F5706D}"/>
          </ac:inkMkLst>
        </pc:inkChg>
        <pc:inkChg chg="add">
          <ac:chgData name="Marcos Maillot" userId="fa14b39d-e966-4ebb-a436-4f96f84b9577" providerId="ADAL" clId="{2D40D906-DE93-44E5-B192-09259B1B360B}" dt="2025-11-26T00:25:29.810" v="113" actId="9405"/>
          <ac:inkMkLst>
            <pc:docMk/>
            <pc:sldMk cId="4029029847" sldId="297"/>
            <ac:inkMk id="52" creationId="{B02893D7-5D36-9A20-62C3-35F0EEA78DCA}"/>
          </ac:inkMkLst>
        </pc:inkChg>
        <pc:inkChg chg="add">
          <ac:chgData name="Marcos Maillot" userId="fa14b39d-e966-4ebb-a436-4f96f84b9577" providerId="ADAL" clId="{2D40D906-DE93-44E5-B192-09259B1B360B}" dt="2025-11-26T00:25:30.177" v="114" actId="9405"/>
          <ac:inkMkLst>
            <pc:docMk/>
            <pc:sldMk cId="4029029847" sldId="297"/>
            <ac:inkMk id="53" creationId="{D74563C1-F32B-9E45-A3BD-06FEF0AFC1A5}"/>
          </ac:inkMkLst>
        </pc:inkChg>
        <pc:inkChg chg="add">
          <ac:chgData name="Marcos Maillot" userId="fa14b39d-e966-4ebb-a436-4f96f84b9577" providerId="ADAL" clId="{2D40D906-DE93-44E5-B192-09259B1B360B}" dt="2025-11-26T00:25:30.644" v="115" actId="9405"/>
          <ac:inkMkLst>
            <pc:docMk/>
            <pc:sldMk cId="4029029847" sldId="297"/>
            <ac:inkMk id="54" creationId="{53A84B3F-8F69-9B08-547F-97786FD08BDE}"/>
          </ac:inkMkLst>
        </pc:inkChg>
        <pc:inkChg chg="add mod">
          <ac:chgData name="Marcos Maillot" userId="fa14b39d-e966-4ebb-a436-4f96f84b9577" providerId="ADAL" clId="{2D40D906-DE93-44E5-B192-09259B1B360B}" dt="2025-11-26T00:25:31.805" v="117"/>
          <ac:inkMkLst>
            <pc:docMk/>
            <pc:sldMk cId="4029029847" sldId="297"/>
            <ac:inkMk id="55" creationId="{B0B058D2-9004-C29E-E5F9-2B820964F4F2}"/>
          </ac:inkMkLst>
        </pc:inkChg>
        <pc:inkChg chg="add mod">
          <ac:chgData name="Marcos Maillot" userId="fa14b39d-e966-4ebb-a436-4f96f84b9577" providerId="ADAL" clId="{2D40D906-DE93-44E5-B192-09259B1B360B}" dt="2025-11-26T00:25:36.931" v="123"/>
          <ac:inkMkLst>
            <pc:docMk/>
            <pc:sldMk cId="4029029847" sldId="297"/>
            <ac:inkMk id="60" creationId="{86A91B98-D4B7-59F7-881A-B3367DEDBCED}"/>
          </ac:inkMkLst>
        </pc:inkChg>
        <pc:inkChg chg="add mod">
          <ac:chgData name="Marcos Maillot" userId="fa14b39d-e966-4ebb-a436-4f96f84b9577" providerId="ADAL" clId="{2D40D906-DE93-44E5-B192-09259B1B360B}" dt="2025-11-26T00:25:36.931" v="123"/>
          <ac:inkMkLst>
            <pc:docMk/>
            <pc:sldMk cId="4029029847" sldId="297"/>
            <ac:inkMk id="61" creationId="{441297E7-D8BF-9C1A-B38D-A3AE4CEC634E}"/>
          </ac:inkMkLst>
        </pc:inkChg>
        <pc:inkChg chg="add mod">
          <ac:chgData name="Marcos Maillot" userId="fa14b39d-e966-4ebb-a436-4f96f84b9577" providerId="ADAL" clId="{2D40D906-DE93-44E5-B192-09259B1B360B}" dt="2025-11-26T00:25:58.792" v="153"/>
          <ac:inkMkLst>
            <pc:docMk/>
            <pc:sldMk cId="4029029847" sldId="297"/>
            <ac:inkMk id="62" creationId="{C79E816A-F6AD-E3FF-ABAC-384194B710A1}"/>
          </ac:inkMkLst>
        </pc:inkChg>
        <pc:inkChg chg="add mod">
          <ac:chgData name="Marcos Maillot" userId="fa14b39d-e966-4ebb-a436-4f96f84b9577" providerId="ADAL" clId="{2D40D906-DE93-44E5-B192-09259B1B360B}" dt="2025-11-26T00:25:58.792" v="153"/>
          <ac:inkMkLst>
            <pc:docMk/>
            <pc:sldMk cId="4029029847" sldId="297"/>
            <ac:inkMk id="63" creationId="{670E44A8-8979-BFFF-B652-38B1D69CFF14}"/>
          </ac:inkMkLst>
        </pc:inkChg>
        <pc:inkChg chg="add mod">
          <ac:chgData name="Marcos Maillot" userId="fa14b39d-e966-4ebb-a436-4f96f84b9577" providerId="ADAL" clId="{2D40D906-DE93-44E5-B192-09259B1B360B}" dt="2025-11-26T00:25:36.931" v="123"/>
          <ac:inkMkLst>
            <pc:docMk/>
            <pc:sldMk cId="4029029847" sldId="297"/>
            <ac:inkMk id="64" creationId="{F11A53C7-FFB0-A627-8A57-583363EE8412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67" creationId="{EF2792D2-2544-CE23-34A9-07B63EDD8908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68" creationId="{003EF94B-162C-AC51-0EDD-35AA8229AD7F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69" creationId="{374A03BD-FB56-2D53-171E-343C57A6255B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70" creationId="{D719FF61-34D7-5136-2C68-B3598E195CF8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71" creationId="{74F4EF1A-1DE8-3758-CCEC-4953444E9693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72" creationId="{54CBFE8A-93B2-DDE9-2591-ED891E873BE0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73" creationId="{142FF88B-DCCE-01A1-9DDF-FD2A0E0B9B19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74" creationId="{A2E89852-812E-CFBF-3501-41E4E3330D82}"/>
          </ac:inkMkLst>
        </pc:inkChg>
        <pc:inkChg chg="add">
          <ac:chgData name="Marcos Maillot" userId="fa14b39d-e966-4ebb-a436-4f96f84b9577" providerId="ADAL" clId="{2D40D906-DE93-44E5-B192-09259B1B360B}" dt="2025-11-26T00:25:46.124" v="132" actId="9405"/>
          <ac:inkMkLst>
            <pc:docMk/>
            <pc:sldMk cId="4029029847" sldId="297"/>
            <ac:inkMk id="75" creationId="{B41D8AF0-4982-AAB4-8BC2-D6E7569902D7}"/>
          </ac:inkMkLst>
        </pc:inkChg>
        <pc:inkChg chg="add">
          <ac:chgData name="Marcos Maillot" userId="fa14b39d-e966-4ebb-a436-4f96f84b9577" providerId="ADAL" clId="{2D40D906-DE93-44E5-B192-09259B1B360B}" dt="2025-11-26T00:25:47.820" v="134" actId="9405"/>
          <ac:inkMkLst>
            <pc:docMk/>
            <pc:sldMk cId="4029029847" sldId="297"/>
            <ac:inkMk id="77" creationId="{DBA2F192-1578-314A-7E80-21FEF1122F28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78" creationId="{1E202CA1-80AF-FB2D-8CA0-BB2C33283F21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79" creationId="{051BD74B-9878-84DA-E9A7-29709FB32E21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80" creationId="{5CBE570B-03C5-3D60-2842-F475324CF942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81" creationId="{7E63957A-976E-B143-1B2F-2D1CC5564CCB}"/>
          </ac:inkMkLst>
        </pc:inkChg>
        <pc:inkChg chg="add">
          <ac:chgData name="Marcos Maillot" userId="fa14b39d-e966-4ebb-a436-4f96f84b9577" providerId="ADAL" clId="{2D40D906-DE93-44E5-B192-09259B1B360B}" dt="2025-11-26T00:25:49.467" v="139" actId="9405"/>
          <ac:inkMkLst>
            <pc:docMk/>
            <pc:sldMk cId="4029029847" sldId="297"/>
            <ac:inkMk id="82" creationId="{5651D99B-E1EE-D818-9CF0-665976986099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83" creationId="{C3FAC871-1474-CCC6-5E87-E2AC0D12EAE9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84" creationId="{0E8A687A-DEA0-388D-FB86-CCBD0B729216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85" creationId="{B43A0DFE-86F9-28BF-FE29-3526F9F5DBBF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86" creationId="{B4F68EF2-D8B8-E613-D085-FC5C6E2C0002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87" creationId="{25708BF6-4283-BA61-3448-0C2277C4BD0E}"/>
          </ac:inkMkLst>
        </pc:inkChg>
        <pc:inkChg chg="add">
          <ac:chgData name="Marcos Maillot" userId="fa14b39d-e966-4ebb-a436-4f96f84b9577" providerId="ADAL" clId="{2D40D906-DE93-44E5-B192-09259B1B360B}" dt="2025-11-26T00:25:51.375" v="145" actId="9405"/>
          <ac:inkMkLst>
            <pc:docMk/>
            <pc:sldMk cId="4029029847" sldId="297"/>
            <ac:inkMk id="88" creationId="{C7418F46-EF07-426A-AA4B-F220BFC0930F}"/>
          </ac:inkMkLst>
        </pc:inkChg>
        <pc:inkChg chg="add mod">
          <ac:chgData name="Marcos Maillot" userId="fa14b39d-e966-4ebb-a436-4f96f84b9577" providerId="ADAL" clId="{2D40D906-DE93-44E5-B192-09259B1B360B}" dt="2025-11-26T00:25:53.788" v="148"/>
          <ac:inkMkLst>
            <pc:docMk/>
            <pc:sldMk cId="4029029847" sldId="297"/>
            <ac:inkMk id="90" creationId="{70B3F775-FA51-6544-4803-4A10048D96A5}"/>
          </ac:inkMkLst>
        </pc:inkChg>
        <pc:inkChg chg="add mod">
          <ac:chgData name="Marcos Maillot" userId="fa14b39d-e966-4ebb-a436-4f96f84b9577" providerId="ADAL" clId="{2D40D906-DE93-44E5-B192-09259B1B360B}" dt="2025-11-26T00:25:58.792" v="153"/>
          <ac:inkMkLst>
            <pc:docMk/>
            <pc:sldMk cId="4029029847" sldId="297"/>
            <ac:inkMk id="92" creationId="{BDB7526B-2AEE-F10F-CC7F-FB57BEA2919F}"/>
          </ac:inkMkLst>
        </pc:inkChg>
        <pc:inkChg chg="add">
          <ac:chgData name="Marcos Maillot" userId="fa14b39d-e966-4ebb-a436-4f96f84b9577" providerId="ADAL" clId="{2D40D906-DE93-44E5-B192-09259B1B360B}" dt="2025-11-26T00:25:55.645" v="150" actId="9405"/>
          <ac:inkMkLst>
            <pc:docMk/>
            <pc:sldMk cId="4029029847" sldId="297"/>
            <ac:inkMk id="93" creationId="{083412AE-C9E2-355C-DFD5-3D11A458FA6F}"/>
          </ac:inkMkLst>
        </pc:inkChg>
        <pc:inkChg chg="add">
          <ac:chgData name="Marcos Maillot" userId="fa14b39d-e966-4ebb-a436-4f96f84b9577" providerId="ADAL" clId="{2D40D906-DE93-44E5-B192-09259B1B360B}" dt="2025-11-26T00:25:56.496" v="151" actId="9405"/>
          <ac:inkMkLst>
            <pc:docMk/>
            <pc:sldMk cId="4029029847" sldId="297"/>
            <ac:inkMk id="94" creationId="{EC266792-024C-703E-7D18-1FCC9D2D6834}"/>
          </ac:inkMkLst>
        </pc:inkChg>
        <pc:inkChg chg="add">
          <ac:chgData name="Marcos Maillot" userId="fa14b39d-e966-4ebb-a436-4f96f84b9577" providerId="ADAL" clId="{2D40D906-DE93-44E5-B192-09259B1B360B}" dt="2025-11-26T00:25:57.867" v="152" actId="9405"/>
          <ac:inkMkLst>
            <pc:docMk/>
            <pc:sldMk cId="4029029847" sldId="297"/>
            <ac:inkMk id="95" creationId="{7235CC50-8306-612F-A377-7D69D5854DA1}"/>
          </ac:inkMkLst>
        </pc:inkChg>
        <pc:inkChg chg="add">
          <ac:chgData name="Marcos Maillot" userId="fa14b39d-e966-4ebb-a436-4f96f84b9577" providerId="ADAL" clId="{2D40D906-DE93-44E5-B192-09259B1B360B}" dt="2025-11-26T00:26:05.026" v="154" actId="9405"/>
          <ac:inkMkLst>
            <pc:docMk/>
            <pc:sldMk cId="4029029847" sldId="297"/>
            <ac:inkMk id="99" creationId="{E911E237-C4D2-5370-2134-7D2055CFA37B}"/>
          </ac:inkMkLst>
        </pc:inkChg>
        <pc:inkChg chg="add">
          <ac:chgData name="Marcos Maillot" userId="fa14b39d-e966-4ebb-a436-4f96f84b9577" providerId="ADAL" clId="{2D40D906-DE93-44E5-B192-09259B1B360B}" dt="2025-11-26T00:28:24.726" v="157" actId="9405"/>
          <ac:inkMkLst>
            <pc:docMk/>
            <pc:sldMk cId="4029029847" sldId="297"/>
            <ac:inkMk id="100" creationId="{F36A5EEB-F939-D20D-6E34-9EB73F2FA80A}"/>
          </ac:inkMkLst>
        </pc:inkChg>
        <pc:inkChg chg="add mod">
          <ac:chgData name="Marcos Maillot" userId="fa14b39d-e966-4ebb-a436-4f96f84b9577" providerId="ADAL" clId="{2D40D906-DE93-44E5-B192-09259B1B360B}" dt="2025-11-26T00:28:35.766" v="167"/>
          <ac:inkMkLst>
            <pc:docMk/>
            <pc:sldMk cId="4029029847" sldId="297"/>
            <ac:inkMk id="101" creationId="{EC313D64-5AE9-F0D3-E1C3-9196C0E75301}"/>
          </ac:inkMkLst>
        </pc:inkChg>
        <pc:inkChg chg="add mod">
          <ac:chgData name="Marcos Maillot" userId="fa14b39d-e966-4ebb-a436-4f96f84b9577" providerId="ADAL" clId="{2D40D906-DE93-44E5-B192-09259B1B360B}" dt="2025-11-26T00:28:29.351" v="161"/>
          <ac:inkMkLst>
            <pc:docMk/>
            <pc:sldMk cId="4029029847" sldId="297"/>
            <ac:inkMk id="103" creationId="{D213921E-137D-2691-7EC4-70A6E1A4B04A}"/>
          </ac:inkMkLst>
        </pc:inkChg>
        <pc:inkChg chg="add mod">
          <ac:chgData name="Marcos Maillot" userId="fa14b39d-e966-4ebb-a436-4f96f84b9577" providerId="ADAL" clId="{2D40D906-DE93-44E5-B192-09259B1B360B}" dt="2025-11-26T00:28:35.766" v="167"/>
          <ac:inkMkLst>
            <pc:docMk/>
            <pc:sldMk cId="4029029847" sldId="297"/>
            <ac:inkMk id="105" creationId="{47B6BA57-879F-B0B9-90EC-3D50D08FBA1D}"/>
          </ac:inkMkLst>
        </pc:inkChg>
        <pc:inkChg chg="add">
          <ac:chgData name="Marcos Maillot" userId="fa14b39d-e966-4ebb-a436-4f96f84b9577" providerId="ADAL" clId="{2D40D906-DE93-44E5-B192-09259B1B360B}" dt="2025-11-26T00:28:32.856" v="164" actId="9405"/>
          <ac:inkMkLst>
            <pc:docMk/>
            <pc:sldMk cId="4029029847" sldId="297"/>
            <ac:inkMk id="107" creationId="{5EC29041-88CC-124A-D94C-47215D7AEBF5}"/>
          </ac:inkMkLst>
        </pc:inkChg>
        <pc:inkChg chg="add">
          <ac:chgData name="Marcos Maillot" userId="fa14b39d-e966-4ebb-a436-4f96f84b9577" providerId="ADAL" clId="{2D40D906-DE93-44E5-B192-09259B1B360B}" dt="2025-11-26T00:28:33.848" v="165" actId="9405"/>
          <ac:inkMkLst>
            <pc:docMk/>
            <pc:sldMk cId="4029029847" sldId="297"/>
            <ac:inkMk id="108" creationId="{D1F11B4B-AAB0-E2C8-BC84-8BCB9B6C33D7}"/>
          </ac:inkMkLst>
        </pc:inkChg>
        <pc:inkChg chg="add">
          <ac:chgData name="Marcos Maillot" userId="fa14b39d-e966-4ebb-a436-4f96f84b9577" providerId="ADAL" clId="{2D40D906-DE93-44E5-B192-09259B1B360B}" dt="2025-11-26T00:28:34.620" v="166" actId="9405"/>
          <ac:inkMkLst>
            <pc:docMk/>
            <pc:sldMk cId="4029029847" sldId="297"/>
            <ac:inkMk id="109" creationId="{CFF2CFE7-67D1-0155-DD2E-4C73F5738F84}"/>
          </ac:inkMkLst>
        </pc:inkChg>
      </pc:sldChg>
    </pc:docChg>
  </pc:docChgLst>
  <pc:docChgLst>
    <pc:chgData name="Marcos Maillot" userId="fa14b39d-e966-4ebb-a436-4f96f84b9577" providerId="ADAL" clId="{99863556-EDB4-416E-A189-D7BEBC9D2890}"/>
    <pc:docChg chg="custSel addSld modSld sldOrd">
      <pc:chgData name="Marcos Maillot" userId="fa14b39d-e966-4ebb-a436-4f96f84b9577" providerId="ADAL" clId="{99863556-EDB4-416E-A189-D7BEBC9D2890}" dt="2025-04-08T20:00:51.115" v="134" actId="478"/>
      <pc:docMkLst>
        <pc:docMk/>
      </pc:docMkLst>
      <pc:sldChg chg="modSp mod">
        <pc:chgData name="Marcos Maillot" userId="fa14b39d-e966-4ebb-a436-4f96f84b9577" providerId="ADAL" clId="{99863556-EDB4-416E-A189-D7BEBC9D2890}" dt="2025-04-08T19:39:40.991" v="2" actId="20577"/>
        <pc:sldMkLst>
          <pc:docMk/>
          <pc:sldMk cId="0" sldId="256"/>
        </pc:sldMkLst>
      </pc:sldChg>
      <pc:sldChg chg="modSp mod">
        <pc:chgData name="Marcos Maillot" userId="fa14b39d-e966-4ebb-a436-4f96f84b9577" providerId="ADAL" clId="{99863556-EDB4-416E-A189-D7BEBC9D2890}" dt="2025-04-08T19:41:13.160" v="75" actId="20577"/>
        <pc:sldMkLst>
          <pc:docMk/>
          <pc:sldMk cId="0" sldId="257"/>
        </pc:sldMkLst>
      </pc:sldChg>
      <pc:sldChg chg="addSp delSp mod">
        <pc:chgData name="Marcos Maillot" userId="fa14b39d-e966-4ebb-a436-4f96f84b9577" providerId="ADAL" clId="{99863556-EDB4-416E-A189-D7BEBC9D2890}" dt="2025-04-08T19:48:44.570" v="80" actId="478"/>
        <pc:sldMkLst>
          <pc:docMk/>
          <pc:sldMk cId="0" sldId="272"/>
        </pc:sldMkLst>
      </pc:sldChg>
      <pc:sldChg chg="ord modNotes">
        <pc:chgData name="Marcos Maillot" userId="fa14b39d-e966-4ebb-a436-4f96f84b9577" providerId="ADAL" clId="{99863556-EDB4-416E-A189-D7BEBC9D2890}" dt="2025-04-08T19:42:14.891" v="77"/>
        <pc:sldMkLst>
          <pc:docMk/>
          <pc:sldMk cId="0" sldId="274"/>
        </pc:sldMkLst>
      </pc:sldChg>
      <pc:sldChg chg="addSp delSp modSp add mod">
        <pc:chgData name="Marcos Maillot" userId="fa14b39d-e966-4ebb-a436-4f96f84b9577" providerId="ADAL" clId="{99863556-EDB4-416E-A189-D7BEBC9D2890}" dt="2025-04-08T20:00:43.352" v="133" actId="14100"/>
        <pc:sldMkLst>
          <pc:docMk/>
          <pc:sldMk cId="3064181911" sldId="295"/>
        </pc:sldMkLst>
      </pc:sldChg>
      <pc:sldChg chg="addSp delSp modSp add mod">
        <pc:chgData name="Marcos Maillot" userId="fa14b39d-e966-4ebb-a436-4f96f84b9577" providerId="ADAL" clId="{99863556-EDB4-416E-A189-D7BEBC9D2890}" dt="2025-04-08T20:00:51.115" v="134" actId="478"/>
        <pc:sldMkLst>
          <pc:docMk/>
          <pc:sldMk cId="238751435" sldId="296"/>
        </pc:sldMkLst>
      </pc:sldChg>
    </pc:docChg>
  </pc:docChgLst>
  <pc:docChgLst>
    <pc:chgData name="Marcos Maillot" userId="fa14b39d-e966-4ebb-a436-4f96f84b9577" providerId="ADAL" clId="{76C5211C-8193-4505-88DA-CC4F89F88FF3}"/>
    <pc:docChg chg="undo custSel addSld modSld">
      <pc:chgData name="Marcos Maillot" userId="fa14b39d-e966-4ebb-a436-4f96f84b9577" providerId="ADAL" clId="{76C5211C-8193-4505-88DA-CC4F89F88FF3}" dt="2025-10-08T22:56:21.209" v="101" actId="478"/>
      <pc:docMkLst>
        <pc:docMk/>
      </pc:docMkLst>
      <pc:sldChg chg="delSp mod">
        <pc:chgData name="Marcos Maillot" userId="fa14b39d-e966-4ebb-a436-4f96f84b9577" providerId="ADAL" clId="{76C5211C-8193-4505-88DA-CC4F89F88FF3}" dt="2025-10-08T22:56:21.209" v="101" actId="478"/>
        <pc:sldMkLst>
          <pc:docMk/>
          <pc:sldMk cId="0" sldId="285"/>
        </pc:sldMkLst>
      </pc:sldChg>
      <pc:sldChg chg="addSp delSp mod">
        <pc:chgData name="Marcos Maillot" userId="fa14b39d-e966-4ebb-a436-4f96f84b9577" providerId="ADAL" clId="{76C5211C-8193-4505-88DA-CC4F89F88FF3}" dt="2025-10-08T22:18:51.610" v="100" actId="478"/>
        <pc:sldMkLst>
          <pc:docMk/>
          <pc:sldMk cId="2515468531" sldId="290"/>
        </pc:sldMkLst>
      </pc:sldChg>
      <pc:sldChg chg="addSp delSp modSp new mod">
        <pc:chgData name="Marcos Maillot" userId="fa14b39d-e966-4ebb-a436-4f96f84b9577" providerId="ADAL" clId="{76C5211C-8193-4505-88DA-CC4F89F88FF3}" dt="2025-10-08T00:04:44.038" v="88"/>
        <pc:sldMkLst>
          <pc:docMk/>
          <pc:sldMk cId="3552047750" sldId="297"/>
        </pc:sldMkLst>
      </pc:sldChg>
    </pc:docChg>
  </pc:docChgLst>
  <pc:docChgLst>
    <pc:chgData name="Marcos Maillot" userId="fa14b39d-e966-4ebb-a436-4f96f84b9577" providerId="ADAL" clId="{7C9B03B3-4DBB-48A5-996A-D234D8E380B0}"/>
    <pc:docChg chg="custSel modSld">
      <pc:chgData name="Marcos Maillot" userId="fa14b39d-e966-4ebb-a436-4f96f84b9577" providerId="ADAL" clId="{7C9B03B3-4DBB-48A5-996A-D234D8E380B0}" dt="2025-06-04T00:41:13.996" v="53"/>
      <pc:docMkLst>
        <pc:docMk/>
      </pc:docMkLst>
      <pc:sldChg chg="modSp mod">
        <pc:chgData name="Marcos Maillot" userId="fa14b39d-e966-4ebb-a436-4f96f84b9577" providerId="ADAL" clId="{7C9B03B3-4DBB-48A5-996A-D234D8E380B0}" dt="2025-06-03T14:24:31.393" v="36" actId="20577"/>
        <pc:sldMkLst>
          <pc:docMk/>
          <pc:sldMk cId="0" sldId="257"/>
        </pc:sldMkLst>
      </pc:sldChg>
      <pc:sldChg chg="addSp delSp modSp mod">
        <pc:chgData name="Marcos Maillot" userId="fa14b39d-e966-4ebb-a436-4f96f84b9577" providerId="ADAL" clId="{7C9B03B3-4DBB-48A5-996A-D234D8E380B0}" dt="2025-06-04T00:41:13.996" v="53"/>
        <pc:sldMkLst>
          <pc:docMk/>
          <pc:sldMk cId="2515468531" sldId="290"/>
        </pc:sldMkLst>
      </pc:sldChg>
    </pc:docChg>
  </pc:docChgLst>
  <pc:docChgLst>
    <pc:chgData name="Marcos Maillot" userId="fa14b39d-e966-4ebb-a436-4f96f84b9577" providerId="ADAL" clId="{8ACB5DE9-95AA-4FA1-BB62-A7FBF6739BEF}"/>
    <pc:docChg chg="custSel modSld">
      <pc:chgData name="Marcos Maillot" userId="fa14b39d-e966-4ebb-a436-4f96f84b9577" providerId="ADAL" clId="{8ACB5DE9-95AA-4FA1-BB62-A7FBF6739BEF}" dt="2024-08-03T00:55:09.122" v="28" actId="14100"/>
      <pc:docMkLst>
        <pc:docMk/>
      </pc:docMkLst>
      <pc:sldChg chg="modSp mod">
        <pc:chgData name="Marcos Maillot" userId="fa14b39d-e966-4ebb-a436-4f96f84b9577" providerId="ADAL" clId="{8ACB5DE9-95AA-4FA1-BB62-A7FBF6739BEF}" dt="2024-08-02T21:05:36.646" v="10" actId="20577"/>
        <pc:sldMkLst>
          <pc:docMk/>
          <pc:sldMk cId="0" sldId="256"/>
        </pc:sldMkLst>
      </pc:sldChg>
      <pc:sldChg chg="modSp mod">
        <pc:chgData name="Marcos Maillot" userId="fa14b39d-e966-4ebb-a436-4f96f84b9577" providerId="ADAL" clId="{8ACB5DE9-95AA-4FA1-BB62-A7FBF6739BEF}" dt="2024-08-02T21:06:30.023" v="23" actId="14100"/>
        <pc:sldMkLst>
          <pc:docMk/>
          <pc:sldMk cId="0" sldId="277"/>
        </pc:sldMkLst>
      </pc:sldChg>
      <pc:sldChg chg="addSp delSp modSp mod">
        <pc:chgData name="Marcos Maillot" userId="fa14b39d-e966-4ebb-a436-4f96f84b9577" providerId="ADAL" clId="{8ACB5DE9-95AA-4FA1-BB62-A7FBF6739BEF}" dt="2024-08-03T00:55:09.122" v="28" actId="14100"/>
        <pc:sldMkLst>
          <pc:docMk/>
          <pc:sldMk cId="0" sldId="289"/>
        </pc:sldMkLst>
      </pc:sldChg>
    </pc:docChg>
  </pc:docChgLst>
  <pc:docChgLst>
    <pc:chgData name="Marcos Maillot" userId="fa14b39d-e966-4ebb-a436-4f96f84b9577" providerId="ADAL" clId="{EE2FC811-F246-4E28-936B-C5BA500BDF68}"/>
    <pc:docChg chg="undo custSel addSld modSld sldOrd">
      <pc:chgData name="Marcos Maillot" userId="fa14b39d-e966-4ebb-a436-4f96f84b9577" providerId="ADAL" clId="{EE2FC811-F246-4E28-936B-C5BA500BDF68}" dt="2024-10-01T23:23:19.274" v="36"/>
      <pc:docMkLst>
        <pc:docMk/>
      </pc:docMkLst>
      <pc:sldChg chg="modSp mod">
        <pc:chgData name="Marcos Maillot" userId="fa14b39d-e966-4ebb-a436-4f96f84b9577" providerId="ADAL" clId="{EE2FC811-F246-4E28-936B-C5BA500BDF68}" dt="2024-10-01T16:27:37.771" v="3" actId="14100"/>
        <pc:sldMkLst>
          <pc:docMk/>
          <pc:sldMk cId="0" sldId="263"/>
        </pc:sldMkLst>
      </pc:sldChg>
      <pc:sldChg chg="modSp mod">
        <pc:chgData name="Marcos Maillot" userId="fa14b39d-e966-4ebb-a436-4f96f84b9577" providerId="ADAL" clId="{EE2FC811-F246-4E28-936B-C5BA500BDF68}" dt="2024-10-01T16:28:12.091" v="11" actId="5793"/>
        <pc:sldMkLst>
          <pc:docMk/>
          <pc:sldMk cId="0" sldId="272"/>
        </pc:sldMkLst>
      </pc:sldChg>
      <pc:sldChg chg="modSp mod">
        <pc:chgData name="Marcos Maillot" userId="fa14b39d-e966-4ebb-a436-4f96f84b9577" providerId="ADAL" clId="{EE2FC811-F246-4E28-936B-C5BA500BDF68}" dt="2024-10-01T23:22:22.814" v="15" actId="27636"/>
        <pc:sldMkLst>
          <pc:docMk/>
          <pc:sldMk cId="0" sldId="273"/>
        </pc:sldMkLst>
      </pc:sldChg>
      <pc:sldChg chg="ord">
        <pc:chgData name="Marcos Maillot" userId="fa14b39d-e966-4ebb-a436-4f96f84b9577" providerId="ADAL" clId="{EE2FC811-F246-4E28-936B-C5BA500BDF68}" dt="2024-10-01T23:21:50.675" v="13"/>
        <pc:sldMkLst>
          <pc:docMk/>
          <pc:sldMk cId="0" sldId="279"/>
        </pc:sldMkLst>
      </pc:sldChg>
      <pc:sldChg chg="addSp delSp modSp add mod">
        <pc:chgData name="Marcos Maillot" userId="fa14b39d-e966-4ebb-a436-4f96f84b9577" providerId="ADAL" clId="{EE2FC811-F246-4E28-936B-C5BA500BDF68}" dt="2024-10-01T23:23:19.274" v="36"/>
        <pc:sldMkLst>
          <pc:docMk/>
          <pc:sldMk cId="2515468531" sldId="290"/>
        </pc:sldMkLst>
      </pc:sldChg>
    </pc:docChg>
  </pc:docChgLst>
  <pc:docChgLst>
    <pc:chgData name="Marcos Maillot" userId="fa14b39d-e966-4ebb-a436-4f96f84b9577" providerId="ADAL" clId="{1E84885A-7552-472D-840C-9CF2BF35DFDB}"/>
    <pc:docChg chg="custSel modSld">
      <pc:chgData name="Marcos Maillot" userId="fa14b39d-e966-4ebb-a436-4f96f84b9577" providerId="ADAL" clId="{1E84885A-7552-472D-840C-9CF2BF35DFDB}" dt="2025-08-06T01:07:04.230" v="99"/>
      <pc:docMkLst>
        <pc:docMk/>
      </pc:docMkLst>
      <pc:sldChg chg="addSp delSp modSp mod">
        <pc:chgData name="Marcos Maillot" userId="fa14b39d-e966-4ebb-a436-4f96f84b9577" providerId="ADAL" clId="{1E84885A-7552-472D-840C-9CF2BF35DFDB}" dt="2025-08-06T01:07:04.230" v="99"/>
        <pc:sldMkLst>
          <pc:docMk/>
          <pc:sldMk cId="0" sldId="285"/>
        </pc:sldMkLst>
      </pc:sldChg>
      <pc:sldChg chg="addSp delSp modSp mod">
        <pc:chgData name="Marcos Maillot" userId="fa14b39d-e966-4ebb-a436-4f96f84b9577" providerId="ADAL" clId="{1E84885A-7552-472D-840C-9CF2BF35DFDB}" dt="2025-08-06T01:05:25.432" v="84"/>
        <pc:sldMkLst>
          <pc:docMk/>
          <pc:sldMk cId="2515468531" sldId="290"/>
        </pc:sldMkLst>
      </pc:sldChg>
    </pc:docChg>
  </pc:docChgLst>
  <pc:docChgLst>
    <pc:chgData name="Marcos Maillot" userId="fa14b39d-e966-4ebb-a436-4f96f84b9577" providerId="ADAL" clId="{6875A249-7888-4363-9F92-056EB10F7CD5}"/>
    <pc:docChg chg="custSel addSld modSld">
      <pc:chgData name="Marcos Maillot" userId="fa14b39d-e966-4ebb-a436-4f96f84b9577" providerId="ADAL" clId="{6875A249-7888-4363-9F92-056EB10F7CD5}" dt="2024-11-29T21:45:30.394" v="57" actId="14100"/>
      <pc:docMkLst>
        <pc:docMk/>
      </pc:docMkLst>
      <pc:sldChg chg="modSp mod">
        <pc:chgData name="Marcos Maillot" userId="fa14b39d-e966-4ebb-a436-4f96f84b9577" providerId="ADAL" clId="{6875A249-7888-4363-9F92-056EB10F7CD5}" dt="2024-11-29T21:45:30.394" v="57" actId="14100"/>
        <pc:sldMkLst>
          <pc:docMk/>
          <pc:sldMk cId="0" sldId="278"/>
        </pc:sldMkLst>
      </pc:sldChg>
      <pc:sldChg chg="addSp delSp modSp add mod">
        <pc:chgData name="Marcos Maillot" userId="fa14b39d-e966-4ebb-a436-4f96f84b9577" providerId="ADAL" clId="{6875A249-7888-4363-9F92-056EB10F7CD5}" dt="2024-11-29T21:34:44.944" v="9" actId="1076"/>
        <pc:sldMkLst>
          <pc:docMk/>
          <pc:sldMk cId="3137623413" sldId="291"/>
        </pc:sldMkLst>
      </pc:sldChg>
      <pc:sldChg chg="addSp modSp add mod">
        <pc:chgData name="Marcos Maillot" userId="fa14b39d-e966-4ebb-a436-4f96f84b9577" providerId="ADAL" clId="{6875A249-7888-4363-9F92-056EB10F7CD5}" dt="2024-11-29T21:36:07.654" v="22" actId="1076"/>
        <pc:sldMkLst>
          <pc:docMk/>
          <pc:sldMk cId="4139229005" sldId="292"/>
        </pc:sldMkLst>
      </pc:sldChg>
      <pc:sldChg chg="addSp delSp modSp add mod">
        <pc:chgData name="Marcos Maillot" userId="fa14b39d-e966-4ebb-a436-4f96f84b9577" providerId="ADAL" clId="{6875A249-7888-4363-9F92-056EB10F7CD5}" dt="2024-11-29T21:37:21.674" v="39" actId="1076"/>
        <pc:sldMkLst>
          <pc:docMk/>
          <pc:sldMk cId="3179616302" sldId="293"/>
        </pc:sldMkLst>
      </pc:sldChg>
      <pc:sldChg chg="addSp delSp modSp add mod">
        <pc:chgData name="Marcos Maillot" userId="fa14b39d-e966-4ebb-a436-4f96f84b9577" providerId="ADAL" clId="{6875A249-7888-4363-9F92-056EB10F7CD5}" dt="2024-11-29T21:39:33.364" v="55" actId="1076"/>
        <pc:sldMkLst>
          <pc:docMk/>
          <pc:sldMk cId="1421602177" sldId="294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06T01:06:58.9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1 109 72 0 0,'4'-10'1295'0'0,"6"-20"-1561"0"0,-8 19 4976 0 0,-1 1 5382 0 0,-2 10-9513 0 0,-3-16-17915 0 0,4 8 19451 0 0,2-7-2908 0 0,0 7 505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1c03c1d1e6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1c03c1d1e6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1c03c1d1e6_1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g21c03c1d1e6_1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21c03c1d1e6_1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g21c03c1d1e6_1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1c03c1d1e6_1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g21c03c1d1e6_1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1c03c1d1e6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21c03c1d1e6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1c03c1d1e6_1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g21c03c1d1e6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1c03c1d1e6_1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g21c03c1d1e6_1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1c03c1d1e6_1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g21c03c1d1e6_1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1c03c1d1e6_1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g21c03c1d1e6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1c03c1d1e6_1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1c03c1d1e6_1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21c03c1d1e6_1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21c03c1d1e6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1c03c1d1e6_1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21c03c1d1e6_1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21c03c1d1e6_1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g21c03c1d1e6_1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1c03c1d1e6_1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g21c03c1d1e6_1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42200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20749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358664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710768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02E7E95F-B0B7-1DA4-E07C-5228DE3CA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>
            <a:extLst>
              <a:ext uri="{FF2B5EF4-FFF2-40B4-BE49-F238E27FC236}">
                <a16:creationId xmlns:a16="http://schemas.microsoft.com/office/drawing/2014/main" id="{BA5C56EF-E8BF-5FD6-C195-2D63E44F39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>
            <a:extLst>
              <a:ext uri="{FF2B5EF4-FFF2-40B4-BE49-F238E27FC236}">
                <a16:creationId xmlns:a16="http://schemas.microsoft.com/office/drawing/2014/main" id="{8B45F95B-9A33-FB06-3478-2F208C79D9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24681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15F3D490-9250-E122-674D-A994A3929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>
            <a:extLst>
              <a:ext uri="{FF2B5EF4-FFF2-40B4-BE49-F238E27FC236}">
                <a16:creationId xmlns:a16="http://schemas.microsoft.com/office/drawing/2014/main" id="{DF1BF5C1-345C-DF2A-3031-571908C407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>
            <a:extLst>
              <a:ext uri="{FF2B5EF4-FFF2-40B4-BE49-F238E27FC236}">
                <a16:creationId xmlns:a16="http://schemas.microsoft.com/office/drawing/2014/main" id="{4F4990A1-AC80-A1B2-1BA6-A3BFFB3B59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240156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3B9BF6A6-A5D8-DDF0-73A9-E6A905F86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>
            <a:extLst>
              <a:ext uri="{FF2B5EF4-FFF2-40B4-BE49-F238E27FC236}">
                <a16:creationId xmlns:a16="http://schemas.microsoft.com/office/drawing/2014/main" id="{6C9E317F-F3CC-512F-FAB9-8D50B7AC8E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>
            <a:extLst>
              <a:ext uri="{FF2B5EF4-FFF2-40B4-BE49-F238E27FC236}">
                <a16:creationId xmlns:a16="http://schemas.microsoft.com/office/drawing/2014/main" id="{E1B6E134-80D2-54B5-1741-3246407F30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950674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1c03c1d1e6_1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21c03c1d1e6_1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1c03c1d1e6_1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g21c03c1d1e6_1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1c03c1d1e6_1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g21c03c1d1e6_1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1c03c1d1e6_1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1c03c1d1e6_1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1c03c1d1e6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21c03c1d1e6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1c03c1d1e6_1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21c03c1d1e6_1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19902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1c03c1d1e6_1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g21c03c1d1e6_1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1c03c1d1e6_1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g21c03c1d1e6_1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21c03c1d1e6_1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g21c03c1d1e6_1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1c03c1d1e6_1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g21c03c1d1e6_1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1c03c1d1e6_1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21c03c1d1e6_1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21c03c1d1e6_1_2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g21c03c1d1e6_1_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21c03c1d1e6_1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g21c03c1d1e6_1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21c03c1d1e6_1_2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g21c03c1d1e6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21c03c1d1e6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g21c03c1d1e6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1c03c1d1e6_1_3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g21c03c1d1e6_1_3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43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7843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4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5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7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8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8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9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0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1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1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2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52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5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1c03c1d1e6_1_13"/>
          <p:cNvSpPr txBox="1"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1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g21c03c1d1e6_1_13"/>
          <p:cNvSpPr txBox="1">
            <a:spLocks noGrp="1"/>
          </p:cNvSpPr>
          <p:nvPr>
            <p:ph type="body" idx="1"/>
          </p:nvPr>
        </p:nvSpPr>
        <p:spPr>
          <a:xfrm>
            <a:off x="856059" y="1687115"/>
            <a:ext cx="7429499" cy="265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1pPr>
            <a:lvl2pPr marL="914400" lvl="1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2pPr>
            <a:lvl3pPr marL="1371600" lvl="2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3pPr>
            <a:lvl4pPr marL="1828800" lvl="3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4pPr>
            <a:lvl5pPr marL="2286000" lvl="4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5pPr>
            <a:lvl6pPr marL="2743200" lvl="5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6pPr>
            <a:lvl7pPr marL="3200400" lvl="6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7pPr>
            <a:lvl8pPr marL="3657600" lvl="7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8pPr>
            <a:lvl9pPr marL="4114800" lvl="8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g21c03c1d1e6_1_13"/>
          <p:cNvSpPr txBox="1">
            <a:spLocks noGrp="1"/>
          </p:cNvSpPr>
          <p:nvPr>
            <p:ph type="dt" idx="10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7" name="Google Shape;67;g21c03c1d1e6_1_13"/>
          <p:cNvSpPr txBox="1">
            <a:spLocks noGrp="1"/>
          </p:cNvSpPr>
          <p:nvPr>
            <p:ph type="ftr" idx="11"/>
          </p:nvPr>
        </p:nvSpPr>
        <p:spPr>
          <a:xfrm>
            <a:off x="856058" y="4412456"/>
            <a:ext cx="467948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8" name="Google Shape;68;g21c03c1d1e6_1_13"/>
          <p:cNvSpPr txBox="1">
            <a:spLocks noGrp="1"/>
          </p:cNvSpPr>
          <p:nvPr>
            <p:ph type="sldNum" idx="12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100"/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4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5" Type="http://schemas.openxmlformats.org/officeDocument/2006/relationships/image" Target="../media/image40.png"/><Relationship Id="rId4" Type="http://schemas.openxmlformats.org/officeDocument/2006/relationships/image" Target="../media/image43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52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12" Type="http://schemas.openxmlformats.org/officeDocument/2006/relationships/image" Target="../media/image4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png"/><Relationship Id="rId11" Type="http://schemas.openxmlformats.org/officeDocument/2006/relationships/image" Target="../media/image45.png"/><Relationship Id="rId5" Type="http://schemas.openxmlformats.org/officeDocument/2006/relationships/image" Target="../media/image48.png"/><Relationship Id="rId10" Type="http://schemas.openxmlformats.org/officeDocument/2006/relationships/image" Target="../media/image51.png"/><Relationship Id="rId4" Type="http://schemas.openxmlformats.org/officeDocument/2006/relationships/image" Target="../media/image47.png"/><Relationship Id="rId9" Type="http://schemas.openxmlformats.org/officeDocument/2006/relationships/image" Target="../media/image44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2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12" Type="http://schemas.openxmlformats.org/officeDocument/2006/relationships/image" Target="../media/image41.png"/><Relationship Id="rId17" Type="http://schemas.openxmlformats.org/officeDocument/2006/relationships/customXml" Target="../ink/ink1.xml"/><Relationship Id="rId2" Type="http://schemas.openxmlformats.org/officeDocument/2006/relationships/notesSlide" Target="../notesSlides/notesSlide38.xml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png"/><Relationship Id="rId11" Type="http://schemas.openxmlformats.org/officeDocument/2006/relationships/image" Target="../media/image45.png"/><Relationship Id="rId5" Type="http://schemas.openxmlformats.org/officeDocument/2006/relationships/image" Target="../media/image48.png"/><Relationship Id="rId15" Type="http://schemas.openxmlformats.org/officeDocument/2006/relationships/image" Target="../media/image55.png"/><Relationship Id="rId28" Type="http://schemas.openxmlformats.org/officeDocument/2006/relationships/image" Target="../media/image1290.png"/><Relationship Id="rId10" Type="http://schemas.openxmlformats.org/officeDocument/2006/relationships/image" Target="../media/image51.png"/><Relationship Id="rId4" Type="http://schemas.openxmlformats.org/officeDocument/2006/relationships/image" Target="../media/image47.png"/><Relationship Id="rId9" Type="http://schemas.openxmlformats.org/officeDocument/2006/relationships/image" Target="../media/image44.png"/><Relationship Id="rId14" Type="http://schemas.openxmlformats.org/officeDocument/2006/relationships/image" Target="../media/image54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52.png"/><Relationship Id="rId3" Type="http://schemas.openxmlformats.org/officeDocument/2006/relationships/image" Target="../media/image46.png"/><Relationship Id="rId7" Type="http://schemas.openxmlformats.org/officeDocument/2006/relationships/image" Target="../media/image40.png"/><Relationship Id="rId12" Type="http://schemas.openxmlformats.org/officeDocument/2006/relationships/image" Target="../media/image4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6.png"/><Relationship Id="rId11" Type="http://schemas.openxmlformats.org/officeDocument/2006/relationships/image" Target="../media/image45.png"/><Relationship Id="rId5" Type="http://schemas.openxmlformats.org/officeDocument/2006/relationships/image" Target="../media/image48.png"/><Relationship Id="rId10" Type="http://schemas.openxmlformats.org/officeDocument/2006/relationships/image" Target="../media/image51.png"/><Relationship Id="rId4" Type="http://schemas.openxmlformats.org/officeDocument/2006/relationships/image" Target="../media/image47.png"/><Relationship Id="rId9" Type="http://schemas.openxmlformats.org/officeDocument/2006/relationships/image" Target="../media/image50.png"/><Relationship Id="rId14" Type="http://schemas.openxmlformats.org/officeDocument/2006/relationships/image" Target="../media/image57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46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8.png"/><Relationship Id="rId5" Type="http://schemas.openxmlformats.org/officeDocument/2006/relationships/image" Target="../media/image48.png"/><Relationship Id="rId10" Type="http://schemas.openxmlformats.org/officeDocument/2006/relationships/image" Target="../media/image57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74" name="Google Shape;74;p1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75" name="Google Shape;75;p1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</a:t>
            </a:r>
            <a:r>
              <a:rPr lang="pt-BR" sz="2600" dirty="0"/>
              <a:t>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Gerardo Vilcamiza</a:t>
            </a:r>
          </a:p>
        </p:txBody>
      </p:sp>
      <p:pic>
        <p:nvPicPr>
          <p:cNvPr id="76" name="Google Shape;7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"/>
          <p:cNvSpPr txBox="1">
            <a:spLocks noGrp="1"/>
          </p:cNvSpPr>
          <p:nvPr>
            <p:ph type="title"/>
          </p:nvPr>
        </p:nvSpPr>
        <p:spPr>
          <a:xfrm>
            <a:off x="471900" y="174125"/>
            <a:ext cx="8222100" cy="13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818">
                <a:latin typeface="Arial"/>
                <a:ea typeface="Arial"/>
                <a:cs typeface="Arial"/>
                <a:sym typeface="Arial"/>
              </a:rPr>
              <a:t>Redes Recurrentes</a:t>
            </a:r>
            <a:endParaRPr sz="2818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818">
                <a:latin typeface="Arial"/>
                <a:ea typeface="Arial"/>
                <a:cs typeface="Arial"/>
                <a:sym typeface="Arial"/>
              </a:rPr>
              <a:t>Recurrent Neural Network (RNN)</a:t>
            </a:r>
            <a:endParaRPr sz="2208"/>
          </a:p>
        </p:txBody>
      </p:sp>
      <p:sp>
        <p:nvSpPr>
          <p:cNvPr id="82" name="Google Shape;82;p2"/>
          <p:cNvSpPr txBox="1">
            <a:spLocks noGrp="1"/>
          </p:cNvSpPr>
          <p:nvPr>
            <p:ph type="body" idx="1"/>
          </p:nvPr>
        </p:nvSpPr>
        <p:spPr>
          <a:xfrm>
            <a:off x="471900" y="1986025"/>
            <a:ext cx="33588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Introducción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Neurona recurrente básica. Unfolding de una RNN.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Implementación en pytorch (práctica 1)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Back propagation through time (BPTT) (básico)</a:t>
            </a:r>
            <a:endParaRPr dirty="0">
              <a:solidFill>
                <a:schemeClr val="dk2"/>
              </a:solidFill>
            </a:endParaRPr>
          </a:p>
        </p:txBody>
      </p:sp>
      <p:pic>
        <p:nvPicPr>
          <p:cNvPr id="83" name="Google Shape;8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body" idx="1"/>
          </p:nvPr>
        </p:nvSpPr>
        <p:spPr>
          <a:xfrm>
            <a:off x="4070850" y="1928300"/>
            <a:ext cx="41001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Implementación (práctica - predecir serie temporal – práctica 2) 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Arquitectura enconder-decoder (seq to seq)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Mecanismos de atención</a:t>
            </a:r>
            <a:endParaRPr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1c03c1d1e6_1_8"/>
          <p:cNvSpPr txBox="1"/>
          <p:nvPr/>
        </p:nvSpPr>
        <p:spPr>
          <a:xfrm>
            <a:off x="251252" y="1021834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Red neuronal </a:t>
            </a:r>
            <a:r>
              <a:rPr lang="en" sz="2100" b="1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favorita</a:t>
            </a: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 para el trabajo secuencias ( datos que en cuya naturaleza exista un </a:t>
            </a:r>
            <a:r>
              <a:rPr lang="en" sz="2100" b="1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comportamiento secuencial</a:t>
            </a: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):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señales temporales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series temporales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texto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habla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música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etc</a:t>
            </a:r>
            <a:endParaRPr sz="2100" b="0" i="0" u="none" strike="noStrike" cap="none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90" name="Google Shape;90;g21c03c1d1e6_1_8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Introducción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1c03c1d1e6_1_19"/>
          <p:cNvSpPr txBox="1"/>
          <p:nvPr/>
        </p:nvSpPr>
        <p:spPr>
          <a:xfrm>
            <a:off x="215950" y="795184"/>
            <a:ext cx="817785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cada paso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se repiten los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mismos cálculos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empleando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datos del paso actual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y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datos del pasado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96" name="Google Shape;96;g21c03c1d1e6_1_19"/>
          <p:cNvSpPr/>
          <p:nvPr/>
        </p:nvSpPr>
        <p:spPr>
          <a:xfrm>
            <a:off x="215950" y="1670194"/>
            <a:ext cx="8364828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i="0" u="none" strike="noStrike" cap="none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 pasos, no son necesariamente en unidad tiempo!!</a:t>
            </a:r>
            <a:endParaRPr sz="1100"/>
          </a:p>
        </p:txBody>
      </p:sp>
      <p:graphicFrame>
        <p:nvGraphicFramePr>
          <p:cNvPr id="97" name="Google Shape;97;g21c03c1d1e6_1_19"/>
          <p:cNvGraphicFramePr/>
          <p:nvPr/>
        </p:nvGraphicFramePr>
        <p:xfrm>
          <a:off x="329633" y="2887190"/>
          <a:ext cx="5436800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67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X(t=0)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X(t=1)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X(t=2)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X(t=3)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X(t=4)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X(t=5)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…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</a:t>
                      </a:r>
                      <a:r>
                        <a:rPr lang="en" sz="1800" u="none" strike="noStrike" cap="none"/>
                        <a:t>τ</a:t>
                      </a:r>
                      <a:r>
                        <a:rPr lang="en" sz="1400" u="none" strike="noStrike" cap="none"/>
                        <a:t>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8" name="Google Shape;98;g21c03c1d1e6_1_19"/>
          <p:cNvSpPr txBox="1"/>
          <p:nvPr/>
        </p:nvSpPr>
        <p:spPr>
          <a:xfrm>
            <a:off x="215950" y="2517457"/>
            <a:ext cx="3485193" cy="346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highlight>
                  <a:schemeClr val="lt1"/>
                </a:highlight>
                <a:latin typeface="Twentieth Century"/>
                <a:ea typeface="Twentieth Century"/>
                <a:cs typeface="Twentieth Century"/>
                <a:sym typeface="Twentieth Century"/>
              </a:rPr>
              <a:t>Temperatura f(t):</a:t>
            </a:r>
            <a:endParaRPr sz="1100">
              <a:solidFill>
                <a:schemeClr val="dk2"/>
              </a:solidFill>
              <a:highlight>
                <a:schemeClr val="lt1"/>
              </a:highlight>
            </a:endParaRPr>
          </a:p>
        </p:txBody>
      </p:sp>
      <p:sp>
        <p:nvSpPr>
          <p:cNvPr id="99" name="Google Shape;99;g21c03c1d1e6_1_19"/>
          <p:cNvSpPr txBox="1"/>
          <p:nvPr/>
        </p:nvSpPr>
        <p:spPr>
          <a:xfrm>
            <a:off x="215950" y="3672225"/>
            <a:ext cx="3485193" cy="346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highlight>
                  <a:schemeClr val="lt1"/>
                </a:highlight>
                <a:latin typeface="Twentieth Century"/>
                <a:ea typeface="Twentieth Century"/>
                <a:cs typeface="Twentieth Century"/>
                <a:sym typeface="Twentieth Century"/>
              </a:rPr>
              <a:t>Mensaje:</a:t>
            </a:r>
            <a:endParaRPr sz="1100">
              <a:solidFill>
                <a:schemeClr val="dk2"/>
              </a:solidFill>
              <a:highlight>
                <a:schemeClr val="lt1"/>
              </a:highlight>
            </a:endParaRPr>
          </a:p>
        </p:txBody>
      </p:sp>
      <p:graphicFrame>
        <p:nvGraphicFramePr>
          <p:cNvPr id="100" name="Google Shape;100;g21c03c1d1e6_1_19"/>
          <p:cNvGraphicFramePr/>
          <p:nvPr/>
        </p:nvGraphicFramePr>
        <p:xfrm>
          <a:off x="283564" y="4041958"/>
          <a:ext cx="5988975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74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8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8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5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1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9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27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Este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es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un 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mensaje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para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la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red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neuronal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01" name="Google Shape;101;g21c03c1d1e6_1_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19378" y="2062609"/>
            <a:ext cx="1935225" cy="275329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g21c03c1d1e6_1_19"/>
          <p:cNvSpPr/>
          <p:nvPr/>
        </p:nvSpPr>
        <p:spPr>
          <a:xfrm>
            <a:off x="7142475" y="4866501"/>
            <a:ext cx="108903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wikipedia</a:t>
            </a:r>
            <a:endParaRPr sz="14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3" name="Google Shape;103;g21c03c1d1e6_1_19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Introducción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1c03c1d1e6_1_31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pic>
        <p:nvPicPr>
          <p:cNvPr id="109" name="Google Shape;109;g21c03c1d1e6_1_31"/>
          <p:cNvPicPr preferRelativeResize="0"/>
          <p:nvPr/>
        </p:nvPicPr>
        <p:blipFill rotWithShape="1">
          <a:blip r:embed="rId3">
            <a:alphaModFix/>
          </a:blip>
          <a:srcRect t="37445" r="78933" b="-1"/>
          <a:stretch/>
        </p:blipFill>
        <p:spPr>
          <a:xfrm>
            <a:off x="363830" y="2196548"/>
            <a:ext cx="1287886" cy="2653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21c03c1d1e6_1_31"/>
          <p:cNvPicPr preferRelativeResize="0"/>
          <p:nvPr/>
        </p:nvPicPr>
        <p:blipFill rotWithShape="1">
          <a:blip r:embed="rId4">
            <a:alphaModFix/>
          </a:blip>
          <a:srcRect t="-1" b="28857"/>
          <a:stretch/>
        </p:blipFill>
        <p:spPr>
          <a:xfrm>
            <a:off x="3879646" y="2729071"/>
            <a:ext cx="5058950" cy="1616558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21c03c1d1e6_1_31"/>
          <p:cNvSpPr txBox="1"/>
          <p:nvPr/>
        </p:nvSpPr>
        <p:spPr>
          <a:xfrm>
            <a:off x="3879646" y="2275157"/>
            <a:ext cx="3918168" cy="39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Ecuaciones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12" name="Google Shape;112;g21c03c1d1e6_1_31"/>
          <p:cNvSpPr/>
          <p:nvPr/>
        </p:nvSpPr>
        <p:spPr>
          <a:xfrm>
            <a:off x="205404" y="3210338"/>
            <a:ext cx="1573700" cy="17194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3" name="Google Shape;113;g21c03c1d1e6_1_31"/>
          <p:cNvSpPr/>
          <p:nvPr/>
        </p:nvSpPr>
        <p:spPr>
          <a:xfrm>
            <a:off x="3966407" y="2873828"/>
            <a:ext cx="4813763" cy="100656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4" name="Google Shape;114;g21c03c1d1e6_1_31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Neurona recurrente básica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1c03c1d1e6_1_41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pic>
        <p:nvPicPr>
          <p:cNvPr id="120" name="Google Shape;120;g21c03c1d1e6_1_41"/>
          <p:cNvPicPr preferRelativeResize="0"/>
          <p:nvPr/>
        </p:nvPicPr>
        <p:blipFill rotWithShape="1">
          <a:blip r:embed="rId3">
            <a:alphaModFix/>
          </a:blip>
          <a:srcRect t="38451"/>
          <a:stretch/>
        </p:blipFill>
        <p:spPr>
          <a:xfrm>
            <a:off x="0" y="2255028"/>
            <a:ext cx="6288110" cy="2685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g21c03c1d1e6_1_41"/>
          <p:cNvPicPr preferRelativeResize="0"/>
          <p:nvPr/>
        </p:nvPicPr>
        <p:blipFill rotWithShape="1">
          <a:blip r:embed="rId4">
            <a:alphaModFix/>
          </a:blip>
          <a:srcRect b="28849"/>
          <a:stretch/>
        </p:blipFill>
        <p:spPr>
          <a:xfrm>
            <a:off x="5403593" y="850882"/>
            <a:ext cx="3635403" cy="1161791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g21c03c1d1e6_1_41"/>
          <p:cNvSpPr/>
          <p:nvPr/>
        </p:nvSpPr>
        <p:spPr>
          <a:xfrm>
            <a:off x="6783412" y="3312704"/>
            <a:ext cx="1394366" cy="1038746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i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</a:t>
            </a: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</a:t>
            </a:r>
            <a:r>
              <a:rPr lang="en" sz="2100" b="1" i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</a:t>
            </a: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son los mismos!!</a:t>
            </a:r>
            <a:endParaRPr sz="1100"/>
          </a:p>
        </p:txBody>
      </p:sp>
      <p:sp>
        <p:nvSpPr>
          <p:cNvPr id="123" name="Google Shape;123;g21c03c1d1e6_1_41"/>
          <p:cNvSpPr/>
          <p:nvPr/>
        </p:nvSpPr>
        <p:spPr>
          <a:xfrm>
            <a:off x="6419411" y="4593806"/>
            <a:ext cx="2298947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Parameters sharing</a:t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4" name="Google Shape;124;g21c03c1d1e6_1_41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Neurona recurrente básica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1c03c1d1e6_1_49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pic>
        <p:nvPicPr>
          <p:cNvPr id="130" name="Google Shape;130;g21c03c1d1e6_1_49"/>
          <p:cNvPicPr preferRelativeResize="0"/>
          <p:nvPr/>
        </p:nvPicPr>
        <p:blipFill rotWithShape="1">
          <a:blip r:embed="rId3">
            <a:alphaModFix/>
          </a:blip>
          <a:srcRect t="49743"/>
          <a:stretch/>
        </p:blipFill>
        <p:spPr>
          <a:xfrm>
            <a:off x="39575" y="1702200"/>
            <a:ext cx="9064849" cy="31784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g21c03c1d1e6_1_49"/>
          <p:cNvPicPr preferRelativeResize="0"/>
          <p:nvPr/>
        </p:nvPicPr>
        <p:blipFill rotWithShape="1">
          <a:blip r:embed="rId3">
            <a:alphaModFix/>
          </a:blip>
          <a:srcRect t="34136" r="19328" b="52929"/>
          <a:stretch/>
        </p:blipFill>
        <p:spPr>
          <a:xfrm>
            <a:off x="178625" y="776875"/>
            <a:ext cx="8271614" cy="925337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g21c03c1d1e6_1_49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Neurona recurrente básica</a:t>
            </a:r>
            <a:endParaRPr/>
          </a:p>
        </p:txBody>
      </p:sp>
      <p:pic>
        <p:nvPicPr>
          <p:cNvPr id="133" name="Google Shape;133;g21c03c1d1e6_1_49"/>
          <p:cNvPicPr preferRelativeResize="0"/>
          <p:nvPr/>
        </p:nvPicPr>
        <p:blipFill rotWithShape="1">
          <a:blip r:embed="rId3">
            <a:alphaModFix/>
          </a:blip>
          <a:srcRect l="10260" r="75323" b="69085"/>
          <a:stretch/>
        </p:blipFill>
        <p:spPr>
          <a:xfrm>
            <a:off x="8036725" y="3381050"/>
            <a:ext cx="1067699" cy="1597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g21c03c1d1e6_1_49"/>
          <p:cNvPicPr preferRelativeResize="0"/>
          <p:nvPr/>
        </p:nvPicPr>
        <p:blipFill rotWithShape="1">
          <a:blip r:embed="rId3">
            <a:alphaModFix/>
          </a:blip>
          <a:srcRect l="38363" t="9125" r="20692" b="72913"/>
          <a:stretch/>
        </p:blipFill>
        <p:spPr>
          <a:xfrm>
            <a:off x="5084660" y="4053275"/>
            <a:ext cx="3023139" cy="92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1c03c1d1e6_1_54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Pytorch</a:t>
            </a:r>
            <a:endParaRPr sz="2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0" name="Google Shape;140;g21c03c1d1e6_1_54"/>
          <p:cNvSpPr/>
          <p:nvPr/>
        </p:nvSpPr>
        <p:spPr>
          <a:xfrm>
            <a:off x="492617" y="4216893"/>
            <a:ext cx="7449904" cy="807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torch.nn.RNN(</a:t>
            </a:r>
            <a: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input_size, hidden_size, num_layers=1, nonlinearity=‘tanh’, …</a:t>
            </a:r>
            <a:b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		bias=True, batch_first=False, dropout=0, bidirectional=False</a:t>
            </a:r>
            <a:r>
              <a:rPr lang="en" sz="1500" b="1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500" b="1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en" sz="3300" b="1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141" name="Google Shape;141;g21c03c1d1e6_1_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450" y="1171575"/>
            <a:ext cx="8801100" cy="280035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g21c03c1d1e6_1_54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1c03c1d1e6_1_145"/>
          <p:cNvSpPr txBox="1"/>
          <p:nvPr/>
        </p:nvSpPr>
        <p:spPr>
          <a:xfrm>
            <a:off x="2044342" y="774713"/>
            <a:ext cx="48135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latin typeface="Twentieth Century"/>
                <a:ea typeface="Twentieth Century"/>
                <a:cs typeface="Twentieth Century"/>
                <a:sym typeface="Twentieth Century"/>
              </a:rPr>
              <a:t>Bi-directional </a:t>
            </a:r>
            <a:endParaRPr sz="24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2" name="Google Shape;252;g21c03c1d1e6_1_145"/>
          <p:cNvSpPr txBox="1"/>
          <p:nvPr/>
        </p:nvSpPr>
        <p:spPr>
          <a:xfrm>
            <a:off x="1173245" y="4210024"/>
            <a:ext cx="6555668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>
                <a:latin typeface="Twentieth Century"/>
                <a:ea typeface="Twentieth Century"/>
                <a:cs typeface="Twentieth Century"/>
                <a:sym typeface="Twentieth Century"/>
              </a:rPr>
              <a:t>Para la traducción, suele ser útil tener la frase entera.</a:t>
            </a:r>
            <a:endParaRPr sz="1100"/>
          </a:p>
        </p:txBody>
      </p:sp>
      <p:pic>
        <p:nvPicPr>
          <p:cNvPr id="253" name="Google Shape;253;g21c03c1d1e6_1_1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6911" y="1555124"/>
            <a:ext cx="6868339" cy="242729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21c03c1d1e6_1_1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Birideccionalidad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1c03c1d1e6_1_60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48" name="Google Shape;148;g21c03c1d1e6_1_60"/>
          <p:cNvSpPr txBox="1"/>
          <p:nvPr/>
        </p:nvSpPr>
        <p:spPr>
          <a:xfrm>
            <a:off x="516181" y="4716035"/>
            <a:ext cx="859665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Básica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49" name="Google Shape;149;g21c03c1d1e6_1_60"/>
          <p:cNvSpPr txBox="1"/>
          <p:nvPr/>
        </p:nvSpPr>
        <p:spPr>
          <a:xfrm>
            <a:off x="2608285" y="4696716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Varias hidden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0" name="Google Shape;150;g21c03c1d1e6_1_60"/>
          <p:cNvSpPr txBox="1"/>
          <p:nvPr/>
        </p:nvSpPr>
        <p:spPr>
          <a:xfrm>
            <a:off x="5102092" y="4578347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Input multivariable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1" name="Google Shape;151;g21c03c1d1e6_1_60"/>
          <p:cNvSpPr txBox="1"/>
          <p:nvPr/>
        </p:nvSpPr>
        <p:spPr>
          <a:xfrm>
            <a:off x="7243032" y="4695142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layers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2" name="Google Shape;152;g21c03c1d1e6_1_6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g21c03c1d1e6_1_60"/>
          <p:cNvSpPr/>
          <p:nvPr/>
        </p:nvSpPr>
        <p:spPr>
          <a:xfrm>
            <a:off x="2021003" y="740776"/>
            <a:ext cx="76246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Pytorch</a:t>
            </a: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4" name="Google Shape;154;g21c03c1d1e6_1_6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78264" y="2720632"/>
            <a:ext cx="1866275" cy="1583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g21c03c1d1e6_1_6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2204006" y="2180339"/>
            <a:ext cx="2344483" cy="2185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g21c03c1d1e6_1_6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4596185" y="2369524"/>
            <a:ext cx="2344481" cy="18070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g21c03c1d1e6_1_6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>
            <a:off x="6260084" y="1735063"/>
            <a:ext cx="3315094" cy="2105321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g21c03c1d1e6_1_60"/>
          <p:cNvSpPr txBox="1"/>
          <p:nvPr/>
        </p:nvSpPr>
        <p:spPr>
          <a:xfrm>
            <a:off x="4047019" y="615104"/>
            <a:ext cx="3679985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RNN_teoria.ipynb</a:t>
            </a:r>
            <a:endParaRPr sz="18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9" name="Google Shape;159;g21c03c1d1e6_1_60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1c03c1d1e6_1_75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graphicFrame>
        <p:nvGraphicFramePr>
          <p:cNvPr id="165" name="Google Shape;165;g21c03c1d1e6_1_75"/>
          <p:cNvGraphicFramePr/>
          <p:nvPr/>
        </p:nvGraphicFramePr>
        <p:xfrm>
          <a:off x="2306392" y="2494541"/>
          <a:ext cx="4879975" cy="197372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66" name="Google Shape;166;g21c03c1d1e6_1_7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g21c03c1d1e6_1_75"/>
          <p:cNvSpPr txBox="1"/>
          <p:nvPr/>
        </p:nvSpPr>
        <p:spPr>
          <a:xfrm>
            <a:off x="516181" y="4716035"/>
            <a:ext cx="859665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Básica</a:t>
            </a:r>
            <a:endParaRPr sz="1100"/>
          </a:p>
        </p:txBody>
      </p:sp>
      <p:pic>
        <p:nvPicPr>
          <p:cNvPr id="168" name="Google Shape;168;g21c03c1d1e6_1_7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78264" y="2720632"/>
            <a:ext cx="1866275" cy="1583001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g21c03c1d1e6_1_7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1c03c1d1e6_1_83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75" name="Google Shape;175;g21c03c1d1e6_1_83"/>
          <p:cNvSpPr txBox="1"/>
          <p:nvPr/>
        </p:nvSpPr>
        <p:spPr>
          <a:xfrm>
            <a:off x="271263" y="4677398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Varias hidden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76" name="Google Shape;176;g21c03c1d1e6_1_8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77" name="Google Shape;177;g21c03c1d1e6_1_83"/>
          <p:cNvGraphicFramePr/>
          <p:nvPr/>
        </p:nvGraphicFramePr>
        <p:xfrm>
          <a:off x="4131972" y="2507397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78" name="Google Shape;178;g21c03c1d1e6_1_8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195524" y="2346788"/>
            <a:ext cx="2232177" cy="2080697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g21c03c1d1e6_1_83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1c03c1d1e6_1_91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85" name="Google Shape;185;g21c03c1d1e6_1_91"/>
          <p:cNvSpPr txBox="1"/>
          <p:nvPr/>
        </p:nvSpPr>
        <p:spPr>
          <a:xfrm>
            <a:off x="411871" y="4464328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Input multivariable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86" name="Google Shape;186;g21c03c1d1e6_1_9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g21c03c1d1e6_1_9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24550" y="2292250"/>
            <a:ext cx="2344481" cy="18070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88" name="Google Shape;188;g21c03c1d1e6_1_91"/>
          <p:cNvGraphicFramePr/>
          <p:nvPr/>
        </p:nvGraphicFramePr>
        <p:xfrm>
          <a:off x="4131972" y="2507397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9" name="Google Shape;189;g21c03c1d1e6_1_91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1c03c1d1e6_1_99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95" name="Google Shape;195;g21c03c1d1e6_1_99"/>
          <p:cNvSpPr txBox="1"/>
          <p:nvPr/>
        </p:nvSpPr>
        <p:spPr>
          <a:xfrm>
            <a:off x="355735" y="4704783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layers</a:t>
            </a:r>
            <a:endParaRPr sz="1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96" name="Google Shape;196;g21c03c1d1e6_1_9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41616" y="783164"/>
            <a:ext cx="3907631" cy="3786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g21c03c1d1e6_1_9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-516892" y="1941307"/>
            <a:ext cx="3315094" cy="21053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98" name="Google Shape;198;g21c03c1d1e6_1_99"/>
          <p:cNvGraphicFramePr/>
          <p:nvPr>
            <p:extLst>
              <p:ext uri="{D42A27DB-BD31-4B8C-83A1-F6EECF244321}">
                <p14:modId xmlns:p14="http://schemas.microsoft.com/office/powerpoint/2010/main" val="3278869483"/>
              </p:ext>
            </p:extLst>
          </p:nvPr>
        </p:nvGraphicFramePr>
        <p:xfrm>
          <a:off x="4131972" y="2507397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/>
                        <a:t>y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 dirty="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9" name="Google Shape;199;g21c03c1d1e6_1_99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g21c03c1d1e6_1_10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-630182" y="1949050"/>
            <a:ext cx="3952298" cy="2247448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g21c03c1d1e6_1_107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206" name="Google Shape;206;g21c03c1d1e6_1_107"/>
          <p:cNvSpPr txBox="1"/>
          <p:nvPr/>
        </p:nvSpPr>
        <p:spPr>
          <a:xfrm>
            <a:off x="0" y="4651515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Ejercicio 1 (ver datos en colab)</a:t>
            </a:r>
            <a:endParaRPr sz="1100"/>
          </a:p>
        </p:txBody>
      </p:sp>
      <p:pic>
        <p:nvPicPr>
          <p:cNvPr id="207" name="Google Shape;207;g21c03c1d1e6_1_10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243" y="668527"/>
            <a:ext cx="3907631" cy="37861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08" name="Google Shape;208;g21c03c1d1e6_1_107"/>
          <p:cNvGraphicFramePr/>
          <p:nvPr/>
        </p:nvGraphicFramePr>
        <p:xfrm>
          <a:off x="4041734" y="687860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09" name="Google Shape;209;g21c03c1d1e6_1_107"/>
          <p:cNvGraphicFramePr/>
          <p:nvPr/>
        </p:nvGraphicFramePr>
        <p:xfrm>
          <a:off x="4041735" y="2169199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10" name="Google Shape;210;g21c03c1d1e6_1_107"/>
          <p:cNvGraphicFramePr/>
          <p:nvPr/>
        </p:nvGraphicFramePr>
        <p:xfrm>
          <a:off x="4041736" y="3639182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1" name="Google Shape;211;g21c03c1d1e6_1_107"/>
          <p:cNvSpPr txBox="1"/>
          <p:nvPr/>
        </p:nvSpPr>
        <p:spPr>
          <a:xfrm>
            <a:off x="3008065" y="1293803"/>
            <a:ext cx="103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 A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2" name="Google Shape;212;g21c03c1d1e6_1_107"/>
          <p:cNvSpPr txBox="1"/>
          <p:nvPr/>
        </p:nvSpPr>
        <p:spPr>
          <a:xfrm>
            <a:off x="3008065" y="2856657"/>
            <a:ext cx="103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 B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3" name="Google Shape;213;g21c03c1d1e6_1_107"/>
          <p:cNvSpPr txBox="1"/>
          <p:nvPr/>
        </p:nvSpPr>
        <p:spPr>
          <a:xfrm>
            <a:off x="3008065" y="4233167"/>
            <a:ext cx="103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 C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4" name="Google Shape;214;g21c03c1d1e6_1_107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1c03c1d1e6_1_120"/>
          <p:cNvSpPr txBox="1"/>
          <p:nvPr/>
        </p:nvSpPr>
        <p:spPr>
          <a:xfrm>
            <a:off x="4197697" y="2488808"/>
            <a:ext cx="4315136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000"/>
              <a:buFont typeface="Arial"/>
              <a:buNone/>
            </a:pPr>
            <a:r>
              <a:rPr lang="en" sz="30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</a:t>
            </a: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30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pensar</a:t>
            </a: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!</a:t>
            </a:r>
            <a:endParaRPr sz="1100"/>
          </a:p>
        </p:txBody>
      </p:sp>
      <p:pic>
        <p:nvPicPr>
          <p:cNvPr id="220" name="Google Shape;220;g21c03c1d1e6_1_1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3101" y="790275"/>
            <a:ext cx="2699926" cy="4274274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g21c03c1d1e6_1_120"/>
          <p:cNvSpPr/>
          <p:nvPr/>
        </p:nvSpPr>
        <p:spPr>
          <a:xfrm>
            <a:off x="3727108" y="4712811"/>
            <a:ext cx="204887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“El pensador” de Rodin</a:t>
            </a:r>
            <a:endParaRPr sz="1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2" name="Google Shape;222;g21c03c1d1e6_1_120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28" name="Google Shape;228;g21c03c1d1e6_1_126"/>
          <p:cNvSpPr txBox="1"/>
          <p:nvPr/>
        </p:nvSpPr>
        <p:spPr>
          <a:xfrm>
            <a:off x="6562579" y="3890445"/>
            <a:ext cx="2317652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desarrollo teórico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29" name="Google Shape;229;g21c03c1d1e6_1_1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3596" y="730106"/>
            <a:ext cx="8736806" cy="12501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g21c03c1d1e6_1_126" descr="Imagen de la pantalla de un video juego&#10;&#10;Descripción generada automáticamente con confianza baja"/>
          <p:cNvPicPr preferRelativeResize="0"/>
          <p:nvPr/>
        </p:nvPicPr>
        <p:blipFill rotWithShape="1">
          <a:blip r:embed="rId4">
            <a:alphaModFix/>
          </a:blip>
          <a:srcRect t="53333" b="9993"/>
          <a:stretch/>
        </p:blipFill>
        <p:spPr>
          <a:xfrm>
            <a:off x="456087" y="2173705"/>
            <a:ext cx="5589503" cy="27287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F1DAAD6-642B-8E32-7DA6-4C42DEB7A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567" y="743184"/>
            <a:ext cx="6820387" cy="4185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23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D03D3F5-78BB-F2CD-C53D-8B1DBEE312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60" y="1183753"/>
            <a:ext cx="3003975" cy="112727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10F3932-C008-1E37-1FF6-D1612E568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6984" y="1159608"/>
            <a:ext cx="4638403" cy="230284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B086223D-3C92-320C-FDA4-2986A3EC8B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416" y="3557727"/>
            <a:ext cx="7127167" cy="1384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2290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7F6C8A2-6E4B-CC35-FBCA-FE785C2AC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60" y="885652"/>
            <a:ext cx="4733925" cy="48577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9CEA9F8-4C91-6372-E31C-322AD64E5D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4981" y="885652"/>
            <a:ext cx="4377049" cy="2134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6F1E6A7D-9012-4072-5AB5-CCB5A5C9F1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85" y="3102531"/>
            <a:ext cx="7194129" cy="191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6163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1E56B2D-1A7E-B595-8FDB-6BA836414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60" y="844856"/>
            <a:ext cx="3343275" cy="4572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B87B3A4-251A-0315-F9EE-DAD61ADCB9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6641" y="954899"/>
            <a:ext cx="4611769" cy="2176646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21ECE62E-087E-6FA4-B8E1-ECB992A699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529" y="3131545"/>
            <a:ext cx="7135774" cy="1891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021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1c03c1d1e6_1_133"/>
          <p:cNvSpPr txBox="1"/>
          <p:nvPr/>
        </p:nvSpPr>
        <p:spPr>
          <a:xfrm>
            <a:off x="186760" y="950300"/>
            <a:ext cx="87705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Problemas de la RNN básica con el BPTT</a:t>
            </a:r>
            <a:endParaRPr sz="1100" dirty="0">
              <a:solidFill>
                <a:srgbClr val="FF0000"/>
              </a:solidFill>
            </a:endParaRPr>
          </a:p>
        </p:txBody>
      </p:sp>
      <p:sp>
        <p:nvSpPr>
          <p:cNvPr id="237" name="Google Shape;237;g21c03c1d1e6_1_133"/>
          <p:cNvSpPr/>
          <p:nvPr/>
        </p:nvSpPr>
        <p:spPr>
          <a:xfrm>
            <a:off x="289774" y="1906300"/>
            <a:ext cx="8306873" cy="715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Vanishing gradient 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 pérdida de aportes de long-term states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(gradientes próximos a cero)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8" name="Google Shape;238;g21c03c1d1e6_1_133"/>
          <p:cNvSpPr/>
          <p:nvPr/>
        </p:nvSpPr>
        <p:spPr>
          <a:xfrm>
            <a:off x="-95517" y="3128793"/>
            <a:ext cx="8914326" cy="715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Exploding gradient 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soluciona con clipping gradient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(gradientes mayores a 1)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0" name="Google Shape;240;g21c03c1d1e6_1_133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E8989BDB-79B9-F6F2-549F-1A2E919CA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1c03c1d1e6_1_133">
            <a:extLst>
              <a:ext uri="{FF2B5EF4-FFF2-40B4-BE49-F238E27FC236}">
                <a16:creationId xmlns:a16="http://schemas.microsoft.com/office/drawing/2014/main" id="{BFAE2EAB-886F-BCFE-64F8-DCB85D8E60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C2C499C-D332-A226-37A7-7385E67DA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979" y="708077"/>
            <a:ext cx="7739062" cy="3548951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C2626D50-BB0A-7CE8-CED4-13918AAE117F}"/>
              </a:ext>
            </a:extLst>
          </p:cNvPr>
          <p:cNvSpPr txBox="1"/>
          <p:nvPr/>
        </p:nvSpPr>
        <p:spPr>
          <a:xfrm>
            <a:off x="230269" y="4778254"/>
            <a:ext cx="8826600" cy="273152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SimpleRNNRegressor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input_size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hidden_size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num_layers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n_out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N_FUTURE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4A0F87A-9C8A-8663-A914-A1281A91E6AA}"/>
              </a:ext>
            </a:extLst>
          </p:cNvPr>
          <p:cNvSpPr txBox="1"/>
          <p:nvPr/>
        </p:nvSpPr>
        <p:spPr>
          <a:xfrm>
            <a:off x="230269" y="434605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Ver: </a:t>
            </a:r>
            <a:r>
              <a:rPr lang="es-ES" dirty="0" err="1"/>
              <a:t>RNN_vanishing_gradient.ipynb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57558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A5BFCBEE-6674-5364-871A-B54E16949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21c03c1d1e6_1_133">
            <a:extLst>
              <a:ext uri="{FF2B5EF4-FFF2-40B4-BE49-F238E27FC236}">
                <a16:creationId xmlns:a16="http://schemas.microsoft.com/office/drawing/2014/main" id="{59943719-B7F0-CEF9-97F4-CC2E49510DF5}"/>
              </a:ext>
            </a:extLst>
          </p:cNvPr>
          <p:cNvSpPr/>
          <p:nvPr/>
        </p:nvSpPr>
        <p:spPr>
          <a:xfrm>
            <a:off x="10650" y="847946"/>
            <a:ext cx="89142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Solución con otras RNN mas avanzadas (LSTM y GRU)</a:t>
            </a:r>
            <a:endParaRPr sz="1100" dirty="0"/>
          </a:p>
        </p:txBody>
      </p:sp>
      <p:sp>
        <p:nvSpPr>
          <p:cNvPr id="240" name="Google Shape;240;g21c03c1d1e6_1_133">
            <a:extLst>
              <a:ext uri="{FF2B5EF4-FFF2-40B4-BE49-F238E27FC236}">
                <a16:creationId xmlns:a16="http://schemas.microsoft.com/office/drawing/2014/main" id="{3BABCE10-BCB8-343F-0B95-7530854B2D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D5FBCD3-7FFB-B68B-0977-0638AF767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09" y="1587791"/>
            <a:ext cx="5805890" cy="29029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0751A2-BC9E-0E52-827C-A35BA93EDF5F}"/>
              </a:ext>
            </a:extLst>
          </p:cNvPr>
          <p:cNvSpPr txBox="1"/>
          <p:nvPr/>
        </p:nvSpPr>
        <p:spPr>
          <a:xfrm>
            <a:off x="2748709" y="3790151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>
                <a:solidFill>
                  <a:srgbClr val="FF0000"/>
                </a:solidFill>
              </a:rPr>
              <a:t>Input gate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734DE2-F282-0BE7-B8DD-4BF48C91805E}"/>
              </a:ext>
            </a:extLst>
          </p:cNvPr>
          <p:cNvSpPr txBox="1"/>
          <p:nvPr/>
        </p:nvSpPr>
        <p:spPr>
          <a:xfrm>
            <a:off x="1900410" y="2049485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 err="1">
                <a:solidFill>
                  <a:srgbClr val="FF0000"/>
                </a:solidFill>
              </a:rPr>
              <a:t>forget</a:t>
            </a:r>
            <a:r>
              <a:rPr lang="es-AR" sz="1400" dirty="0">
                <a:solidFill>
                  <a:srgbClr val="FF0000"/>
                </a:solidFill>
              </a:rPr>
              <a:t> gate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4A93BA-BBF1-200A-33A5-9EDC6860B6B2}"/>
              </a:ext>
            </a:extLst>
          </p:cNvPr>
          <p:cNvSpPr txBox="1"/>
          <p:nvPr/>
        </p:nvSpPr>
        <p:spPr>
          <a:xfrm>
            <a:off x="4092769" y="4076242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>
                <a:solidFill>
                  <a:srgbClr val="FF0000"/>
                </a:solidFill>
              </a:rPr>
              <a:t>output gate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E894D3-9313-884A-867C-991982DDDFD3}"/>
              </a:ext>
            </a:extLst>
          </p:cNvPr>
          <p:cNvSpPr/>
          <p:nvPr/>
        </p:nvSpPr>
        <p:spPr>
          <a:xfrm>
            <a:off x="98250" y="4661047"/>
            <a:ext cx="666610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AR" dirty="0"/>
              <a:t>https://blog.floydhub.com/long-short-term-memory-from-zero-to-hero-with-pytorch/</a:t>
            </a:r>
          </a:p>
        </p:txBody>
      </p:sp>
    </p:spTree>
    <p:extLst>
      <p:ext uri="{BB962C8B-B14F-4D97-AF65-F5344CB8AC3E}">
        <p14:creationId xmlns:p14="http://schemas.microsoft.com/office/powerpoint/2010/main" val="30641819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6748909B-8DF3-148F-A399-0EE473002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BCD5B1-74EF-2478-979A-41633BC357D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609" t="12548" r="18573" b="8029"/>
          <a:stretch/>
        </p:blipFill>
        <p:spPr>
          <a:xfrm>
            <a:off x="466323" y="1180091"/>
            <a:ext cx="5053127" cy="3591982"/>
          </a:xfrm>
          <a:prstGeom prst="rect">
            <a:avLst/>
          </a:prstGeom>
        </p:spPr>
      </p:pic>
      <p:sp>
        <p:nvSpPr>
          <p:cNvPr id="239" name="Google Shape;239;g21c03c1d1e6_1_133">
            <a:extLst>
              <a:ext uri="{FF2B5EF4-FFF2-40B4-BE49-F238E27FC236}">
                <a16:creationId xmlns:a16="http://schemas.microsoft.com/office/drawing/2014/main" id="{95CA89FD-2F4A-8478-5E4E-1D05F7CF1665}"/>
              </a:ext>
            </a:extLst>
          </p:cNvPr>
          <p:cNvSpPr/>
          <p:nvPr/>
        </p:nvSpPr>
        <p:spPr>
          <a:xfrm>
            <a:off x="54450" y="727107"/>
            <a:ext cx="89142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Solución con otras RNN mas avanzadas (LSTM y GRU)</a:t>
            </a:r>
            <a:endParaRPr sz="1100" dirty="0"/>
          </a:p>
        </p:txBody>
      </p:sp>
      <p:sp>
        <p:nvSpPr>
          <p:cNvPr id="240" name="Google Shape;240;g21c03c1d1e6_1_133">
            <a:extLst>
              <a:ext uri="{FF2B5EF4-FFF2-40B4-BE49-F238E27FC236}">
                <a16:creationId xmlns:a16="http://schemas.microsoft.com/office/drawing/2014/main" id="{3CBDDE66-D116-26DF-3BDF-09DC57CD7E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CFD0A2-88F0-4AE4-7F1B-9F16BBC3122C}"/>
              </a:ext>
            </a:extLst>
          </p:cNvPr>
          <p:cNvSpPr txBox="1"/>
          <p:nvPr/>
        </p:nvSpPr>
        <p:spPr>
          <a:xfrm>
            <a:off x="2126255" y="2145984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 err="1">
                <a:solidFill>
                  <a:srgbClr val="FF0000"/>
                </a:solidFill>
              </a:rPr>
              <a:t>reset</a:t>
            </a:r>
            <a:r>
              <a:rPr lang="es-AR" sz="1400" dirty="0">
                <a:solidFill>
                  <a:srgbClr val="FF0000"/>
                </a:solidFill>
              </a:rPr>
              <a:t> gate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4E8ACB-9FB5-EF51-BBFD-4D43E4723E28}"/>
              </a:ext>
            </a:extLst>
          </p:cNvPr>
          <p:cNvSpPr txBox="1"/>
          <p:nvPr/>
        </p:nvSpPr>
        <p:spPr>
          <a:xfrm>
            <a:off x="974993" y="1478857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 err="1">
                <a:solidFill>
                  <a:srgbClr val="FF0000"/>
                </a:solidFill>
              </a:rPr>
              <a:t>update</a:t>
            </a:r>
            <a:r>
              <a:rPr lang="es-AR" sz="1400" dirty="0">
                <a:solidFill>
                  <a:srgbClr val="FF0000"/>
                </a:solidFill>
              </a:rPr>
              <a:t> gate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83B887-C749-C288-7354-0A08D04B3CA0}"/>
              </a:ext>
            </a:extLst>
          </p:cNvPr>
          <p:cNvSpPr/>
          <p:nvPr/>
        </p:nvSpPr>
        <p:spPr>
          <a:xfrm>
            <a:off x="252146" y="4733631"/>
            <a:ext cx="615967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AR" dirty="0"/>
              <a:t>https://towardsdatascience.com/understanding-gru-networks-2ef37df6c9be</a:t>
            </a:r>
          </a:p>
        </p:txBody>
      </p:sp>
    </p:spTree>
    <p:extLst>
      <p:ext uri="{BB962C8B-B14F-4D97-AF65-F5344CB8AC3E}">
        <p14:creationId xmlns:p14="http://schemas.microsoft.com/office/powerpoint/2010/main" val="2387514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1c03c1d1e6_1_187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vs Tapped Delayed MLP</a:t>
            </a:r>
            <a:endParaRPr sz="1100"/>
          </a:p>
        </p:txBody>
      </p:sp>
      <p:graphicFrame>
        <p:nvGraphicFramePr>
          <p:cNvPr id="301" name="Google Shape;301;g21c03c1d1e6_1_187"/>
          <p:cNvGraphicFramePr/>
          <p:nvPr/>
        </p:nvGraphicFramePr>
        <p:xfrm>
          <a:off x="714776" y="1185909"/>
          <a:ext cx="7389000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73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X(t=0)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X(t=1)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X(t=2)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X(t=3)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X(t=4)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X(t=5)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X(t=6)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X(t=7)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…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</a:t>
                      </a:r>
                      <a:r>
                        <a:rPr lang="en" sz="1800"/>
                        <a:t>τ</a:t>
                      </a:r>
                      <a:r>
                        <a:rPr lang="en" sz="1400"/>
                        <a:t>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2" name="Google Shape;302;g21c03c1d1e6_1_187"/>
          <p:cNvSpPr txBox="1"/>
          <p:nvPr/>
        </p:nvSpPr>
        <p:spPr>
          <a:xfrm>
            <a:off x="2868923" y="4658677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RNN_signal_TP.ipynb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03" name="Google Shape;303;g21c03c1d1e6_1_18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981" y="1890670"/>
            <a:ext cx="3521869" cy="271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g21c03c1d1e6_1_18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2000" y="1885939"/>
            <a:ext cx="3870101" cy="2719357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g21c03c1d1e6_1_1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de modelos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g21c03c1d1e6_1_1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867" y="1043643"/>
            <a:ext cx="8080892" cy="367490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g21c03c1d1e6_1_140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¡Un merecido descanso!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1c03c1d1e6_1_151"/>
          <p:cNvSpPr/>
          <p:nvPr/>
        </p:nvSpPr>
        <p:spPr>
          <a:xfrm>
            <a:off x="222159" y="4901126"/>
            <a:ext cx="798812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https://towardsdatascience.com/what-is-an-encoder-decoder-model-86b3d57c5e1a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60" name="Google Shape;260;g21c03c1d1e6_1_151"/>
          <p:cNvPicPr preferRelativeResize="0"/>
          <p:nvPr/>
        </p:nvPicPr>
        <p:blipFill rotWithShape="1">
          <a:blip r:embed="rId3">
            <a:alphaModFix/>
          </a:blip>
          <a:srcRect t="16398" b="28055"/>
          <a:stretch/>
        </p:blipFill>
        <p:spPr>
          <a:xfrm>
            <a:off x="902929" y="1070598"/>
            <a:ext cx="7307351" cy="2145451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21c03c1d1e6_1_151"/>
          <p:cNvSpPr/>
          <p:nvPr/>
        </p:nvSpPr>
        <p:spPr>
          <a:xfrm>
            <a:off x="3860355" y="3216049"/>
            <a:ext cx="4868303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RNN de distinto tamaño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 Hidden state que “resume” toda la información de la input.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Flexibilidad máxima para inputs/outputs de distinta longitud</a:t>
            </a:r>
            <a:endParaRPr sz="1100"/>
          </a:p>
        </p:txBody>
      </p:sp>
      <p:pic>
        <p:nvPicPr>
          <p:cNvPr id="262" name="Google Shape;262;g21c03c1d1e6_1_151"/>
          <p:cNvPicPr preferRelativeResize="0"/>
          <p:nvPr/>
        </p:nvPicPr>
        <p:blipFill rotWithShape="1">
          <a:blip r:embed="rId4">
            <a:alphaModFix/>
          </a:blip>
          <a:srcRect l="3577" t="7243" r="3320" b="11375"/>
          <a:stretch/>
        </p:blipFill>
        <p:spPr>
          <a:xfrm>
            <a:off x="222160" y="3351542"/>
            <a:ext cx="2946044" cy="155248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g21c03c1d1e6_1_1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g21c03c1d1e6_1_15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2160" y="1724126"/>
            <a:ext cx="8592315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g21c03c1d1e6_1_159"/>
          <p:cNvSpPr/>
          <p:nvPr/>
        </p:nvSpPr>
        <p:spPr>
          <a:xfrm>
            <a:off x="222160" y="4678127"/>
            <a:ext cx="453513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https://brunomaga.github.io/AI-Supercomputing-2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70" name="Google Shape;270;g21c03c1d1e6_1_159"/>
          <p:cNvSpPr/>
          <p:nvPr/>
        </p:nvSpPr>
        <p:spPr>
          <a:xfrm>
            <a:off x="3097280" y="3726450"/>
            <a:ext cx="12159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Unfolded!!!!</a:t>
            </a:r>
            <a:endParaRPr/>
          </a:p>
        </p:txBody>
      </p:sp>
      <p:sp>
        <p:nvSpPr>
          <p:cNvPr id="271" name="Google Shape;271;g21c03c1d1e6_1_1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g21c03c1d1e6_1_166"/>
          <p:cNvPicPr preferRelativeResize="0"/>
          <p:nvPr/>
        </p:nvPicPr>
        <p:blipFill rotWithShape="1">
          <a:blip r:embed="rId3">
            <a:alphaModFix/>
          </a:blip>
          <a:srcRect l="37785"/>
          <a:stretch/>
        </p:blipFill>
        <p:spPr>
          <a:xfrm>
            <a:off x="3646955" y="1112010"/>
            <a:ext cx="5345718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g21c03c1d1e6_1_166"/>
          <p:cNvSpPr/>
          <p:nvPr/>
        </p:nvSpPr>
        <p:spPr>
          <a:xfrm>
            <a:off x="222160" y="4678127"/>
            <a:ext cx="453513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https://brunomaga.github.io/AI-Supercomputing-2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78" name="Google Shape;278;g21c03c1d1e6_1_166"/>
          <p:cNvSpPr/>
          <p:nvPr/>
        </p:nvSpPr>
        <p:spPr>
          <a:xfrm>
            <a:off x="504296" y="3191198"/>
            <a:ext cx="2667413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Siempre leen la secuencia entera</a:t>
            </a:r>
            <a:endParaRPr sz="1100"/>
          </a:p>
        </p:txBody>
      </p:sp>
      <p:pic>
        <p:nvPicPr>
          <p:cNvPr id="279" name="Google Shape;279;g21c03c1d1e6_1_166"/>
          <p:cNvPicPr preferRelativeResize="0"/>
          <p:nvPr/>
        </p:nvPicPr>
        <p:blipFill rotWithShape="1">
          <a:blip r:embed="rId3">
            <a:alphaModFix/>
          </a:blip>
          <a:srcRect r="62273"/>
          <a:stretch/>
        </p:blipFill>
        <p:spPr>
          <a:xfrm>
            <a:off x="227129" y="1112010"/>
            <a:ext cx="3241627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g21c03c1d1e6_1_166"/>
          <p:cNvSpPr/>
          <p:nvPr/>
        </p:nvSpPr>
        <p:spPr>
          <a:xfrm>
            <a:off x="504296" y="3900038"/>
            <a:ext cx="2667413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Emiten un hidden state final</a:t>
            </a:r>
            <a:endParaRPr sz="1100"/>
          </a:p>
        </p:txBody>
      </p:sp>
      <p:sp>
        <p:nvSpPr>
          <p:cNvPr id="281" name="Google Shape;281;g21c03c1d1e6_1_166"/>
          <p:cNvSpPr/>
          <p:nvPr/>
        </p:nvSpPr>
        <p:spPr>
          <a:xfrm>
            <a:off x="3652400" y="3191198"/>
            <a:ext cx="4885544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DECODER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for i in range(len(y_deseado):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		genero_token</a:t>
            </a: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Uso 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while last_token =! &lt;EOS&gt;: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	genero_token</a:t>
            </a: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2" name="Google Shape;282;g21c03c1d1e6_1_166"/>
          <p:cNvSpPr/>
          <p:nvPr/>
        </p:nvSpPr>
        <p:spPr>
          <a:xfrm>
            <a:off x="7125838" y="4736501"/>
            <a:ext cx="19605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TEACHER FORCING!!!</a:t>
            </a: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3" name="Google Shape;283;g21c03c1d1e6_1_1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1c03c1d1e6_1_177"/>
          <p:cNvSpPr txBox="1"/>
          <p:nvPr/>
        </p:nvSpPr>
        <p:spPr>
          <a:xfrm>
            <a:off x="1185903" y="669650"/>
            <a:ext cx="64548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Arquitecturas flexibles IN/OUT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89" name="Google Shape;289;g21c03c1d1e6_1_17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078939"/>
            <a:ext cx="9143998" cy="286223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g21c03c1d1e6_1_177"/>
          <p:cNvSpPr txBox="1"/>
          <p:nvPr/>
        </p:nvSpPr>
        <p:spPr>
          <a:xfrm>
            <a:off x="330020" y="4045863"/>
            <a:ext cx="560232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latin typeface="Twentieth Century"/>
                <a:ea typeface="Twentieth Century"/>
                <a:cs typeface="Twentieth Century"/>
                <a:sym typeface="Twentieth Century"/>
              </a:rPr>
              <a:t>MLP</a:t>
            </a:r>
            <a:endParaRPr sz="1100"/>
          </a:p>
        </p:txBody>
      </p:sp>
      <p:sp>
        <p:nvSpPr>
          <p:cNvPr id="291" name="Google Shape;291;g21c03c1d1e6_1_177"/>
          <p:cNvSpPr txBox="1"/>
          <p:nvPr/>
        </p:nvSpPr>
        <p:spPr>
          <a:xfrm>
            <a:off x="1418285" y="4045863"/>
            <a:ext cx="1382870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Img captioning</a:t>
            </a:r>
            <a:endParaRPr sz="14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2" name="Google Shape;292;g21c03c1d1e6_1_177"/>
          <p:cNvSpPr txBox="1"/>
          <p:nvPr/>
        </p:nvSpPr>
        <p:spPr>
          <a:xfrm>
            <a:off x="3189130" y="3729921"/>
            <a:ext cx="1658292" cy="609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Regresión</a:t>
            </a:r>
            <a:endParaRPr sz="1100" dirty="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Classificacion</a:t>
            </a:r>
            <a:endParaRPr sz="14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Sentiment classification</a:t>
            </a:r>
            <a:endParaRPr sz="14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Resumen de videos</a:t>
            </a:r>
            <a:endParaRPr sz="1100" dirty="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endParaRPr sz="14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3" name="Google Shape;293;g21c03c1d1e6_1_177"/>
          <p:cNvSpPr txBox="1"/>
          <p:nvPr/>
        </p:nvSpPr>
        <p:spPr>
          <a:xfrm>
            <a:off x="5100033" y="4045863"/>
            <a:ext cx="2327857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Regresión varios futuros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Traducción</a:t>
            </a:r>
            <a:endParaRPr sz="1100"/>
          </a:p>
        </p:txBody>
      </p:sp>
      <p:sp>
        <p:nvSpPr>
          <p:cNvPr id="294" name="Google Shape;294;g21c03c1d1e6_1_177"/>
          <p:cNvSpPr txBox="1"/>
          <p:nvPr/>
        </p:nvSpPr>
        <p:spPr>
          <a:xfrm>
            <a:off x="7532531" y="4045863"/>
            <a:ext cx="1276618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Video class frame lvl</a:t>
            </a:r>
            <a:endParaRPr sz="14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5" name="Google Shape;295;g21c03c1d1e6_1_1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Arquitectura enconder-decoder (seq to seq)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1c03c1d1e6_1_187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vs Tapped Delayed MLP</a:t>
            </a:r>
            <a:endParaRPr sz="1100"/>
          </a:p>
        </p:txBody>
      </p:sp>
      <p:graphicFrame>
        <p:nvGraphicFramePr>
          <p:cNvPr id="301" name="Google Shape;301;g21c03c1d1e6_1_187"/>
          <p:cNvGraphicFramePr/>
          <p:nvPr/>
        </p:nvGraphicFramePr>
        <p:xfrm>
          <a:off x="714776" y="1185909"/>
          <a:ext cx="7389000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73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X(t=0)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X(t=1)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X(t=2)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X(t=3)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X(t=4)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X(t=5)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X(t=6)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X(t=7)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…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</a:t>
                      </a:r>
                      <a:r>
                        <a:rPr lang="en" sz="1800"/>
                        <a:t>τ</a:t>
                      </a:r>
                      <a:r>
                        <a:rPr lang="en" sz="1400"/>
                        <a:t>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2" name="Google Shape;302;g21c03c1d1e6_1_187"/>
          <p:cNvSpPr txBox="1"/>
          <p:nvPr/>
        </p:nvSpPr>
        <p:spPr>
          <a:xfrm>
            <a:off x="2349236" y="3957591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RNN_enc_dec.ipynb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05" name="Google Shape;305;g21c03c1d1e6_1_1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Implementación de modelos enconder-decoder</a:t>
            </a:r>
            <a:endParaRPr dirty="0"/>
          </a:p>
        </p:txBody>
      </p:sp>
      <p:pic>
        <p:nvPicPr>
          <p:cNvPr id="2" name="Google Shape;268;g21c03c1d1e6_1_159">
            <a:extLst>
              <a:ext uri="{FF2B5EF4-FFF2-40B4-BE49-F238E27FC236}">
                <a16:creationId xmlns:a16="http://schemas.microsoft.com/office/drawing/2014/main" id="{8EE2EC0A-B294-4082-D5F3-773F74E554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40939" y="2204095"/>
            <a:ext cx="7262122" cy="149981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154685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1c03c1d1e6_1_196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11" name="Google Shape;311;g21c03c1d1e6_1_196"/>
          <p:cNvSpPr/>
          <p:nvPr/>
        </p:nvSpPr>
        <p:spPr>
          <a:xfrm>
            <a:off x="126827" y="3143861"/>
            <a:ext cx="8890343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El mecanismo de atención permite al decoder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utilizar las partes más relevantes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de la entrada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como una suma ponderada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del vector de entrada codificados para predecir la siguiente palabra.</a:t>
            </a:r>
            <a:endParaRPr sz="110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 i="1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Una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palabra relevante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tendrá un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mayor peso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que una palabra no relevante</a:t>
            </a:r>
            <a:endParaRPr sz="2100" i="1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12" name="Google Shape;312;g21c03c1d1e6_1_1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0786" y="1027707"/>
            <a:ext cx="7242428" cy="184561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g21c03c1d1e6_1_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Mecanismos de atención</a:t>
            </a:r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g21c03c1d1e6_1_20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66929" y="1139789"/>
            <a:ext cx="5815013" cy="319325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g21c03c1d1e6_1_202"/>
          <p:cNvSpPr txBox="1"/>
          <p:nvPr/>
        </p:nvSpPr>
        <p:spPr>
          <a:xfrm>
            <a:off x="3208593" y="2821603"/>
            <a:ext cx="653497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20" name="Google Shape;320;g21c03c1d1e6_1_202"/>
          <p:cNvSpPr txBox="1"/>
          <p:nvPr/>
        </p:nvSpPr>
        <p:spPr>
          <a:xfrm>
            <a:off x="69575" y="705513"/>
            <a:ext cx="5608200" cy="3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en bibliografía: cs224n-2021-lecture07-nmt.pdf</a:t>
            </a:r>
            <a:endParaRPr sz="1100"/>
          </a:p>
        </p:txBody>
      </p:sp>
      <p:sp>
        <p:nvSpPr>
          <p:cNvPr id="321" name="Google Shape;321;g21c03c1d1e6_1_202"/>
          <p:cNvSpPr/>
          <p:nvPr/>
        </p:nvSpPr>
        <p:spPr>
          <a:xfrm>
            <a:off x="1266929" y="1242392"/>
            <a:ext cx="2927384" cy="157921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22" name="Google Shape;322;g21c03c1d1e6_1_202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23" name="Google Shape;323;g21c03c1d1e6_1_20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Google Shape;328;g21c03c1d1e6_1_2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66929" y="1139789"/>
            <a:ext cx="5815013" cy="3193256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g21c03c1d1e6_1_210"/>
          <p:cNvSpPr txBox="1"/>
          <p:nvPr/>
        </p:nvSpPr>
        <p:spPr>
          <a:xfrm>
            <a:off x="3208593" y="2821603"/>
            <a:ext cx="653497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0" name="Google Shape;330;g21c03c1d1e6_1_210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1" name="Google Shape;331;g21c03c1d1e6_1_210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2" name="Google Shape;332;g21c03c1d1e6_1_210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33" name="Google Shape;333;g21c03c1d1e6_1_2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g21c03c1d1e6_1_2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706" y="1012815"/>
            <a:ext cx="5700713" cy="3536156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g21c03c1d1e6_1_219"/>
          <p:cNvSpPr txBox="1"/>
          <p:nvPr/>
        </p:nvSpPr>
        <p:spPr>
          <a:xfrm>
            <a:off x="3024512" y="3030325"/>
            <a:ext cx="653497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0" name="Google Shape;340;g21c03c1d1e6_1_219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1" name="Google Shape;341;g21c03c1d1e6_1_219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2" name="Google Shape;342;g21c03c1d1e6_1_219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3" name="Google Shape;343;g21c03c1d1e6_1_219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4" name="Google Shape;344;g21c03c1d1e6_1_219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45" name="Google Shape;345;g21c03c1d1e6_1_21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21c03c1d1e6_1_229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1" name="Google Shape;351;g21c03c1d1e6_1_229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2" name="Google Shape;352;g21c03c1d1e6_1_229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pic>
        <p:nvPicPr>
          <p:cNvPr id="353" name="Google Shape;353;g21c03c1d1e6_1_22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08850" y="1127985"/>
            <a:ext cx="5693569" cy="3579019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g21c03c1d1e6_1_229"/>
          <p:cNvSpPr txBox="1"/>
          <p:nvPr/>
        </p:nvSpPr>
        <p:spPr>
          <a:xfrm>
            <a:off x="2944999" y="3130957"/>
            <a:ext cx="653497" cy="300082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5" name="Google Shape;355;g21c03c1d1e6_1_229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6" name="Google Shape;356;g21c03c1d1e6_1_229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7" name="Google Shape;357;g21c03c1d1e6_1_229"/>
          <p:cNvSpPr txBox="1"/>
          <p:nvPr/>
        </p:nvSpPr>
        <p:spPr>
          <a:xfrm>
            <a:off x="1523726" y="742479"/>
            <a:ext cx="1358162" cy="530914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b="-13672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8" name="Google Shape;358;g21c03c1d1e6_1_229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11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9" name="Google Shape;359;g21c03c1d1e6_1_229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12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0" name="Google Shape;360;g21c03c1d1e6_1_229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1" name="Google Shape;361;g21c03c1d1e6_1_229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62" name="Google Shape;362;g21c03c1d1e6_1_2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21c03c1d1e6_1_244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8" name="Google Shape;368;g21c03c1d1e6_1_244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9" name="Google Shape;369;g21c03c1d1e6_1_244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pic>
        <p:nvPicPr>
          <p:cNvPr id="370" name="Google Shape;370;g21c03c1d1e6_1_24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08850" y="1127985"/>
            <a:ext cx="5693569" cy="3579019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g21c03c1d1e6_1_244"/>
          <p:cNvSpPr txBox="1"/>
          <p:nvPr/>
        </p:nvSpPr>
        <p:spPr>
          <a:xfrm>
            <a:off x="2944999" y="3130957"/>
            <a:ext cx="653497" cy="300082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2" name="Google Shape;372;g21c03c1d1e6_1_244"/>
          <p:cNvSpPr txBox="1"/>
          <p:nvPr/>
        </p:nvSpPr>
        <p:spPr>
          <a:xfrm>
            <a:off x="835163" y="4425529"/>
            <a:ext cx="1170333" cy="300082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3" name="Google Shape;373;g21c03c1d1e6_1_244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4" name="Google Shape;374;g21c03c1d1e6_1_244"/>
          <p:cNvSpPr txBox="1"/>
          <p:nvPr/>
        </p:nvSpPr>
        <p:spPr>
          <a:xfrm>
            <a:off x="1523726" y="742479"/>
            <a:ext cx="1358162" cy="530914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b="-13672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5" name="Google Shape;375;g21c03c1d1e6_1_244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11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6" name="Google Shape;376;g21c03c1d1e6_1_244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12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7" name="Google Shape;377;g21c03c1d1e6_1_244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8" name="Google Shape;378;g21c03c1d1e6_1_244"/>
          <p:cNvSpPr txBox="1"/>
          <p:nvPr/>
        </p:nvSpPr>
        <p:spPr>
          <a:xfrm>
            <a:off x="3598496" y="3379823"/>
            <a:ext cx="1170333" cy="300082"/>
          </a:xfrm>
          <a:prstGeom prst="rect">
            <a:avLst/>
          </a:prstGeom>
          <a:blipFill rotWithShape="1">
            <a:blip r:embed="rId14">
              <a:alphaModFix/>
            </a:blip>
            <a:stretch>
              <a:fillRect b="-909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9" name="Google Shape;379;g21c03c1d1e6_1_244"/>
          <p:cNvSpPr txBox="1"/>
          <p:nvPr/>
        </p:nvSpPr>
        <p:spPr>
          <a:xfrm>
            <a:off x="2470408" y="1097744"/>
            <a:ext cx="1170333" cy="300083"/>
          </a:xfrm>
          <a:prstGeom prst="rect">
            <a:avLst/>
          </a:prstGeom>
          <a:blipFill rotWithShape="1">
            <a:blip r:embed="rId1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0" name="Google Shape;380;g21c03c1d1e6_1_244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16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1" name="Google Shape;381;g21c03c1d1e6_1_244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82" name="Google Shape;382;g21c03c1d1e6_1_2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76C2998-CBB3-091B-EC9D-A54147A09367}"/>
                  </a:ext>
                </a:extLst>
              </p14:cNvPr>
              <p14:cNvContentPartPr/>
              <p14:nvPr/>
            </p14:nvContentPartPr>
            <p14:xfrm>
              <a:off x="2887020" y="4287420"/>
              <a:ext cx="6480" cy="39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76C2998-CBB3-091B-EC9D-A54147A0936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2880900" y="4281300"/>
                <a:ext cx="18720" cy="51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1c03c1d1e6_1_262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8" name="Google Shape;388;g21c03c1d1e6_1_262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9" name="Google Shape;389;g21c03c1d1e6_1_262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pic>
        <p:nvPicPr>
          <p:cNvPr id="390" name="Google Shape;390;g21c03c1d1e6_1_26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37412" y="1135129"/>
            <a:ext cx="5765006" cy="3571875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g21c03c1d1e6_1_262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2" name="Google Shape;392;g21c03c1d1e6_1_262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3" name="Google Shape;393;g21c03c1d1e6_1_262"/>
          <p:cNvSpPr txBox="1"/>
          <p:nvPr/>
        </p:nvSpPr>
        <p:spPr>
          <a:xfrm>
            <a:off x="2944999" y="3130957"/>
            <a:ext cx="653497" cy="300082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4" name="Google Shape;394;g21c03c1d1e6_1_262"/>
          <p:cNvSpPr txBox="1"/>
          <p:nvPr/>
        </p:nvSpPr>
        <p:spPr>
          <a:xfrm>
            <a:off x="1523726" y="742479"/>
            <a:ext cx="1358162" cy="530914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b="-13672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5" name="Google Shape;395;g21c03c1d1e6_1_262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11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6" name="Google Shape;396;g21c03c1d1e6_1_262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12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7" name="Google Shape;397;g21c03c1d1e6_1_262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8" name="Google Shape;398;g21c03c1d1e6_1_262"/>
          <p:cNvSpPr txBox="1"/>
          <p:nvPr/>
        </p:nvSpPr>
        <p:spPr>
          <a:xfrm>
            <a:off x="5617569" y="2380774"/>
            <a:ext cx="3331921" cy="230833"/>
          </a:xfrm>
          <a:prstGeom prst="rect">
            <a:avLst/>
          </a:prstGeom>
          <a:blipFill rotWithShape="1">
            <a:blip r:embed="rId14">
              <a:alphaModFix/>
            </a:blip>
            <a:stretch>
              <a:fillRect t="-3999" r="-411" b="-35997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9" name="Google Shape;399;g21c03c1d1e6_1_262"/>
          <p:cNvSpPr/>
          <p:nvPr/>
        </p:nvSpPr>
        <p:spPr>
          <a:xfrm>
            <a:off x="8468139" y="1854172"/>
            <a:ext cx="208722" cy="373069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3"/>
          </a:solidFill>
          <a:ln w="15875" cap="flat" cmpd="sng">
            <a:solidFill>
              <a:srgbClr val="9940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0" name="Google Shape;400;g21c03c1d1e6_1_262"/>
          <p:cNvSpPr txBox="1"/>
          <p:nvPr/>
        </p:nvSpPr>
        <p:spPr>
          <a:xfrm>
            <a:off x="8170942" y="1517726"/>
            <a:ext cx="8031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NUEVO!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1" name="Google Shape;401;g21c03c1d1e6_1_262"/>
          <p:cNvSpPr/>
          <p:nvPr/>
        </p:nvSpPr>
        <p:spPr>
          <a:xfrm>
            <a:off x="6795022" y="4532322"/>
            <a:ext cx="265624" cy="548349"/>
          </a:xfrm>
          <a:prstGeom prst="rightBrace">
            <a:avLst>
              <a:gd name="adj1" fmla="val 8333"/>
              <a:gd name="adj2" fmla="val 50000"/>
            </a:avLst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2" name="Google Shape;402;g21c03c1d1e6_1_262"/>
          <p:cNvSpPr txBox="1"/>
          <p:nvPr/>
        </p:nvSpPr>
        <p:spPr>
          <a:xfrm>
            <a:off x="7060645" y="4451002"/>
            <a:ext cx="1702452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SOLO CUENTAS!!!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 HAY PARAMETROS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3" name="Google Shape;403;g21c03c1d1e6_1_262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404" name="Google Shape;404;g21c03c1d1e6_1_2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1c03c1d1e6_1_282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0" name="Google Shape;410;g21c03c1d1e6_1_282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1" name="Google Shape;411;g21c03c1d1e6_1_282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grpSp>
        <p:nvGrpSpPr>
          <p:cNvPr id="412" name="Google Shape;412;g21c03c1d1e6_1_282"/>
          <p:cNvGrpSpPr/>
          <p:nvPr/>
        </p:nvGrpSpPr>
        <p:grpSpPr>
          <a:xfrm>
            <a:off x="878282" y="1154124"/>
            <a:ext cx="5886450" cy="3500438"/>
            <a:chOff x="1171043" y="1538832"/>
            <a:chExt cx="7848600" cy="4667250"/>
          </a:xfrm>
        </p:grpSpPr>
        <p:pic>
          <p:nvPicPr>
            <p:cNvPr id="413" name="Google Shape;413;g21c03c1d1e6_1_282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171043" y="1538832"/>
              <a:ext cx="7848600" cy="46672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4" name="Google Shape;414;g21c03c1d1e6_1_282"/>
            <p:cNvSpPr/>
            <p:nvPr/>
          </p:nvSpPr>
          <p:spPr>
            <a:xfrm>
              <a:off x="5526157" y="4152296"/>
              <a:ext cx="2637182" cy="2053786"/>
            </a:xfrm>
            <a:prstGeom prst="rect">
              <a:avLst/>
            </a:prstGeom>
            <a:solidFill>
              <a:schemeClr val="lt1"/>
            </a:solidFill>
            <a:ln w="158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sp>
        <p:nvSpPr>
          <p:cNvPr id="415" name="Google Shape;415;g21c03c1d1e6_1_282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6" name="Google Shape;416;g21c03c1d1e6_1_282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7" name="Google Shape;417;g21c03c1d1e6_1_282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8" name="Google Shape;418;g21c03c1d1e6_1_282"/>
          <p:cNvSpPr txBox="1"/>
          <p:nvPr/>
        </p:nvSpPr>
        <p:spPr>
          <a:xfrm>
            <a:off x="5617569" y="2380774"/>
            <a:ext cx="3331921" cy="230833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t="-3999" r="-411" b="-35997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9" name="Google Shape;419;g21c03c1d1e6_1_282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420" name="Google Shape;420;g21c03c1d1e6_1_2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21c03c1d1e6_1_296"/>
          <p:cNvSpPr/>
          <p:nvPr/>
        </p:nvSpPr>
        <p:spPr>
          <a:xfrm>
            <a:off x="334370" y="4169795"/>
            <a:ext cx="8475260" cy="76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Una definición más general: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Dado un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conjunto de valores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y una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consulta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; el mecanismo de atención devuelve una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suma ponderada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(resumen selectivo) de los valores,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dependiente de la consulta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500" b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g21c03c1d1e6_1_296" descr="\alpha_j"/>
          <p:cNvSpPr/>
          <p:nvPr/>
        </p:nvSpPr>
        <p:spPr>
          <a:xfrm>
            <a:off x="5442229" y="2065320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27" name="Google Shape;427;g21c03c1d1e6_1_296" descr="T"/>
          <p:cNvSpPr/>
          <p:nvPr/>
        </p:nvSpPr>
        <p:spPr>
          <a:xfrm>
            <a:off x="13715882" y="2065320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28" name="Google Shape;428;g21c03c1d1e6_1_2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75170" y="1741172"/>
            <a:ext cx="4993660" cy="2310364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g21c03c1d1e6_1_296"/>
          <p:cNvSpPr/>
          <p:nvPr/>
        </p:nvSpPr>
        <p:spPr>
          <a:xfrm>
            <a:off x="448670" y="783059"/>
            <a:ext cx="8475260" cy="78358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l="-538" t="-1743" b="-988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30" name="Google Shape;430;g21c03c1d1e6_1_296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431" name="Google Shape;431;g21c03c1d1e6_1_2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g21c03c1d1e6_1_30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5303" y="797442"/>
            <a:ext cx="7837474" cy="4054975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g21c03c1d1e6_1_305"/>
          <p:cNvSpPr/>
          <p:nvPr/>
        </p:nvSpPr>
        <p:spPr>
          <a:xfrm>
            <a:off x="1210612" y="4866501"/>
            <a:ext cx="654246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http://cs231n.stanford.edu/slides/2017/cs231n_2017_lecture10.pdf</a:t>
            </a:r>
            <a:endParaRPr sz="1100" dirty="0">
              <a:solidFill>
                <a:schemeClr val="bg2"/>
              </a:solidFill>
            </a:endParaRPr>
          </a:p>
        </p:txBody>
      </p:sp>
      <p:sp>
        <p:nvSpPr>
          <p:cNvPr id="439" name="Google Shape;439;g21c03c1d1e6_1_30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1084</TotalTime>
  <Words>1441</Words>
  <Application>Microsoft Office PowerPoint</Application>
  <PresentationFormat>Presentación en pantalla (16:9)</PresentationFormat>
  <Paragraphs>333</Paragraphs>
  <Slides>42</Slides>
  <Notes>42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42</vt:i4>
      </vt:variant>
    </vt:vector>
  </HeadingPairs>
  <TitlesOfParts>
    <vt:vector size="47" baseType="lpstr">
      <vt:lpstr>Consolas</vt:lpstr>
      <vt:lpstr>Twentieth Century</vt:lpstr>
      <vt:lpstr>Roboto</vt:lpstr>
      <vt:lpstr>Arial</vt:lpstr>
      <vt:lpstr>Material</vt:lpstr>
      <vt:lpstr>Aprendizaje Profundo</vt:lpstr>
      <vt:lpstr>Redes Recurrentes Recurrent Neural Network (RNN)</vt:lpstr>
      <vt:lpstr>Redes recurrentes - Introducción</vt:lpstr>
      <vt:lpstr>Redes recurrentes - Introducción</vt:lpstr>
      <vt:lpstr>Redes recurrentes - Neurona recurrente básica</vt:lpstr>
      <vt:lpstr>Redes recurrentes - Neurona recurrente básica</vt:lpstr>
      <vt:lpstr>Redes recurrentes - Neurona recurrente básica</vt:lpstr>
      <vt:lpstr>Redes recurrentes - Implementación en pytorch</vt:lpstr>
      <vt:lpstr>Redes recurrentes - Birideccionalidad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Implementación de modelos</vt:lpstr>
      <vt:lpstr>¡Un merecido descanso! </vt:lpstr>
      <vt:lpstr>Redes recurrentes - Arquitectura enconder-decoder (seq to seq)</vt:lpstr>
      <vt:lpstr>Redes recurrentes - Arquitectura enconder-decoder (seq to seq)</vt:lpstr>
      <vt:lpstr>Redes recurrentes - Arquitectura enconder-decoder (seq to seq) entrenamiento</vt:lpstr>
      <vt:lpstr>Redes recurrentes - Arquitectura enconder-decoder (seq to seq)</vt:lpstr>
      <vt:lpstr>Redes recurrentes - Implementación de modelos enconder-decoder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2</cp:revision>
  <dcterms:modified xsi:type="dcterms:W3CDTF">2026-04-06T17:50:36Z</dcterms:modified>
</cp:coreProperties>
</file>