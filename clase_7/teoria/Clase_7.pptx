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81" r:id="rId4"/>
    <p:sldId id="270" r:id="rId5"/>
    <p:sldId id="271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85" r:id="rId18"/>
    <p:sldId id="284" r:id="rId19"/>
    <p:sldId id="286" r:id="rId20"/>
    <p:sldId id="287" r:id="rId21"/>
    <p:sldId id="288" r:id="rId22"/>
    <p:sldId id="269" r:id="rId23"/>
    <p:sldId id="272" r:id="rId24"/>
    <p:sldId id="273" r:id="rId25"/>
    <p:sldId id="274" r:id="rId26"/>
    <p:sldId id="275" r:id="rId27"/>
    <p:sldId id="276" r:id="rId28"/>
    <p:sldId id="282" r:id="rId29"/>
    <p:sldId id="277" r:id="rId30"/>
    <p:sldId id="278" r:id="rId31"/>
    <p:sldId id="279" r:id="rId32"/>
    <p:sldId id="280" r:id="rId3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5"/>
    </p:embeddedFont>
    <p:embeddedFont>
      <p:font typeface="Roboto" panose="02000000000000000000" pitchFamily="2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0" roundtripDataSignature="AMtx7mjFLyGGbKtZ6MKWK8o6r1g77If8V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05FF11-B896-400E-A384-F9C58CCDD645}" v="54" dt="2026-08-12T01:00:25.7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06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customschemas.google.com/relationships/presentationmetadata" Target="metadata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152A8D8E-FC9A-4326-9172-4A160D290924}"/>
    <pc:docChg chg="undo custSel addSld delSld modSld">
      <pc:chgData name="Marcos Maillot" userId="fa14b39d-e966-4ebb-a436-4f96f84b9577" providerId="ADAL" clId="{152A8D8E-FC9A-4326-9172-4A160D290924}" dt="2026-08-12T01:00:31.768" v="1074" actId="14100"/>
      <pc:docMkLst>
        <pc:docMk/>
      </pc:docMkLst>
      <pc:sldChg chg="addSp delSp modSp add mod">
        <pc:chgData name="Marcos Maillot" userId="fa14b39d-e966-4ebb-a436-4f96f84b9577" providerId="ADAL" clId="{152A8D8E-FC9A-4326-9172-4A160D290924}" dt="2026-08-12T01:00:31.768" v="1074" actId="14100"/>
        <pc:sldMkLst>
          <pc:docMk/>
          <pc:sldMk cId="1899393761" sldId="287"/>
        </pc:sldMkLst>
        <pc:spChg chg="del">
          <ac:chgData name="Marcos Maillot" userId="fa14b39d-e966-4ebb-a436-4f96f84b9577" providerId="ADAL" clId="{152A8D8E-FC9A-4326-9172-4A160D290924}" dt="2026-08-11T18:56:10.844" v="5" actId="478"/>
          <ac:spMkLst>
            <pc:docMk/>
            <pc:sldMk cId="1899393761" sldId="287"/>
            <ac:spMk id="4" creationId="{61417B32-0009-BF05-8CD9-6CB9FAFE4202}"/>
          </ac:spMkLst>
        </pc:spChg>
        <pc:spChg chg="del">
          <ac:chgData name="Marcos Maillot" userId="fa14b39d-e966-4ebb-a436-4f96f84b9577" providerId="ADAL" clId="{152A8D8E-FC9A-4326-9172-4A160D290924}" dt="2026-08-11T19:21:03.234" v="733" actId="478"/>
          <ac:spMkLst>
            <pc:docMk/>
            <pc:sldMk cId="1899393761" sldId="287"/>
            <ac:spMk id="7" creationId="{AB50066A-405F-8959-6B8A-EB976177AFBD}"/>
          </ac:spMkLst>
        </pc:spChg>
        <pc:spChg chg="del">
          <ac:chgData name="Marcos Maillot" userId="fa14b39d-e966-4ebb-a436-4f96f84b9577" providerId="ADAL" clId="{152A8D8E-FC9A-4326-9172-4A160D290924}" dt="2026-08-11T18:56:10.844" v="5" actId="478"/>
          <ac:spMkLst>
            <pc:docMk/>
            <pc:sldMk cId="1899393761" sldId="287"/>
            <ac:spMk id="10" creationId="{16F2605A-45E2-1E65-C046-F1019A9F8C9D}"/>
          </ac:spMkLst>
        </pc:spChg>
        <pc:spChg chg="del">
          <ac:chgData name="Marcos Maillot" userId="fa14b39d-e966-4ebb-a436-4f96f84b9577" providerId="ADAL" clId="{152A8D8E-FC9A-4326-9172-4A160D290924}" dt="2026-08-11T18:56:09.358" v="4" actId="478"/>
          <ac:spMkLst>
            <pc:docMk/>
            <pc:sldMk cId="1899393761" sldId="287"/>
            <ac:spMk id="11" creationId="{4760F588-6B1B-D349-8213-8641FCB885D2}"/>
          </ac:spMkLst>
        </pc:spChg>
        <pc:spChg chg="del">
          <ac:chgData name="Marcos Maillot" userId="fa14b39d-e966-4ebb-a436-4f96f84b9577" providerId="ADAL" clId="{152A8D8E-FC9A-4326-9172-4A160D290924}" dt="2026-08-11T18:56:09.358" v="4" actId="478"/>
          <ac:spMkLst>
            <pc:docMk/>
            <pc:sldMk cId="1899393761" sldId="287"/>
            <ac:spMk id="12" creationId="{F5D68301-C489-7771-BF65-430E5429E12B}"/>
          </ac:spMkLst>
        </pc:spChg>
        <pc:spChg chg="del">
          <ac:chgData name="Marcos Maillot" userId="fa14b39d-e966-4ebb-a436-4f96f84b9577" providerId="ADAL" clId="{152A8D8E-FC9A-4326-9172-4A160D290924}" dt="2026-08-11T18:56:09.358" v="4" actId="478"/>
          <ac:spMkLst>
            <pc:docMk/>
            <pc:sldMk cId="1899393761" sldId="287"/>
            <ac:spMk id="13" creationId="{374163B6-024A-E242-3F92-120796D1AF8B}"/>
          </ac:spMkLst>
        </pc:spChg>
        <pc:spChg chg="add mod">
          <ac:chgData name="Marcos Maillot" userId="fa14b39d-e966-4ebb-a436-4f96f84b9577" providerId="ADAL" clId="{152A8D8E-FC9A-4326-9172-4A160D290924}" dt="2026-08-11T19:26:44.985" v="989" actId="207"/>
          <ac:spMkLst>
            <pc:docMk/>
            <pc:sldMk cId="1899393761" sldId="287"/>
            <ac:spMk id="17" creationId="{21EB2BD7-8939-50C7-265F-A3FEBA09751D}"/>
          </ac:spMkLst>
        </pc:spChg>
        <pc:spChg chg="add mod">
          <ac:chgData name="Marcos Maillot" userId="fa14b39d-e966-4ebb-a436-4f96f84b9577" providerId="ADAL" clId="{152A8D8E-FC9A-4326-9172-4A160D290924}" dt="2026-08-11T19:24:22.616" v="787" actId="1076"/>
          <ac:spMkLst>
            <pc:docMk/>
            <pc:sldMk cId="1899393761" sldId="287"/>
            <ac:spMk id="19" creationId="{1DD70EE2-C075-ADD4-1CEA-43A56078A0F7}"/>
          </ac:spMkLst>
        </pc:spChg>
        <pc:spChg chg="add mod">
          <ac:chgData name="Marcos Maillot" userId="fa14b39d-e966-4ebb-a436-4f96f84b9577" providerId="ADAL" clId="{152A8D8E-FC9A-4326-9172-4A160D290924}" dt="2026-08-11T19:25:42.130" v="863" actId="1076"/>
          <ac:spMkLst>
            <pc:docMk/>
            <pc:sldMk cId="1899393761" sldId="287"/>
            <ac:spMk id="26" creationId="{11A3FE02-B278-F5C5-C801-B399B362B5D1}"/>
          </ac:spMkLst>
        </pc:spChg>
        <pc:spChg chg="add mod">
          <ac:chgData name="Marcos Maillot" userId="fa14b39d-e966-4ebb-a436-4f96f84b9577" providerId="ADAL" clId="{152A8D8E-FC9A-4326-9172-4A160D290924}" dt="2026-08-11T19:26:48.408" v="990" actId="1076"/>
          <ac:spMkLst>
            <pc:docMk/>
            <pc:sldMk cId="1899393761" sldId="287"/>
            <ac:spMk id="28" creationId="{F77F96F2-B320-ED41-3FF2-B88FD18C8B3B}"/>
          </ac:spMkLst>
        </pc:spChg>
        <pc:spChg chg="add mod">
          <ac:chgData name="Marcos Maillot" userId="fa14b39d-e966-4ebb-a436-4f96f84b9577" providerId="ADAL" clId="{152A8D8E-FC9A-4326-9172-4A160D290924}" dt="2026-08-11T19:25:53.736" v="867" actId="1076"/>
          <ac:spMkLst>
            <pc:docMk/>
            <pc:sldMk cId="1899393761" sldId="287"/>
            <ac:spMk id="30" creationId="{114688E1-7A41-7685-65A4-EF9CA938ACD5}"/>
          </ac:spMkLst>
        </pc:spChg>
        <pc:spChg chg="add mod">
          <ac:chgData name="Marcos Maillot" userId="fa14b39d-e966-4ebb-a436-4f96f84b9577" providerId="ADAL" clId="{152A8D8E-FC9A-4326-9172-4A160D290924}" dt="2026-08-11T19:28:27.136" v="1052" actId="1076"/>
          <ac:spMkLst>
            <pc:docMk/>
            <pc:sldMk cId="1899393761" sldId="287"/>
            <ac:spMk id="35" creationId="{651452F9-CB63-A9AE-D9CB-EB8925FCC70D}"/>
          </ac:spMkLst>
        </pc:spChg>
        <pc:spChg chg="mod">
          <ac:chgData name="Marcos Maillot" userId="fa14b39d-e966-4ebb-a436-4f96f84b9577" providerId="ADAL" clId="{152A8D8E-FC9A-4326-9172-4A160D290924}" dt="2026-08-11T19:19:06.517" v="726" actId="20577"/>
          <ac:spMkLst>
            <pc:docMk/>
            <pc:sldMk cId="1899393761" sldId="287"/>
            <ac:spMk id="188" creationId="{3B14C33E-1DF6-1A2C-DB2B-10F0C94664DC}"/>
          </ac:spMkLst>
        </pc:spChg>
        <pc:grpChg chg="del mod">
          <ac:chgData name="Marcos Maillot" userId="fa14b39d-e966-4ebb-a436-4f96f84b9577" providerId="ADAL" clId="{152A8D8E-FC9A-4326-9172-4A160D290924}" dt="2026-08-12T00:59:56.743" v="1065"/>
          <ac:grpSpMkLst>
            <pc:docMk/>
            <pc:sldMk cId="1899393761" sldId="287"/>
            <ac:grpSpMk id="10" creationId="{BC2B65F2-AD7F-C7CA-C274-AC50B51A2C8E}"/>
          </ac:grpSpMkLst>
        </pc:grpChg>
        <pc:grpChg chg="mod">
          <ac:chgData name="Marcos Maillot" userId="fa14b39d-e966-4ebb-a436-4f96f84b9577" providerId="ADAL" clId="{152A8D8E-FC9A-4326-9172-4A160D290924}" dt="2026-08-12T01:00:15.687" v="1071"/>
          <ac:grpSpMkLst>
            <pc:docMk/>
            <pc:sldMk cId="1899393761" sldId="287"/>
            <ac:grpSpMk id="14" creationId="{192CE82E-B670-1AFC-293C-2432729E305C}"/>
          </ac:grpSpMkLst>
        </pc:grpChg>
        <pc:picChg chg="add mod">
          <ac:chgData name="Marcos Maillot" userId="fa14b39d-e966-4ebb-a436-4f96f84b9577" providerId="ADAL" clId="{152A8D8E-FC9A-4326-9172-4A160D290924}" dt="2026-08-11T19:25:14.895" v="813" actId="1076"/>
          <ac:picMkLst>
            <pc:docMk/>
            <pc:sldMk cId="1899393761" sldId="287"/>
            <ac:picMk id="3" creationId="{16F9A3B7-E590-1E87-E98E-1DB5C2743DF4}"/>
          </ac:picMkLst>
        </pc:picChg>
        <pc:picChg chg="add mod">
          <ac:chgData name="Marcos Maillot" userId="fa14b39d-e966-4ebb-a436-4f96f84b9577" providerId="ADAL" clId="{152A8D8E-FC9A-4326-9172-4A160D290924}" dt="2026-08-12T00:59:41.016" v="1059" actId="1076"/>
          <ac:picMkLst>
            <pc:docMk/>
            <pc:sldMk cId="1899393761" sldId="287"/>
            <ac:picMk id="4" creationId="{C595757D-9648-F075-84DE-13376035B875}"/>
          </ac:picMkLst>
        </pc:picChg>
        <pc:picChg chg="del">
          <ac:chgData name="Marcos Maillot" userId="fa14b39d-e966-4ebb-a436-4f96f84b9577" providerId="ADAL" clId="{152A8D8E-FC9A-4326-9172-4A160D290924}" dt="2026-08-11T18:56:06.764" v="1" actId="478"/>
          <ac:picMkLst>
            <pc:docMk/>
            <pc:sldMk cId="1899393761" sldId="287"/>
            <ac:picMk id="5" creationId="{B076DD12-FE00-F6F2-A088-D9974643E58C}"/>
          </ac:picMkLst>
        </pc:picChg>
        <pc:picChg chg="add mod">
          <ac:chgData name="Marcos Maillot" userId="fa14b39d-e966-4ebb-a436-4f96f84b9577" providerId="ADAL" clId="{152A8D8E-FC9A-4326-9172-4A160D290924}" dt="2026-08-11T19:21:50.440" v="738" actId="1076"/>
          <ac:picMkLst>
            <pc:docMk/>
            <pc:sldMk cId="1899393761" sldId="287"/>
            <ac:picMk id="6" creationId="{BA09B1A1-1AA9-E4CC-5E57-E3BDECA62609}"/>
          </ac:picMkLst>
        </pc:picChg>
        <pc:picChg chg="add mod">
          <ac:chgData name="Marcos Maillot" userId="fa14b39d-e966-4ebb-a436-4f96f84b9577" providerId="ADAL" clId="{152A8D8E-FC9A-4326-9172-4A160D290924}" dt="2026-08-11T19:21:53.993" v="740" actId="1076"/>
          <ac:picMkLst>
            <pc:docMk/>
            <pc:sldMk cId="1899393761" sldId="287"/>
            <ac:picMk id="9" creationId="{59467FE4-BA9A-B951-8632-21BEDED40491}"/>
          </ac:picMkLst>
        </pc:picChg>
        <pc:picChg chg="del">
          <ac:chgData name="Marcos Maillot" userId="fa14b39d-e966-4ebb-a436-4f96f84b9577" providerId="ADAL" clId="{152A8D8E-FC9A-4326-9172-4A160D290924}" dt="2026-08-11T18:56:07.300" v="2" actId="478"/>
          <ac:picMkLst>
            <pc:docMk/>
            <pc:sldMk cId="1899393761" sldId="287"/>
            <ac:picMk id="14" creationId="{6EDAD484-97BD-67F2-7A5D-B2600F906355}"/>
          </ac:picMkLst>
        </pc:picChg>
        <pc:picChg chg="del">
          <ac:chgData name="Marcos Maillot" userId="fa14b39d-e966-4ebb-a436-4f96f84b9577" providerId="ADAL" clId="{152A8D8E-FC9A-4326-9172-4A160D290924}" dt="2026-08-11T18:56:07.718" v="3" actId="478"/>
          <ac:picMkLst>
            <pc:docMk/>
            <pc:sldMk cId="1899393761" sldId="287"/>
            <ac:picMk id="16" creationId="{5C920507-7076-655E-CD45-B5EC66E6C88C}"/>
          </ac:picMkLst>
        </pc:picChg>
        <pc:picChg chg="add mod">
          <ac:chgData name="Marcos Maillot" userId="fa14b39d-e966-4ebb-a436-4f96f84b9577" providerId="ADAL" clId="{152A8D8E-FC9A-4326-9172-4A160D290924}" dt="2026-08-11T19:25:28.920" v="844" actId="1076"/>
          <ac:picMkLst>
            <pc:docMk/>
            <pc:sldMk cId="1899393761" sldId="287"/>
            <ac:picMk id="24" creationId="{FF4C98FB-9EEC-8D85-7B34-53E17DBFF04B}"/>
          </ac:picMkLst>
        </pc:picChg>
        <pc:inkChg chg="add del mod">
          <ac:chgData name="Marcos Maillot" userId="fa14b39d-e966-4ebb-a436-4f96f84b9577" providerId="ADAL" clId="{152A8D8E-FC9A-4326-9172-4A160D290924}" dt="2026-08-12T00:59:56.743" v="1065"/>
          <ac:inkMkLst>
            <pc:docMk/>
            <pc:sldMk cId="1899393761" sldId="287"/>
            <ac:inkMk id="5" creationId="{4588F15D-2D0C-14B4-DB68-53C5EBCE30E0}"/>
          </ac:inkMkLst>
        </pc:inkChg>
        <pc:inkChg chg="add del mod">
          <ac:chgData name="Marcos Maillot" userId="fa14b39d-e966-4ebb-a436-4f96f84b9577" providerId="ADAL" clId="{152A8D8E-FC9A-4326-9172-4A160D290924}" dt="2026-08-12T00:59:56.743" v="1066"/>
          <ac:inkMkLst>
            <pc:docMk/>
            <pc:sldMk cId="1899393761" sldId="287"/>
            <ac:inkMk id="7" creationId="{E54FAB40-4B03-BA85-76BE-EF5EF570170E}"/>
          </ac:inkMkLst>
        </pc:inkChg>
        <pc:inkChg chg="add del mod">
          <ac:chgData name="Marcos Maillot" userId="fa14b39d-e966-4ebb-a436-4f96f84b9577" providerId="ADAL" clId="{152A8D8E-FC9A-4326-9172-4A160D290924}" dt="2026-08-12T00:59:56.740" v="1064"/>
          <ac:inkMkLst>
            <pc:docMk/>
            <pc:sldMk cId="1899393761" sldId="287"/>
            <ac:inkMk id="8" creationId="{79F8F87B-FBE3-0D30-012E-BC729F25746F}"/>
          </ac:inkMkLst>
        </pc:inkChg>
        <pc:inkChg chg="add del">
          <ac:chgData name="Marcos Maillot" userId="fa14b39d-e966-4ebb-a436-4f96f84b9577" providerId="ADAL" clId="{152A8D8E-FC9A-4326-9172-4A160D290924}" dt="2026-08-12T01:00:08.394" v="1068"/>
          <ac:inkMkLst>
            <pc:docMk/>
            <pc:sldMk cId="1899393761" sldId="287"/>
            <ac:inkMk id="11" creationId="{EA57806A-3CFC-9B18-CFED-8BA324BABC48}"/>
          </ac:inkMkLst>
        </pc:inkChg>
        <pc:inkChg chg="add mod">
          <ac:chgData name="Marcos Maillot" userId="fa14b39d-e966-4ebb-a436-4f96f84b9577" providerId="ADAL" clId="{152A8D8E-FC9A-4326-9172-4A160D290924}" dt="2026-08-12T01:00:15.687" v="1071"/>
          <ac:inkMkLst>
            <pc:docMk/>
            <pc:sldMk cId="1899393761" sldId="287"/>
            <ac:inkMk id="12" creationId="{7EE9576E-EDAF-E6BA-6AD8-29E215259B38}"/>
          </ac:inkMkLst>
        </pc:inkChg>
        <pc:inkChg chg="add mod">
          <ac:chgData name="Marcos Maillot" userId="fa14b39d-e966-4ebb-a436-4f96f84b9577" providerId="ADAL" clId="{152A8D8E-FC9A-4326-9172-4A160D290924}" dt="2026-08-12T01:00:15.687" v="1071"/>
          <ac:inkMkLst>
            <pc:docMk/>
            <pc:sldMk cId="1899393761" sldId="287"/>
            <ac:inkMk id="13" creationId="{58C60630-6602-0EAD-7B9C-4069D2E8A273}"/>
          </ac:inkMkLst>
        </pc:inkChg>
        <pc:inkChg chg="add del">
          <ac:chgData name="Marcos Maillot" userId="fa14b39d-e966-4ebb-a436-4f96f84b9577" providerId="ADAL" clId="{152A8D8E-FC9A-4326-9172-4A160D290924}" dt="2026-08-11T19:24:12.828" v="782" actId="478"/>
          <ac:inkMkLst>
            <pc:docMk/>
            <pc:sldMk cId="1899393761" sldId="287"/>
            <ac:inkMk id="18" creationId="{066D9DA8-0E66-279D-FCE0-B1EF3096653A}"/>
          </ac:inkMkLst>
        </pc:inkChg>
        <pc:inkChg chg="add del">
          <ac:chgData name="Marcos Maillot" userId="fa14b39d-e966-4ebb-a436-4f96f84b9577" providerId="ADAL" clId="{152A8D8E-FC9A-4326-9172-4A160D290924}" dt="2026-08-11T19:24:18.079" v="786" actId="9405"/>
          <ac:inkMkLst>
            <pc:docMk/>
            <pc:sldMk cId="1899393761" sldId="287"/>
            <ac:inkMk id="20" creationId="{982C32E6-07BD-B642-DBAE-4A3A3EE668D9}"/>
          </ac:inkMkLst>
        </pc:inkChg>
        <pc:inkChg chg="add del">
          <ac:chgData name="Marcos Maillot" userId="fa14b39d-e966-4ebb-a436-4f96f84b9577" providerId="ADAL" clId="{152A8D8E-FC9A-4326-9172-4A160D290924}" dt="2026-08-11T19:24:17.705" v="785" actId="9405"/>
          <ac:inkMkLst>
            <pc:docMk/>
            <pc:sldMk cId="1899393761" sldId="287"/>
            <ac:inkMk id="21" creationId="{6D69B952-1C8C-4602-44C1-18FB2FCF2543}"/>
          </ac:inkMkLst>
        </pc:inkChg>
        <pc:inkChg chg="add mod">
          <ac:chgData name="Marcos Maillot" userId="fa14b39d-e966-4ebb-a436-4f96f84b9577" providerId="ADAL" clId="{152A8D8E-FC9A-4326-9172-4A160D290924}" dt="2026-08-11T19:25:03.640" v="809" actId="1076"/>
          <ac:inkMkLst>
            <pc:docMk/>
            <pc:sldMk cId="1899393761" sldId="287"/>
            <ac:inkMk id="22" creationId="{9D761C1A-5545-5C8F-AB9C-98703149AF00}"/>
          </ac:inkMkLst>
        </pc:inkChg>
        <pc:inkChg chg="add">
          <ac:chgData name="Marcos Maillot" userId="fa14b39d-e966-4ebb-a436-4f96f84b9577" providerId="ADAL" clId="{152A8D8E-FC9A-4326-9172-4A160D290924}" dt="2026-08-11T19:26:05.183" v="868" actId="9405"/>
          <ac:inkMkLst>
            <pc:docMk/>
            <pc:sldMk cId="1899393761" sldId="287"/>
            <ac:inkMk id="31" creationId="{24910DB6-8790-8EDB-9EEF-F8FF3B5AE3AE}"/>
          </ac:inkMkLst>
        </pc:inkChg>
        <pc:cxnChg chg="add mod">
          <ac:chgData name="Marcos Maillot" userId="fa14b39d-e966-4ebb-a436-4f96f84b9577" providerId="ADAL" clId="{152A8D8E-FC9A-4326-9172-4A160D290924}" dt="2026-08-12T01:00:31.768" v="1074" actId="14100"/>
          <ac:cxnSpMkLst>
            <pc:docMk/>
            <pc:sldMk cId="1899393761" sldId="287"/>
            <ac:cxnSpMk id="15" creationId="{9A2472F9-FE7E-485E-24E0-71D7EE734D21}"/>
          </ac:cxnSpMkLst>
        </pc:cxnChg>
        <pc:cxnChg chg="add mod">
          <ac:chgData name="Marcos Maillot" userId="fa14b39d-e966-4ebb-a436-4f96f84b9577" providerId="ADAL" clId="{152A8D8E-FC9A-4326-9172-4A160D290924}" dt="2026-08-11T19:28:35.409" v="1054" actId="13822"/>
          <ac:cxnSpMkLst>
            <pc:docMk/>
            <pc:sldMk cId="1899393761" sldId="287"/>
            <ac:cxnSpMk id="33" creationId="{9297814F-9133-85F2-0884-71693722582C}"/>
          </ac:cxnSpMkLst>
        </pc:cxnChg>
      </pc:sldChg>
      <pc:sldChg chg="modSp add del mod">
        <pc:chgData name="Marcos Maillot" userId="fa14b39d-e966-4ebb-a436-4f96f84b9577" providerId="ADAL" clId="{152A8D8E-FC9A-4326-9172-4A160D290924}" dt="2026-08-11T19:06:39.474" v="9"/>
        <pc:sldMkLst>
          <pc:docMk/>
          <pc:sldMk cId="929994678" sldId="288"/>
        </pc:sldMkLst>
        <pc:spChg chg="mod">
          <ac:chgData name="Marcos Maillot" userId="fa14b39d-e966-4ebb-a436-4f96f84b9577" providerId="ADAL" clId="{152A8D8E-FC9A-4326-9172-4A160D290924}" dt="2026-08-11T19:06:38.872" v="8" actId="1076"/>
          <ac:spMkLst>
            <pc:docMk/>
            <pc:sldMk cId="929994678" sldId="288"/>
            <ac:spMk id="188" creationId="{DD851097-2DEE-FA66-6E90-96F879A196F7}"/>
          </ac:spMkLst>
        </pc:spChg>
      </pc:sldChg>
      <pc:sldChg chg="addSp modSp add mod">
        <pc:chgData name="Marcos Maillot" userId="fa14b39d-e966-4ebb-a436-4f96f84b9577" providerId="ADAL" clId="{152A8D8E-FC9A-4326-9172-4A160D290924}" dt="2026-08-11T19:17:41.211" v="703" actId="20577"/>
        <pc:sldMkLst>
          <pc:docMk/>
          <pc:sldMk cId="1791952568" sldId="288"/>
        </pc:sldMkLst>
        <pc:spChg chg="add mod">
          <ac:chgData name="Marcos Maillot" userId="fa14b39d-e966-4ebb-a436-4f96f84b9577" providerId="ADAL" clId="{152A8D8E-FC9A-4326-9172-4A160D290924}" dt="2026-08-11T19:09:13.720" v="230" actId="1076"/>
          <ac:spMkLst>
            <pc:docMk/>
            <pc:sldMk cId="1791952568" sldId="288"/>
            <ac:spMk id="4" creationId="{974F0942-D778-5328-FEDF-9A6D5FC362D1}"/>
          </ac:spMkLst>
        </pc:spChg>
        <pc:spChg chg="add mod">
          <ac:chgData name="Marcos Maillot" userId="fa14b39d-e966-4ebb-a436-4f96f84b9577" providerId="ADAL" clId="{152A8D8E-FC9A-4326-9172-4A160D290924}" dt="2026-08-11T19:16:30.144" v="670" actId="1076"/>
          <ac:spMkLst>
            <pc:docMk/>
            <pc:sldMk cId="1791952568" sldId="288"/>
            <ac:spMk id="5" creationId="{874DAF36-B452-6EAD-76A8-867834B6A1FC}"/>
          </ac:spMkLst>
        </pc:spChg>
        <pc:spChg chg="mod">
          <ac:chgData name="Marcos Maillot" userId="fa14b39d-e966-4ebb-a436-4f96f84b9577" providerId="ADAL" clId="{152A8D8E-FC9A-4326-9172-4A160D290924}" dt="2026-08-11T19:16:27.002" v="669" actId="20577"/>
          <ac:spMkLst>
            <pc:docMk/>
            <pc:sldMk cId="1791952568" sldId="288"/>
            <ac:spMk id="7" creationId="{65FC4983-9E1B-DAEA-3F95-138E02312CB1}"/>
          </ac:spMkLst>
        </pc:spChg>
        <pc:spChg chg="add mod">
          <ac:chgData name="Marcos Maillot" userId="fa14b39d-e966-4ebb-a436-4f96f84b9577" providerId="ADAL" clId="{152A8D8E-FC9A-4326-9172-4A160D290924}" dt="2026-08-11T19:16:33.698" v="672" actId="20577"/>
          <ac:spMkLst>
            <pc:docMk/>
            <pc:sldMk cId="1791952568" sldId="288"/>
            <ac:spMk id="8" creationId="{D910EC72-8782-C0A8-79CD-9F00C8A7D1CD}"/>
          </ac:spMkLst>
        </pc:spChg>
        <pc:spChg chg="mod">
          <ac:chgData name="Marcos Maillot" userId="fa14b39d-e966-4ebb-a436-4f96f84b9577" providerId="ADAL" clId="{152A8D8E-FC9A-4326-9172-4A160D290924}" dt="2026-08-11T19:17:41.211" v="703" actId="20577"/>
          <ac:spMkLst>
            <pc:docMk/>
            <pc:sldMk cId="1791952568" sldId="288"/>
            <ac:spMk id="188" creationId="{DF959481-AA6E-4B7C-7EFB-B021F899CF5B}"/>
          </ac:spMkLst>
        </pc:spChg>
        <pc:picChg chg="add mod">
          <ac:chgData name="Marcos Maillot" userId="fa14b39d-e966-4ebb-a436-4f96f84b9577" providerId="ADAL" clId="{152A8D8E-FC9A-4326-9172-4A160D290924}" dt="2026-08-11T19:12:28.088" v="447" actId="1076"/>
          <ac:picMkLst>
            <pc:docMk/>
            <pc:sldMk cId="1791952568" sldId="288"/>
            <ac:picMk id="2" creationId="{594DA33F-7240-88E5-B9B4-B78886B6DC55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19:24:38.69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145 259 24575,'6'-7'0,"-1"-1"0,0 0 0,-1 0 0,1 0 0,-2-1 0,1 0 0,-1 0 0,2-12 0,14-32 0,-16 45 0,1 1 0,1-1 0,-1 1 0,1 0 0,0 0 0,1 1 0,-1 0 0,1 0 0,1 0 0,-1 0 0,1 1 0,0 0 0,0 1 0,10-5 0,-6 4 0,1 1 0,0 1 0,1 0 0,-1 1 0,1 0 0,-1 0 0,1 2 0,24 1 0,196 3 0,-230-4 0,0 0 0,0 1 0,0-1 0,0 1 0,0-1 0,0 1 0,0 0 0,0 0 0,0 1 0,-1-1 0,1 1 0,0-1 0,-1 1 0,1 0 0,-1 0 0,0 0 0,1 0 0,-1 0 0,0 0 0,0 1 0,-1-1 0,1 1 0,0-1 0,-1 1 0,1 0 0,-1 0 0,0 0 0,0 0 0,0-1 0,-1 1 0,2 4 0,0 10 0,-1 0 0,0 0 0,-2 0 0,-3 29 0,1 0 0,3 74 0,2-53 0,-4 1 0,-11 78 0,10-133 0,0 0 0,-2 0 0,1 0 0,-1 0 0,-1-1 0,0 0 0,-1 0 0,0-1 0,-9 11 0,-10 9 0,-50 47 0,59-61 0,-26 38 0,34-42 0,0-1 0,0 0 0,-2 0 0,1-1 0,-1 0 0,-1-1 0,-15 11 0,19-18 0,1 1 0,-1-1 0,0-1 0,0 1 0,0-1 0,0-1 0,0 1 0,-1-2 0,1 1 0,0-1 0,-1 0 0,1-1 0,0 0 0,0 0 0,-1-1 0,1 0 0,0 0 0,-9-4 0,-1-2 0,1 0 0,-1 0 0,2-2 0,-1 0 0,1-1 0,-24-22 0,29 23 0,0-1 0,1-1 0,0 0 0,1 0 0,-14-25 0,20 33 0,1 0 0,0 0 0,0 0 0,0-1 0,1 1 0,-1-1 0,1 1 0,0-1 0,0 1 0,1-1 0,-1 0 0,1 1 0,0-1 0,1 0 0,-1 1 0,1-1 0,0 0 0,0 1 0,0-1 0,0 1 0,1-1 0,0 1 0,3-6 0,-3 8 0,1-1 0,0 0 0,-1 1 0,1 0 0,0 0 0,0 0 0,1 0 0,-1 0 0,0 1 0,0-1 0,1 1 0,-1 0 0,1 0 0,0 0 0,-1 0 0,1 1 0,-1-1 0,1 1 0,0 0 0,-1 0 0,1 1 0,0-1 0,6 2 0,2 0 0,0 1 0,-1 0 0,1 1 0,-1 0 0,0 1 0,11 6 0,-9-2 0,0 1 0,-1 0 0,-1 0 0,0 1 0,0 1 0,-1 0 0,15 23 0,-19-25 0,1 1 0,1-1 0,0 0 0,0-1 0,1 0 0,0 0 0,1-1 0,0 0 0,0 0 0,0-1 0,1-1 0,16 8 0,1-4 0,7 4 0,1-2 0,0-1 0,0-2 0,52 7 0,-58-12-128,-1 2-1,0 2 0,0 1 0,0 0 1,-1 3-1,43 23 0,-55-28-335,11 6-6362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1T19:26:05.181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1 120 24575,'13'-13'0,"2"1"0,-1 1 0,1 0 0,1 1 0,0 0 0,0 2 0,1 0 0,0 1 0,0 0 0,1 1 0,0 2 0,0-1 0,36-2 0,-49 7 0,0 0 0,1 0 0,-1 1 0,0-1 0,0 1 0,0 0 0,0 1 0,0-1 0,0 1 0,0 0 0,0 1 0,0-1 0,-1 1 0,0 0 0,1 0 0,-1 0 0,0 0 0,0 1 0,-1 0 0,1 0 0,-1 0 0,5 7 0,-2-1 0,0 0 0,-1 0 0,0 0 0,-1 1 0,0 0 0,0 0 0,-2 0 0,1 0 0,1 16 0,-4-24 0,0 0 0,0 1 0,1-1 0,0 0 0,0 1 0,0-1 0,0 0 0,0 0 0,1 1 0,-1-1 0,1 0 0,0-1 0,0 1 0,0 0 0,0 0 0,0-1 0,1 1 0,-1-1 0,1 0 0,-1 0 0,4 2 0,1-1 0,-1-1 0,0 1 0,1-1 0,-1-1 0,1 1 0,-1-1 0,1 0 0,0-1 0,0 1 0,6-2 0,2 0 0,0-1 0,0-1 0,0 0 0,0-1 0,-1 0 0,0-1 0,0-1 0,0-1 0,12-7 0,36-15 0,-55 26 0,0 0 0,0 1 0,0 1 0,0-1 0,1 1 0,-1 0 0,0 1 0,1-1 0,-1 1 0,0 1 0,1 0 0,-1 0 0,0 0 0,0 1 0,0 0 0,0 0 0,0 1 0,0 0 0,-1 0 0,1 0 0,-1 1 0,0 0 0,0 0 0,0 1 0,-1 0 0,1 0 0,-1 0 0,0 0 0,-1 1 0,1 0 0,-1 0 0,0 0 0,-1 1 0,1-1 0,-1 1 0,-1 0 0,1 0 0,-1 0 0,0 0 0,-1 0 0,0 0 0,0 0 0,0 1 0,-1 10 0,-17 161 0,6-93 0,11-82 0,0 1 0,-1-1 0,0 0 0,0 1 0,0-1 0,0 0 0,-1 0 0,1 1 0,-1-1 0,0-1 0,0 1 0,-1 0 0,1 0 0,-1-1 0,0 1 0,1-1 0,-2 0 0,1 0 0,-4 3 0,1-3 0,0 0 0,-1 0 0,1-1 0,-1 0 0,0 0 0,1-1 0,-1 1 0,0-1 0,0-1 0,0 1 0,-10-2 0,-78-2 0,-83 2 0,176 1 0,-1 0 0,1 1 0,-1-1 0,1 1 0,0 0 0,-1 0 0,1 0 0,0 0 0,0 0 0,0 0 0,0 0 0,-1 1 0,2 0 0,-1-1 0,0 1 0,0 0 0,1-1 0,-1 1 0,0 0 0,1 0 0,0 1 0,0-1 0,-1 0 0,1 0 0,1 1 0,-1-1 0,0 0 0,0 1 0,1-1 0,0 1 0,-1-1 0,1 4 0,-1 12 0,0-1 0,2 1 0,3 30 0,-1-10 0,-1-27 0,-2 0 0,0 0 0,0 0 0,-1 0 0,0 0 0,-1 0 0,0 0 0,0-1 0,-2 1 0,1-1 0,-1 1 0,-1-1 0,-7 12 0,8-14 0,0 0 0,1 0 0,0 0 0,0 0 0,-2 14 0,4-18 0,1 0 0,-1 0 0,1 0 0,-1 0 0,-1 0 0,1-1 0,0 1 0,-1 0 0,0-1 0,0 1 0,0-1 0,0 1 0,0-1 0,-1 0 0,0 0 0,1 0 0,-1 0 0,0-1 0,-1 1 0,1-1 0,0 0 0,-1 1 0,1-2 0,-1 1 0,0 0 0,-3 1 0,-3 0 0,1-1 0,0 0 0,-1 0 0,1-1 0,-1 0 0,0 0 0,1-1 0,-1-1 0,1 1 0,-1-2 0,1 1 0,-1-1 0,1-1 0,0 0 0,0 0 0,0 0 0,0-2 0,0 1 0,1-1 0,0 0 0,0 0 0,0-1 0,1 0 0,0-1 0,0 1 0,0-2 0,1 1 0,0-1 0,1 1 0,0-1 0,0-1 0,0 1 0,1-1 0,0 0 0,1 0 0,0 0 0,1 0 0,-1-1 0,2 1 0,-1-1 0,2 1 0,-1-1 0,2-18 0,0 26 0,-1-1 0,1 1 0,-1 0 0,1 0 0,0 0 0,0 0 0,0-1 0,1 1 0,-1 0 0,0 1 0,1-1 0,-1 0 0,1 0 0,0 1 0,0-1 0,-1 1 0,1-1 0,0 1 0,0 0 0,0 0 0,0-1 0,1 2 0,-1-1 0,0 0 0,0 0 0,1 1 0,-1-1 0,0 1 0,1 0 0,2-1 0,12 0 0,1 1 0,-1 0 0,22 3 0,-9-1 0,-22-1 0,12-2 0,1 1 0,-1 1 0,1 1 0,-1 1 0,0 1 0,0 1 0,0 0 0,37 17 0,-47-17 0,-1 0 0,1 1 0,-1 0 0,1 1 0,-2 0 0,1 0 0,-1 1 0,0 0 0,-1 0 0,0 1 0,0 0 0,-1 1 0,0-1 0,-1 1 0,0 0 0,0 0 0,-1 1 0,0-1 0,-1 1 0,2 15 0,-4-25 0,2 13 0,0-1 0,1 0 0,1 0 0,0 0 0,8 14 0,-11-23 0,1-1 0,0 1 0,0-1 0,0 1 0,0-1 0,0 0 0,1 0 0,-1-1 0,1 1 0,0-1 0,0 0 0,0 0 0,0 0 0,0 0 0,0-1 0,1 1 0,-1-1 0,0 0 0,9 0 0,-1 1 0,-1-1 0,1-1 0,-1 0 0,1 0 0,-1-1 0,1-1 0,-1 0 0,12-3 0,-14 1 0,-1 1 0,0-1 0,0-1 0,0 0 0,-1 0 0,0 0 0,0-1 0,0 0 0,0 0 0,9-13 0,31-53 0,-38 55 0,1 1 0,0 0 0,1 1 0,19-21 0,-26 32 0,0 1 0,-1 0 0,1 0 0,0 0 0,0 0 0,1 1 0,-1 0 0,1 0 0,-1 0 0,1 0 0,-1 1 0,1-1 0,0 1 0,0 0 0,0 1 0,0-1 0,0 1 0,-1 0 0,1 0 0,0 1 0,9 2 0,-11-3 0,0 2 0,0-1 0,-1 0 0,1 0 0,-1 1 0,1 0 0,-1-1 0,0 1 0,0 0 0,0 0 0,0 0 0,0 0 0,0 1 0,0-1 0,0 0 0,-1 1 0,0-1 0,1 1 0,-1 0 0,0-1 0,0 1 0,0 0 0,-1 0 0,1 0 0,-1 0 0,1 4 0,1 12 0,-2-1 0,1 1 0,-4 20 0,2-17 0,0-16 0,1 0 0,0-1 0,0 1 0,1 0 0,-1 0 0,1-1 0,1 1 0,-1 0 0,1-1 0,0 0 0,0 1 0,1-1 0,-1 0 0,4 5 0,-3-7 0,0 0 0,0 0 0,0 0 0,0-1 0,1 0 0,-1 1 0,1-1 0,0 0 0,-1-1 0,1 1 0,0-1 0,0 1 0,0-1 0,0 0 0,0-1 0,0 1 0,0-1 0,1 0 0,-1 0 0,6 0 0,38-5 0,-1-2 0,51-14 0,-80 17 0,4-2-1365,-4-1-5461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12T01:00:14.2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270 3 4 0 0,'0'-2'9485'0'0,"0"2"-9384"0"0,-40 46 109 0 0,-56 78-610 0 0,63-76 205 0 0,25-36 147 0 0,0 0 0 0 0,-1 0 0 0 0,-19 19 0 0 0,-13 30 48 0 0,35-53-1338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8-12T01:00:15.1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96 0 0,'-2'0'11874'0'0,"71"60"-9665"0"0,62 58 607 0 0,-109-97-2189 0 0,1 0 0 0 0,43 28 1 0 0,20 17 1286 0 0,-77-59-1721 0 0,0 0-1 0 0,0 0 0 0 0,19 9 1 0 0,-25-14 977 0 0,-9-3-6570 0 0,-6-2-2677 0 0,7 2 5746 0 0,-6-3-4201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>
          <a:extLst>
            <a:ext uri="{FF2B5EF4-FFF2-40B4-BE49-F238E27FC236}">
              <a16:creationId xmlns:a16="http://schemas.microsoft.com/office/drawing/2014/main" id="{1E6AF8C4-1E52-79B0-B285-F03EEC9E9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>
            <a:extLst>
              <a:ext uri="{FF2B5EF4-FFF2-40B4-BE49-F238E27FC236}">
                <a16:creationId xmlns:a16="http://schemas.microsoft.com/office/drawing/2014/main" id="{DCD84084-0FA0-0C8A-DFE1-4834767EE6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>
            <a:extLst>
              <a:ext uri="{FF2B5EF4-FFF2-40B4-BE49-F238E27FC236}">
                <a16:creationId xmlns:a16="http://schemas.microsoft.com/office/drawing/2014/main" id="{68478B48-37C1-3743-F09B-F6D4853267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7482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f19d644e1e_1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g2f19d644e1e_1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f19d644e1e_1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g2f19d644e1e_1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f19d644e1e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f19d644e1e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2f19d644e1e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g2f19d644e1e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f19d644e1e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g2f19d644e1e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f19d644e1e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2f19d644e1e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f19d644e1e_1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g2f19d644e1e_1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f19d644e1e_1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g2f19d644e1e_1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19d644e1e_1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g2f19d644e1e_1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f19d644e1e_1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g2f19d644e1e_1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f19d644e1e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f19d644e1e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f19d644e1e_1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2f19d644e1e_1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538FC70F-713A-88E7-5065-A012C5238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2C6472A0-6274-8743-504A-65C695E953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BFF51063-C744-D9FA-C21B-8C236B0E9D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43868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E0AA8347-332A-298A-C584-8535D299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58AB3E9E-7EC9-7291-EEBE-044F34EEC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8910E96B-0BD4-204E-FC56-79D4C96ED0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49545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75E045F2-A9F4-AEE8-7828-19BB0373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6EF6C27B-E787-6A26-FB8F-D87505A48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A0661EA6-909F-B66F-DA49-251D2FFF4D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60737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A148A57E-066B-1149-3CA9-8F25862E9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870D84E5-D55C-C7E5-1DB6-E2B2157949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25026067-EE5F-4553-405E-68348AD956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02397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>
          <a:extLst>
            <a:ext uri="{FF2B5EF4-FFF2-40B4-BE49-F238E27FC236}">
              <a16:creationId xmlns:a16="http://schemas.microsoft.com/office/drawing/2014/main" id="{723273AD-CEA4-975C-7E47-20D537EF0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f19d644e1e_1_90:notes">
            <a:extLst>
              <a:ext uri="{FF2B5EF4-FFF2-40B4-BE49-F238E27FC236}">
                <a16:creationId xmlns:a16="http://schemas.microsoft.com/office/drawing/2014/main" id="{238105D1-06C2-F59C-F690-8F13EFFAFA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2f19d644e1e_1_90:notes">
            <a:extLst>
              <a:ext uri="{FF2B5EF4-FFF2-40B4-BE49-F238E27FC236}">
                <a16:creationId xmlns:a16="http://schemas.microsoft.com/office/drawing/2014/main" id="{8554B801-9040-34D3-3E6A-46B376299B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091248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f19d644e1e_1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2f19d644e1e_1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f19d644e1e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g2f19d644e1e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f19d644e1e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2f19d644e1e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f19d644e1e_1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g2f19d644e1e_1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f19d644e1e_1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g2f19d644e1e_1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19d644e1e_1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2f19d644e1e_1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>
          <a:extLst>
            <a:ext uri="{FF2B5EF4-FFF2-40B4-BE49-F238E27FC236}">
              <a16:creationId xmlns:a16="http://schemas.microsoft.com/office/drawing/2014/main" id="{AE3337C4-64EA-56F1-0AC7-AFECD02B1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19d644e1e_1_155:notes">
            <a:extLst>
              <a:ext uri="{FF2B5EF4-FFF2-40B4-BE49-F238E27FC236}">
                <a16:creationId xmlns:a16="http://schemas.microsoft.com/office/drawing/2014/main" id="{4EC2DE8D-99A9-E1D1-95D7-2DF5F02B8A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2f19d644e1e_1_155:notes">
            <a:extLst>
              <a:ext uri="{FF2B5EF4-FFF2-40B4-BE49-F238E27FC236}">
                <a16:creationId xmlns:a16="http://schemas.microsoft.com/office/drawing/2014/main" id="{04F4F4E2-A8BA-534B-AF01-F263205638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11956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f19d644e1e_1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g2f19d644e1e_1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f19d644e1e_1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g2f19d644e1e_1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2f19d644e1e_1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g2f19d644e1e_1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f19d644e1e_1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2f19d644e1e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45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1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customXml" Target="../ink/ink2.xml"/><Relationship Id="rId12" Type="http://schemas.openxmlformats.org/officeDocument/2006/relationships/customXml" Target="../ink/ink4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11" Type="http://schemas.openxmlformats.org/officeDocument/2006/relationships/image" Target="../media/image33.png"/><Relationship Id="rId5" Type="http://schemas.openxmlformats.org/officeDocument/2006/relationships/customXml" Target="../ink/ink1.xml"/><Relationship Id="rId10" Type="http://schemas.openxmlformats.org/officeDocument/2006/relationships/customXml" Target="../ink/ink3.xml"/><Relationship Id="rId4" Type="http://schemas.openxmlformats.org/officeDocument/2006/relationships/image" Target="../media/image29.jpeg"/><Relationship Id="rId9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rxiv.org/abs/1310.4546v1" TargetMode="External"/><Relationship Id="rId4" Type="http://schemas.openxmlformats.org/officeDocument/2006/relationships/image" Target="../media/image4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0.png"/><Relationship Id="rId4" Type="http://schemas.openxmlformats.org/officeDocument/2006/relationships/image" Target="../media/image27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</a:t>
            </a:r>
            <a:r>
              <a:rPr lang="pt-BR" sz="2600" dirty="0" err="1"/>
              <a:t>Vilcamiza</a:t>
            </a:r>
            <a:r>
              <a:rPr lang="en" sz="2600" dirty="0"/>
              <a:t>	</a:t>
            </a:r>
            <a:endParaRPr sz="2600" dirty="0"/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60950" y="303000"/>
            <a:ext cx="8222100" cy="9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 dirty="0"/>
              <a:t>REPRESENTATION LEARNING </a:t>
            </a:r>
            <a:br>
              <a:rPr lang="en" sz="2100" dirty="0"/>
            </a:br>
            <a:r>
              <a:rPr lang="en" sz="2100" dirty="0"/>
              <a:t>AUTOENCODER / EMBEDDINGS</a:t>
            </a:r>
            <a:endParaRPr sz="2818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403148" y="2776300"/>
            <a:ext cx="3598950" cy="215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Autoencoders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s-AR" dirty="0">
                <a:solidFill>
                  <a:schemeClr val="dk2"/>
                </a:solidFill>
              </a:rPr>
              <a:t>U</a:t>
            </a:r>
            <a:r>
              <a:rPr lang="en" dirty="0">
                <a:solidFill>
                  <a:schemeClr val="dk2"/>
                </a:solidFill>
              </a:rPr>
              <a:t>ndercomplete vs regularized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Manifold learning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Varational AE</a:t>
            </a:r>
          </a:p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572000" y="2712242"/>
            <a:ext cx="4302000" cy="2348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Embeddings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 err="1">
                <a:solidFill>
                  <a:schemeClr val="dk2"/>
                </a:solidFill>
              </a:rPr>
              <a:t>Embeddings</a:t>
            </a:r>
            <a:r>
              <a:rPr lang="es-ES" dirty="0">
                <a:solidFill>
                  <a:schemeClr val="dk2"/>
                </a:solidFill>
              </a:rPr>
              <a:t> vs </a:t>
            </a:r>
            <a:r>
              <a:rPr lang="es-ES" dirty="0" err="1">
                <a:solidFill>
                  <a:schemeClr val="dk2"/>
                </a:solidFill>
              </a:rPr>
              <a:t>one-hot.encoding</a:t>
            </a: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s-ES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s-ES" dirty="0">
                <a:solidFill>
                  <a:schemeClr val="dk2"/>
                </a:solidFill>
              </a:rPr>
              <a:t>F</a:t>
            </a:r>
            <a:r>
              <a:rPr lang="en" dirty="0">
                <a:solidFill>
                  <a:schemeClr val="dk2"/>
                </a:solidFill>
              </a:rPr>
              <a:t>alse task training</a:t>
            </a:r>
            <a:endParaRPr dirty="0">
              <a:solidFill>
                <a:schemeClr val="dk2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84D6A6C-4882-7422-E750-B3F7E8634DD0}"/>
              </a:ext>
            </a:extLst>
          </p:cNvPr>
          <p:cNvSpPr txBox="1"/>
          <p:nvPr/>
        </p:nvSpPr>
        <p:spPr>
          <a:xfrm>
            <a:off x="2732887" y="1983377"/>
            <a:ext cx="3104147" cy="38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1800" dirty="0">
                <a:solidFill>
                  <a:schemeClr val="dk2"/>
                </a:solidFill>
              </a:rPr>
              <a:t>Representation learning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>
          <a:extLst>
            <a:ext uri="{FF2B5EF4-FFF2-40B4-BE49-F238E27FC236}">
              <a16:creationId xmlns:a16="http://schemas.microsoft.com/office/drawing/2014/main" id="{44912406-6DFA-DCE3-557D-0F143ADF8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>
            <a:extLst>
              <a:ext uri="{FF2B5EF4-FFF2-40B4-BE49-F238E27FC236}">
                <a16:creationId xmlns:a16="http://schemas.microsoft.com/office/drawing/2014/main" id="{BC1D470F-D7B0-7CCC-8DDE-746CEFACBEC0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2" name="Google Shape;202;g2f19d644e1e_1_101">
            <a:extLst>
              <a:ext uri="{FF2B5EF4-FFF2-40B4-BE49-F238E27FC236}">
                <a16:creationId xmlns:a16="http://schemas.microsoft.com/office/drawing/2014/main" id="{B03FFB50-A0E3-911B-80C4-8D35D952D00D}"/>
              </a:ext>
            </a:extLst>
          </p:cNvPr>
          <p:cNvSpPr/>
          <p:nvPr/>
        </p:nvSpPr>
        <p:spPr>
          <a:xfrm>
            <a:off x="725830" y="1246594"/>
            <a:ext cx="8088161" cy="47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2"/>
                </a:solidFill>
                <a:latin typeface="Twentieth Century"/>
                <a:sym typeface="Twentieth Century"/>
              </a:rPr>
              <a:t>¿Cuantos es 240 divido 6?			Y… ¿Cuánto es CCXL divido VI?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>
            <a:extLst>
              <a:ext uri="{FF2B5EF4-FFF2-40B4-BE49-F238E27FC236}">
                <a16:creationId xmlns:a16="http://schemas.microsoft.com/office/drawing/2014/main" id="{5C0311A7-6656-927A-9642-E4A7614CB47F}"/>
              </a:ext>
            </a:extLst>
          </p:cNvPr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>
            <a:extLst>
              <a:ext uri="{FF2B5EF4-FFF2-40B4-BE49-F238E27FC236}">
                <a16:creationId xmlns:a16="http://schemas.microsoft.com/office/drawing/2014/main" id="{8B93E0BA-8AA4-8C9D-01A2-A423154A6419}"/>
              </a:ext>
            </a:extLst>
          </p:cNvPr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>
            <a:extLst>
              <a:ext uri="{FF2B5EF4-FFF2-40B4-BE49-F238E27FC236}">
                <a16:creationId xmlns:a16="http://schemas.microsoft.com/office/drawing/2014/main" id="{7FE7E7FE-41A8-A56E-609D-CB2E0394C524}"/>
              </a:ext>
            </a:extLst>
          </p:cNvPr>
          <p:cNvSpPr/>
          <p:nvPr/>
        </p:nvSpPr>
        <p:spPr>
          <a:xfrm>
            <a:off x="725830" y="2052377"/>
            <a:ext cx="7861280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Una misma información puede ser representada en distintas maneras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una representación será mejor que otras si la tarea que queremos realizar nos resulta mas facil empleando dicha representación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369841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f19d644e1e_1_101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1" name="Google Shape;201;g2f19d644e1e_1_101"/>
          <p:cNvSpPr txBox="1"/>
          <p:nvPr/>
        </p:nvSpPr>
        <p:spPr>
          <a:xfrm>
            <a:off x="836350" y="1001204"/>
            <a:ext cx="7471299" cy="39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 (featuring engineer automático)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2" name="Google Shape;202;g2f19d644e1e_1_101"/>
          <p:cNvSpPr/>
          <p:nvPr/>
        </p:nvSpPr>
        <p:spPr>
          <a:xfrm>
            <a:off x="242887" y="1758061"/>
            <a:ext cx="7861144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features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 unlabeled data siguiendo un entrenamiento supervisado bajo una NN secundaria (autoencoder o semejantes) siguiendo una false task.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Reducción de dimension del input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+ Encontrar latent variables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sym typeface="Twentieth Century"/>
              </a:rPr>
              <a:t>+ Semi supervised learning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203" name="Google Shape;203;g2f19d644e1e_1_101"/>
          <p:cNvSpPr/>
          <p:nvPr/>
        </p:nvSpPr>
        <p:spPr>
          <a:xfrm>
            <a:off x="4640975" y="3367300"/>
            <a:ext cx="3973500" cy="14541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Clustering maps 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Operdores lógicos (auto &gt; bicicleta?)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Medir distancias (manzana mas cerca que torta?)</a:t>
            </a:r>
            <a:endParaRPr sz="1100">
              <a:solidFill>
                <a:schemeClr val="dk2"/>
              </a:solidFill>
            </a:endParaRPr>
          </a:p>
          <a:p>
            <a:pPr marL="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Twentieth Century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Proyecciones o multiplicaciones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04" name="Google Shape;204;g2f19d644e1e_1_101" descr="L_p"/>
          <p:cNvSpPr/>
          <p:nvPr/>
        </p:nvSpPr>
        <p:spPr>
          <a:xfrm>
            <a:off x="107156" y="-617935"/>
            <a:ext cx="135731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5" name="Google Shape;205;g2f19d644e1e_1_101" descr="L_p"/>
          <p:cNvSpPr/>
          <p:nvPr/>
        </p:nvSpPr>
        <p:spPr>
          <a:xfrm>
            <a:off x="6439926" y="3200088"/>
            <a:ext cx="1093935" cy="1036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6" name="Google Shape;206;g2f19d644e1e_1_101"/>
          <p:cNvSpPr/>
          <p:nvPr/>
        </p:nvSpPr>
        <p:spPr>
          <a:xfrm>
            <a:off x="544133" y="3718268"/>
            <a:ext cx="3512713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complejidad del dataset 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reducen las anomalias y el ruido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07" name="Google Shape;207;g2f19d644e1e_1_101"/>
          <p:cNvSpPr/>
          <p:nvPr/>
        </p:nvSpPr>
        <p:spPr>
          <a:xfrm>
            <a:off x="4640976" y="2912223"/>
            <a:ext cx="3365486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Hacemos operaciones sobre ellos</a:t>
            </a:r>
            <a:endParaRPr sz="1500" dirty="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f19d644e1e_1_11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3" name="Google Shape;213;g2f19d644e1e_1_112"/>
          <p:cNvSpPr txBox="1"/>
          <p:nvPr/>
        </p:nvSpPr>
        <p:spPr>
          <a:xfrm>
            <a:off x="165175" y="737146"/>
            <a:ext cx="8641500" cy="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Representation learning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14" name="Google Shape;214;g2f19d644e1e_1_1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9603" y="1188666"/>
            <a:ext cx="7548535" cy="206082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g2f19d644e1e_1_112"/>
          <p:cNvSpPr/>
          <p:nvPr/>
        </p:nvSpPr>
        <p:spPr>
          <a:xfrm>
            <a:off x="264630" y="3501019"/>
            <a:ext cx="3879988" cy="122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Mas datos (de entrenamiento) no necesariamente garantiza llegar a un buen modelo.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 features correctos, las tarea de la red puede ser mejor alcanzada. 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16" name="Google Shape;216;g2f19d644e1e_1_112"/>
          <p:cNvSpPr/>
          <p:nvPr/>
        </p:nvSpPr>
        <p:spPr>
          <a:xfrm>
            <a:off x="4365195" y="3509733"/>
            <a:ext cx="4619683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When the learned features are passed into the supervised learning algorithm, it can improve the prediction accuracy up to 17%. 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[https://dl.acm.org/doi/10.1145/3303772.3303795].</a:t>
            </a:r>
            <a:r>
              <a:rPr lang="en" sz="15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5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f19d644e1e_1_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 b="0" i="0" u="none" strike="noStrike" cap="none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0" name="Google Shape;90;g2f19d644e1e_1_8"/>
          <p:cNvPicPr preferRelativeResize="0"/>
          <p:nvPr/>
        </p:nvPicPr>
        <p:blipFill rotWithShape="1">
          <a:blip r:embed="rId3">
            <a:alphaModFix/>
          </a:blip>
          <a:srcRect l="20812" r="6770"/>
          <a:stretch/>
        </p:blipFill>
        <p:spPr>
          <a:xfrm>
            <a:off x="4419197" y="902371"/>
            <a:ext cx="1996889" cy="1993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g2f19d644e1e_1_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581604" y="1832010"/>
            <a:ext cx="2499751" cy="700988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g2f19d644e1e_1_8"/>
          <p:cNvSpPr/>
          <p:nvPr/>
        </p:nvSpPr>
        <p:spPr>
          <a:xfrm>
            <a:off x="6017654" y="3487056"/>
            <a:ext cx="1512017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0" i="0" u="none" strike="noStrike" cap="none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PCA??</a:t>
            </a:r>
            <a:endParaRPr sz="2100" b="0" i="0" u="none" strike="noStrike" cap="none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3" name="Google Shape;93;g2f19d644e1e_1_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7927" y="3810796"/>
            <a:ext cx="3191217" cy="781954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g2f19d644e1e_1_8"/>
          <p:cNvPicPr preferRelativeResize="0"/>
          <p:nvPr/>
        </p:nvPicPr>
        <p:blipFill rotWithShape="1">
          <a:blip r:embed="rId6">
            <a:alphaModFix/>
          </a:blip>
          <a:srcRect l="24706" t="1523" r="19883" b="12579"/>
          <a:stretch/>
        </p:blipFill>
        <p:spPr>
          <a:xfrm>
            <a:off x="660149" y="754946"/>
            <a:ext cx="3166782" cy="3055844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g2f19d644e1e_1_8"/>
          <p:cNvSpPr txBox="1"/>
          <p:nvPr/>
        </p:nvSpPr>
        <p:spPr>
          <a:xfrm>
            <a:off x="3392945" y="1705744"/>
            <a:ext cx="736226" cy="535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6" name="Google Shape;96;g2f19d644e1e_1_8"/>
          <p:cNvSpPr txBox="1"/>
          <p:nvPr/>
        </p:nvSpPr>
        <p:spPr>
          <a:xfrm>
            <a:off x="1242722" y="4634235"/>
            <a:ext cx="7369650" cy="388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 dirty="0">
                <a:solidFill>
                  <a:srgbClr val="434343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 autoencoders vs regularized autoencoders</a:t>
            </a:r>
            <a:endParaRPr sz="2100" b="0" i="0" u="none" strike="noStrike" cap="none" dirty="0">
              <a:solidFill>
                <a:srgbClr val="434343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7" name="Google Shape;97;g2f19d644e1e_1_8"/>
          <p:cNvPicPr preferRelativeResize="0"/>
          <p:nvPr/>
        </p:nvPicPr>
        <p:blipFill rotWithShape="1">
          <a:blip r:embed="rId7">
            <a:alphaModFix/>
          </a:blip>
          <a:srcRect l="69947" t="928" r="22128" b="24959"/>
          <a:stretch/>
        </p:blipFill>
        <p:spPr>
          <a:xfrm>
            <a:off x="422187" y="1892658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g2f19d644e1e_1_8"/>
          <p:cNvPicPr preferRelativeResize="0"/>
          <p:nvPr/>
        </p:nvPicPr>
        <p:blipFill rotWithShape="1">
          <a:blip r:embed="rId7">
            <a:alphaModFix/>
          </a:blip>
          <a:srcRect l="69947" t="928" r="22128" b="24959"/>
          <a:stretch/>
        </p:blipFill>
        <p:spPr>
          <a:xfrm>
            <a:off x="3648196" y="1892645"/>
            <a:ext cx="225741" cy="579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g2f19d644e1e_1_8"/>
          <p:cNvPicPr preferRelativeResize="0"/>
          <p:nvPr/>
        </p:nvPicPr>
        <p:blipFill rotWithShape="1">
          <a:blip r:embed="rId7">
            <a:alphaModFix/>
          </a:blip>
          <a:srcRect l="69947" t="15321" r="22128" b="40537"/>
          <a:stretch/>
        </p:blipFill>
        <p:spPr>
          <a:xfrm>
            <a:off x="5904783" y="2293144"/>
            <a:ext cx="225741" cy="3452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f19d644e1e_1_2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5" name="Google Shape;105;g2f19d644e1e_1_22"/>
          <p:cNvSpPr txBox="1"/>
          <p:nvPr/>
        </p:nvSpPr>
        <p:spPr>
          <a:xfrm>
            <a:off x="251252" y="884448"/>
            <a:ext cx="8641496" cy="388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autoencoders vs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Regularized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autoencoders</a:t>
            </a:r>
            <a:endParaRPr sz="21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6" name="Google Shape;106;g2f19d644e1e_1_22"/>
          <p:cNvSpPr/>
          <p:nvPr/>
        </p:nvSpPr>
        <p:spPr>
          <a:xfrm>
            <a:off x="251252" y="1681799"/>
            <a:ext cx="7505049" cy="256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en autoencoder tiene capacidad suficiente copiará la entrada (aprende la función identidad).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reduce la capacidad del autoencoder (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undercomplete …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 para que aprenda los “aspectos relevantes” de la entrada. Aprenden la </a:t>
            </a:r>
            <a:r>
              <a:rPr lang="en" sz="1800" i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latent variable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del dataset.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i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Otra manera es “regularizar” sus pesos en el entrenamiento… 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regularized …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que aprenda otras características del dataset.</a:t>
            </a:r>
            <a:endParaRPr sz="18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07" name="Google Shape;107;g2f19d644e1e_1_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33453" y="4323200"/>
            <a:ext cx="3113222" cy="658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f19d644e1e_1_29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3" name="Google Shape;113;g2f19d644e1e_1_29"/>
          <p:cNvSpPr txBox="1"/>
          <p:nvPr/>
        </p:nvSpPr>
        <p:spPr>
          <a:xfrm>
            <a:off x="251252" y="814403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limitación de activación neuronas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4" name="Google Shape;114;g2f19d644e1e_1_29"/>
          <p:cNvSpPr/>
          <p:nvPr/>
        </p:nvSpPr>
        <p:spPr>
          <a:xfrm>
            <a:off x="328525" y="2055760"/>
            <a:ext cx="8641496" cy="2377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activation 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– Para una entrada dada, la mayoría de los </a:t>
            </a:r>
            <a:r>
              <a:rPr lang="en" sz="2400" b="0" i="1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2400" b="0" i="1" u="none" strike="noStrike" cap="none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producirán una activación muy pequeña.</a:t>
            </a:r>
            <a:endParaRPr sz="110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una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dada, su activación promedio (sobre todas las muestras) será un valor cercano a cero.</a:t>
            </a:r>
            <a:endParaRPr sz="1100">
              <a:solidFill>
                <a:schemeClr val="dk2"/>
              </a:solidFill>
            </a:endParaRPr>
          </a:p>
          <a:p>
            <a:pPr marL="0" marR="0" lvl="0" indent="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Esto previene que el autoencoder use todas las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al mismo tiempo y fuerza a un uso reducido de </a:t>
            </a:r>
            <a:r>
              <a:rPr lang="en" sz="1800" i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g2f19d644e1e_1_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23306" y="1256947"/>
            <a:ext cx="1885950" cy="6786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g2f19d644e1e_1_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2910" y="1237685"/>
            <a:ext cx="3113222" cy="65838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2f19d644e1e_1_29"/>
          <p:cNvSpPr txBox="1"/>
          <p:nvPr/>
        </p:nvSpPr>
        <p:spPr>
          <a:xfrm>
            <a:off x="328525" y="4553490"/>
            <a:ext cx="8641496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 autoencodes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para </a:t>
            </a: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obtener features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 otra tarea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pre-training.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g2f19d644e1e_1_29"/>
          <p:cNvSpPr/>
          <p:nvPr/>
        </p:nvSpPr>
        <p:spPr>
          <a:xfrm>
            <a:off x="5796430" y="1416637"/>
            <a:ext cx="2133936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Regularización L1</a:t>
            </a: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2f19d644e1e_1_39"/>
          <p:cNvSpPr txBox="1"/>
          <p:nvPr/>
        </p:nvSpPr>
        <p:spPr>
          <a:xfrm>
            <a:off x="-119743" y="1"/>
            <a:ext cx="9383486" cy="367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4" name="Google Shape;124;g2f19d644e1e_1_39"/>
          <p:cNvSpPr txBox="1"/>
          <p:nvPr/>
        </p:nvSpPr>
        <p:spPr>
          <a:xfrm>
            <a:off x="328526" y="722229"/>
            <a:ext cx="53277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Constractive autoencoders CAE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25" name="Google Shape;125;g2f19d644e1e_1_39"/>
          <p:cNvSpPr txBox="1"/>
          <p:nvPr/>
        </p:nvSpPr>
        <p:spPr>
          <a:xfrm>
            <a:off x="198782" y="4388380"/>
            <a:ext cx="8771239" cy="442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Constractive autoencodes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hace que el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 varie mucho ante pequeños cambios en </a:t>
            </a:r>
            <a:r>
              <a:rPr lang="en" sz="18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x</a:t>
            </a:r>
            <a:endParaRPr sz="1800" b="1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26" name="Google Shape;126;g2f19d644e1e_1_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8526" y="1260902"/>
            <a:ext cx="2000250" cy="73580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g2f19d644e1e_1_39"/>
          <p:cNvSpPr/>
          <p:nvPr/>
        </p:nvSpPr>
        <p:spPr>
          <a:xfrm>
            <a:off x="328525" y="2287394"/>
            <a:ext cx="8364841" cy="2008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254000" marR="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Inputs similares tendrán similares representaciones. Se fuerza al modelo a aprender un vecindario reducido de </a:t>
            </a:r>
            <a:r>
              <a:rPr lang="en" sz="1500" b="1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y mapearlo a un vecindario reducido de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1397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254000" marR="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Undercomplete + constractive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aprenden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/dx 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pequeñas. Solo un número pequeño de </a:t>
            </a:r>
            <a:r>
              <a:rPr lang="en" sz="1800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</a:t>
            </a:r>
            <a:r>
              <a:rPr lang="en" sz="1800" i="1" baseline="-25000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(que se corresponden con un número reducido de direcciones en </a:t>
            </a:r>
            <a:r>
              <a:rPr lang="en" sz="1500" b="1" i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</a:t>
            </a: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), pueden tener una derivada considerable.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8" name="Google Shape;128;g2f19d644e1e_1_39"/>
          <p:cNvSpPr/>
          <p:nvPr/>
        </p:nvSpPr>
        <p:spPr>
          <a:xfrm>
            <a:off x="2769371" y="1391131"/>
            <a:ext cx="5595884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El objetivo es aprender un representación que sea </a:t>
            </a:r>
            <a:r>
              <a:rPr lang="en" sz="1800" b="1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poco sensible a pequeñas variaciones </a:t>
            </a: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los datos de entrada.</a:t>
            </a:r>
            <a:endParaRPr sz="18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f19d644e1e_1_4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34" name="Google Shape;134;g2f19d644e1e_1_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22208" y="1044523"/>
            <a:ext cx="3883068" cy="4008328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2f19d644e1e_1_48"/>
          <p:cNvSpPr txBox="1"/>
          <p:nvPr/>
        </p:nvSpPr>
        <p:spPr>
          <a:xfrm>
            <a:off x="405225" y="3810508"/>
            <a:ext cx="3883200" cy="5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TODAS LAS NN “ENCUENTRAN” EL MANIFOLD DE LOS DATOS</a:t>
            </a:r>
            <a:endParaRPr sz="1500" i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g2f19d644e1e_1_48"/>
          <p:cNvSpPr txBox="1"/>
          <p:nvPr/>
        </p:nvSpPr>
        <p:spPr>
          <a:xfrm>
            <a:off x="328526" y="637179"/>
            <a:ext cx="42435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learning con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7" name="Google Shape;137;g2f19d644e1e_1_48"/>
          <p:cNvSpPr/>
          <p:nvPr/>
        </p:nvSpPr>
        <p:spPr>
          <a:xfrm>
            <a:off x="186614" y="1210480"/>
            <a:ext cx="4691400" cy="25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es un espacio N-dimensional, de menor dimensión del espacio original donde los datos se concentran.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desplazamos dentro del manifold del MNIST, siempre encontraremos un número MNIST.</a:t>
            </a:r>
            <a:endParaRPr sz="1100" dirty="0">
              <a:solidFill>
                <a:schemeClr val="dk2"/>
              </a:solidFill>
            </a:endParaRPr>
          </a:p>
          <a:p>
            <a:pPr marL="0" marR="0" lvl="6" indent="1143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6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 nos salimos de dicho </a:t>
            </a:r>
            <a:r>
              <a:rPr lang="en" sz="1800" b="1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</a:t>
            </a:r>
            <a:r>
              <a:rPr lang="en" sz="1800" b="0" i="0" u="none" strike="noStrike" cap="none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no encontraremos un número MNIST.</a:t>
            </a:r>
            <a:endParaRPr sz="1100" dirty="0">
              <a:solidFill>
                <a:schemeClr val="dk2"/>
              </a:solidFill>
            </a:endParaRPr>
          </a:p>
        </p:txBody>
      </p:sp>
      <p:sp>
        <p:nvSpPr>
          <p:cNvPr id="138" name="Google Shape;138;g2f19d644e1e_1_48"/>
          <p:cNvSpPr txBox="1"/>
          <p:nvPr/>
        </p:nvSpPr>
        <p:spPr>
          <a:xfrm>
            <a:off x="230939" y="4521936"/>
            <a:ext cx="46914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https://www.youtube.com/watch?v=QHj9uVmwA_0&amp;t=12s&amp;ab_channel=ArtemKirsanov</a:t>
            </a:r>
            <a:endParaRPr sz="11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f19d644e1e_1_57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44" name="Google Shape;144;g2f19d644e1e_1_5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2674" y="1264586"/>
            <a:ext cx="3970619" cy="2744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g2f19d644e1e_1_5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1993" y="1630546"/>
            <a:ext cx="4027870" cy="2783967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g2f19d644e1e_1_57"/>
          <p:cNvSpPr/>
          <p:nvPr/>
        </p:nvSpPr>
        <p:spPr>
          <a:xfrm>
            <a:off x="528033" y="4505045"/>
            <a:ext cx="4572000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https://www.kaggle.com/apapiu/manifold-learning-and-autoencoders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47" name="Google Shape;147;g2f19d644e1e_1_57"/>
          <p:cNvSpPr txBox="1"/>
          <p:nvPr/>
        </p:nvSpPr>
        <p:spPr>
          <a:xfrm>
            <a:off x="338726" y="691266"/>
            <a:ext cx="4243500" cy="5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 learning con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f19d644e1e_1_6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3" name="Google Shape;153;g2f19d644e1e_1_65"/>
          <p:cNvSpPr txBox="1"/>
          <p:nvPr/>
        </p:nvSpPr>
        <p:spPr>
          <a:xfrm>
            <a:off x="218939" y="650065"/>
            <a:ext cx="5154935" cy="435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Varationals autoencoder - VAE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54" name="Google Shape;154;g2f19d644e1e_1_65"/>
          <p:cNvSpPr/>
          <p:nvPr/>
        </p:nvSpPr>
        <p:spPr>
          <a:xfrm>
            <a:off x="539800" y="1805582"/>
            <a:ext cx="2482800" cy="8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 genera el espacio latente bajo una función de densidad de probabilidad.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5" name="Google Shape;155;g2f19d644e1e_1_65"/>
          <p:cNvPicPr preferRelativeResize="0"/>
          <p:nvPr/>
        </p:nvPicPr>
        <p:blipFill rotWithShape="1">
          <a:blip r:embed="rId3">
            <a:alphaModFix/>
          </a:blip>
          <a:srcRect l="22571" b="46639"/>
          <a:stretch/>
        </p:blipFill>
        <p:spPr>
          <a:xfrm>
            <a:off x="3711014" y="1011386"/>
            <a:ext cx="5381934" cy="229426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g2f19d644e1e_1_65"/>
          <p:cNvSpPr/>
          <p:nvPr/>
        </p:nvSpPr>
        <p:spPr>
          <a:xfrm>
            <a:off x="407551" y="3327723"/>
            <a:ext cx="7904409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Otorga control sobre cómo se distribuye el espacio latent de nuestro modelo.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Luego de entrenar, se toma una muesta aleatoria de dicha función de densidad de probabilidad para alimentar al decoder.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952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VAE el espacio latente Z se ve como una variable latent con una probabilidad P(Z) de que dicha variable z pertencezca al manifold de los datos de entrada. 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f19d644e1e_1_7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2" name="Google Shape;162;g2f19d644e1e_1_74"/>
          <p:cNvSpPr txBox="1"/>
          <p:nvPr/>
        </p:nvSpPr>
        <p:spPr>
          <a:xfrm>
            <a:off x="218939" y="759640"/>
            <a:ext cx="5154900" cy="4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Varationals autoencoder - VAE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63" name="Google Shape;163;g2f19d644e1e_1_7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1774" y="1946405"/>
            <a:ext cx="2501378" cy="12506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g2f19d644e1e_1_7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66680" y="759660"/>
            <a:ext cx="4815547" cy="3725234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g2f19d644e1e_1_74"/>
          <p:cNvSpPr txBox="1"/>
          <p:nvPr/>
        </p:nvSpPr>
        <p:spPr>
          <a:xfrm>
            <a:off x="218951" y="4725575"/>
            <a:ext cx="60108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https://towardsdatascience.com/what-the-heck-are-vae-gans-17b86023588a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f19d644e1e_0_2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1" name="Google Shape;171;g2f19d644e1e_0_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2025" y="1351825"/>
            <a:ext cx="5003075" cy="3010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g2f19d644e1e_0_28"/>
          <p:cNvSpPr txBox="1"/>
          <p:nvPr/>
        </p:nvSpPr>
        <p:spPr>
          <a:xfrm>
            <a:off x="229075" y="4692725"/>
            <a:ext cx="3059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https://lilianweng.github.io/posts/2018-08-12-vae/</a:t>
            </a:r>
            <a:endParaRPr sz="100"/>
          </a:p>
        </p:txBody>
      </p:sp>
      <p:sp>
        <p:nvSpPr>
          <p:cNvPr id="173" name="Google Shape;173;g2f19d644e1e_0_28"/>
          <p:cNvSpPr txBox="1"/>
          <p:nvPr/>
        </p:nvSpPr>
        <p:spPr>
          <a:xfrm>
            <a:off x="169975" y="1271100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en" sz="1700" b="1"/>
              <a:t>Reparameterization Trick</a:t>
            </a:r>
            <a:endParaRPr sz="1700" b="1"/>
          </a:p>
        </p:txBody>
      </p:sp>
      <p:pic>
        <p:nvPicPr>
          <p:cNvPr id="174" name="Google Shape;174;g2f19d644e1e_0_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8086" y="2174105"/>
            <a:ext cx="2501378" cy="12506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f19d644e1e_1_82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0" name="Google Shape;180;g2f19d644e1e_1_82"/>
          <p:cNvSpPr txBox="1"/>
          <p:nvPr/>
        </p:nvSpPr>
        <p:spPr>
          <a:xfrm>
            <a:off x="318866" y="782346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Denoising autoencoders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181" name="Google Shape;181;g2f19d644e1e_1_82"/>
          <p:cNvPicPr preferRelativeResize="0"/>
          <p:nvPr/>
        </p:nvPicPr>
        <p:blipFill rotWithShape="1">
          <a:blip r:embed="rId3">
            <a:alphaModFix/>
          </a:blip>
          <a:srcRect l="6202" r="8682"/>
          <a:stretch/>
        </p:blipFill>
        <p:spPr>
          <a:xfrm>
            <a:off x="453981" y="1309306"/>
            <a:ext cx="1854558" cy="24645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g2f19d644e1e_1_82"/>
          <p:cNvPicPr preferRelativeResize="0"/>
          <p:nvPr/>
        </p:nvPicPr>
        <p:blipFill rotWithShape="1">
          <a:blip r:embed="rId4">
            <a:alphaModFix/>
          </a:blip>
          <a:srcRect l="8987" r="6948" b="25887"/>
          <a:stretch/>
        </p:blipFill>
        <p:spPr>
          <a:xfrm>
            <a:off x="231820" y="4027868"/>
            <a:ext cx="2849451" cy="689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2f19d644e1e_1_8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914014" y="1456315"/>
            <a:ext cx="4986337" cy="3386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/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9" name="Google Shape;189;g2f19d644e1e_1_90"/>
          <p:cNvSpPr txBox="1"/>
          <p:nvPr/>
        </p:nvSpPr>
        <p:spPr>
          <a:xfrm>
            <a:off x="612588" y="2049328"/>
            <a:ext cx="532779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ver github autoencoder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854E0B96-BAAA-9C8B-425E-DD2784314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6C18E871-786D-B36B-D070-C9CEA13EC787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6" name="Google Shape;189;g2f19d644e1e_1_90">
            <a:extLst>
              <a:ext uri="{FF2B5EF4-FFF2-40B4-BE49-F238E27FC236}">
                <a16:creationId xmlns:a16="http://schemas.microsoft.com/office/drawing/2014/main" id="{19A1861C-CD1E-F9FC-BD14-3DCE37591AA8}"/>
              </a:ext>
            </a:extLst>
          </p:cNvPr>
          <p:cNvSpPr txBox="1"/>
          <p:nvPr/>
        </p:nvSpPr>
        <p:spPr>
          <a:xfrm>
            <a:off x="1148853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3337770-E30F-A72E-6F53-1C496080E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205" y="1926692"/>
            <a:ext cx="2880000" cy="2649600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362ACDD-A284-08D5-5D33-8B49629A67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99" y="1926691"/>
            <a:ext cx="2880000" cy="262415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EAFBA3A-FAA1-2705-1BE6-952330CA59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7825" y="1915559"/>
            <a:ext cx="2880000" cy="2649600"/>
          </a:xfrm>
          <a:prstGeom prst="rect">
            <a:avLst/>
          </a:prstGeom>
        </p:spPr>
      </p:pic>
      <p:sp>
        <p:nvSpPr>
          <p:cNvPr id="13" name="Google Shape;189;g2f19d644e1e_1_90">
            <a:extLst>
              <a:ext uri="{FF2B5EF4-FFF2-40B4-BE49-F238E27FC236}">
                <a16:creationId xmlns:a16="http://schemas.microsoft.com/office/drawing/2014/main" id="{B3BF4D1C-C310-7879-287A-7B7A6B50BFBF}"/>
              </a:ext>
            </a:extLst>
          </p:cNvPr>
          <p:cNvSpPr txBox="1"/>
          <p:nvPr/>
        </p:nvSpPr>
        <p:spPr>
          <a:xfrm>
            <a:off x="4319461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l=0.25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" name="Google Shape;189;g2f19d644e1e_1_90">
            <a:extLst>
              <a:ext uri="{FF2B5EF4-FFF2-40B4-BE49-F238E27FC236}">
                <a16:creationId xmlns:a16="http://schemas.microsoft.com/office/drawing/2014/main" id="{C2CF6083-D58F-AA54-214B-2B53926AE02C}"/>
              </a:ext>
            </a:extLst>
          </p:cNvPr>
          <p:cNvSpPr txBox="1"/>
          <p:nvPr/>
        </p:nvSpPr>
        <p:spPr>
          <a:xfrm>
            <a:off x="7015659" y="1314320"/>
            <a:ext cx="104433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</a:t>
            </a:r>
            <a:r>
              <a:rPr lang="en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l=0.75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" name="Google Shape;189;g2f19d644e1e_1_90">
            <a:extLst>
              <a:ext uri="{FF2B5EF4-FFF2-40B4-BE49-F238E27FC236}">
                <a16:creationId xmlns:a16="http://schemas.microsoft.com/office/drawing/2014/main" id="{590DA479-56F1-E6F3-42AA-DE5EA4F3E0A4}"/>
              </a:ext>
            </a:extLst>
          </p:cNvPr>
          <p:cNvSpPr txBox="1"/>
          <p:nvPr/>
        </p:nvSpPr>
        <p:spPr>
          <a:xfrm>
            <a:off x="2880704" y="814500"/>
            <a:ext cx="3671350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VAE </a:t>
            </a: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convolucional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2893755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D29405F6-7F81-E61D-806A-10C7D85E7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B3615DAB-FC99-EF45-D3B3-785FFD7D348B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BB7FF96-0A4A-881B-92F2-2CDAE022A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2298" y="2077947"/>
            <a:ext cx="2880000" cy="2519999"/>
          </a:xfrm>
          <a:prstGeom prst="rect">
            <a:avLst/>
          </a:prstGeom>
        </p:spPr>
      </p:pic>
      <p:sp>
        <p:nvSpPr>
          <p:cNvPr id="4" name="Google Shape;189;g2f19d644e1e_1_90">
            <a:extLst>
              <a:ext uri="{FF2B5EF4-FFF2-40B4-BE49-F238E27FC236}">
                <a16:creationId xmlns:a16="http://schemas.microsoft.com/office/drawing/2014/main" id="{5B839E1E-554B-65AC-A7C3-85FFDAB7A83F}"/>
              </a:ext>
            </a:extLst>
          </p:cNvPr>
          <p:cNvSpPr txBox="1"/>
          <p:nvPr/>
        </p:nvSpPr>
        <p:spPr>
          <a:xfrm>
            <a:off x="3711382" y="91916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L1: 5e-4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36236D8-E150-6244-93D2-BC1EEA48D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2298" y="2112833"/>
            <a:ext cx="2880000" cy="2520000"/>
          </a:xfrm>
          <a:prstGeom prst="rect">
            <a:avLst/>
          </a:prstGeom>
        </p:spPr>
      </p:pic>
      <p:sp>
        <p:nvSpPr>
          <p:cNvPr id="7" name="Google Shape;189;g2f19d644e1e_1_90">
            <a:extLst>
              <a:ext uri="{FF2B5EF4-FFF2-40B4-BE49-F238E27FC236}">
                <a16:creationId xmlns:a16="http://schemas.microsoft.com/office/drawing/2014/main" id="{BEE56B23-341F-DBD7-E8DA-372DDE715C9E}"/>
              </a:ext>
            </a:extLst>
          </p:cNvPr>
          <p:cNvSpPr txBox="1"/>
          <p:nvPr/>
        </p:nvSpPr>
        <p:spPr>
          <a:xfrm>
            <a:off x="6850727" y="996318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VAE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Kl: 1e-4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1DD52B7-6D92-C044-AFBB-50DB345461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816" y="2112833"/>
            <a:ext cx="2880000" cy="2520000"/>
          </a:xfrm>
          <a:prstGeom prst="rect">
            <a:avLst/>
          </a:prstGeom>
        </p:spPr>
      </p:pic>
      <p:sp>
        <p:nvSpPr>
          <p:cNvPr id="10" name="Google Shape;189;g2f19d644e1e_1_90">
            <a:extLst>
              <a:ext uri="{FF2B5EF4-FFF2-40B4-BE49-F238E27FC236}">
                <a16:creationId xmlns:a16="http://schemas.microsoft.com/office/drawing/2014/main" id="{5C64B54E-77D2-53F4-ED48-4839DF7770D9}"/>
              </a:ext>
            </a:extLst>
          </p:cNvPr>
          <p:cNvSpPr txBox="1"/>
          <p:nvPr/>
        </p:nvSpPr>
        <p:spPr>
          <a:xfrm>
            <a:off x="694321" y="970474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</p:txBody>
      </p:sp>
      <p:sp>
        <p:nvSpPr>
          <p:cNvPr id="11" name="Google Shape;189;g2f19d644e1e_1_90">
            <a:extLst>
              <a:ext uri="{FF2B5EF4-FFF2-40B4-BE49-F238E27FC236}">
                <a16:creationId xmlns:a16="http://schemas.microsoft.com/office/drawing/2014/main" id="{245BCB9B-BC5E-A8D9-B15C-291C94FEC326}"/>
              </a:ext>
            </a:extLst>
          </p:cNvPr>
          <p:cNvSpPr txBox="1"/>
          <p:nvPr/>
        </p:nvSpPr>
        <p:spPr>
          <a:xfrm>
            <a:off x="788340" y="469109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0.0431</a:t>
            </a:r>
          </a:p>
        </p:txBody>
      </p:sp>
      <p:sp>
        <p:nvSpPr>
          <p:cNvPr id="12" name="Google Shape;189;g2f19d644e1e_1_90">
            <a:extLst>
              <a:ext uri="{FF2B5EF4-FFF2-40B4-BE49-F238E27FC236}">
                <a16:creationId xmlns:a16="http://schemas.microsoft.com/office/drawing/2014/main" id="{B9315433-840C-5FED-1729-50367699B95C}"/>
              </a:ext>
            </a:extLst>
          </p:cNvPr>
          <p:cNvSpPr txBox="1"/>
          <p:nvPr/>
        </p:nvSpPr>
        <p:spPr>
          <a:xfrm>
            <a:off x="3772524" y="4656130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0.0457</a:t>
            </a:r>
          </a:p>
        </p:txBody>
      </p:sp>
      <p:sp>
        <p:nvSpPr>
          <p:cNvPr id="13" name="Google Shape;189;g2f19d644e1e_1_90">
            <a:extLst>
              <a:ext uri="{FF2B5EF4-FFF2-40B4-BE49-F238E27FC236}">
                <a16:creationId xmlns:a16="http://schemas.microsoft.com/office/drawing/2014/main" id="{3AECCDD5-CA7D-1C2A-6F6E-498E4B0AFE57}"/>
              </a:ext>
            </a:extLst>
          </p:cNvPr>
          <p:cNvSpPr txBox="1"/>
          <p:nvPr/>
        </p:nvSpPr>
        <p:spPr>
          <a:xfrm>
            <a:off x="6588054" y="459794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0.0440</a:t>
            </a:r>
          </a:p>
        </p:txBody>
      </p:sp>
    </p:spTree>
    <p:extLst>
      <p:ext uri="{BB962C8B-B14F-4D97-AF65-F5344CB8AC3E}">
        <p14:creationId xmlns:p14="http://schemas.microsoft.com/office/powerpoint/2010/main" val="36366835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3EADC6E9-5E89-A1DB-7334-3B54724C7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43D4DF03-0E23-2525-8250-9AE1FF4979A7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</a:t>
            </a:r>
            <a:endParaRPr sz="2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189;g2f19d644e1e_1_90">
            <a:extLst>
              <a:ext uri="{FF2B5EF4-FFF2-40B4-BE49-F238E27FC236}">
                <a16:creationId xmlns:a16="http://schemas.microsoft.com/office/drawing/2014/main" id="{C0AD1CD5-313C-8345-35E1-EE490B62DE69}"/>
              </a:ext>
            </a:extLst>
          </p:cNvPr>
          <p:cNvSpPr txBox="1"/>
          <p:nvPr/>
        </p:nvSpPr>
        <p:spPr>
          <a:xfrm>
            <a:off x="3711382" y="91916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sparse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L1: 5e-4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" name="Google Shape;189;g2f19d644e1e_1_90">
            <a:extLst>
              <a:ext uri="{FF2B5EF4-FFF2-40B4-BE49-F238E27FC236}">
                <a16:creationId xmlns:a16="http://schemas.microsoft.com/office/drawing/2014/main" id="{157AADA2-0864-34B0-682A-FC33B129A56A}"/>
              </a:ext>
            </a:extLst>
          </p:cNvPr>
          <p:cNvSpPr txBox="1"/>
          <p:nvPr/>
        </p:nvSpPr>
        <p:spPr>
          <a:xfrm>
            <a:off x="6850727" y="996318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VAE 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Kl: 1e-4</a:t>
            </a:r>
            <a:endParaRPr sz="21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" name="Google Shape;189;g2f19d644e1e_1_90">
            <a:extLst>
              <a:ext uri="{FF2B5EF4-FFF2-40B4-BE49-F238E27FC236}">
                <a16:creationId xmlns:a16="http://schemas.microsoft.com/office/drawing/2014/main" id="{38743EAC-28CD-9FA0-BECC-C083B56EC437}"/>
              </a:ext>
            </a:extLst>
          </p:cNvPr>
          <p:cNvSpPr txBox="1"/>
          <p:nvPr/>
        </p:nvSpPr>
        <p:spPr>
          <a:xfrm>
            <a:off x="694321" y="970474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 err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Zdim</a:t>
            </a: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32</a:t>
            </a:r>
          </a:p>
        </p:txBody>
      </p:sp>
      <p:sp>
        <p:nvSpPr>
          <p:cNvPr id="11" name="Google Shape;189;g2f19d644e1e_1_90">
            <a:extLst>
              <a:ext uri="{FF2B5EF4-FFF2-40B4-BE49-F238E27FC236}">
                <a16:creationId xmlns:a16="http://schemas.microsoft.com/office/drawing/2014/main" id="{720055BD-D7D0-FC30-865A-55AA61DE09DC}"/>
              </a:ext>
            </a:extLst>
          </p:cNvPr>
          <p:cNvSpPr txBox="1"/>
          <p:nvPr/>
        </p:nvSpPr>
        <p:spPr>
          <a:xfrm>
            <a:off x="788340" y="469109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0.0431</a:t>
            </a:r>
          </a:p>
        </p:txBody>
      </p:sp>
      <p:sp>
        <p:nvSpPr>
          <p:cNvPr id="12" name="Google Shape;189;g2f19d644e1e_1_90">
            <a:extLst>
              <a:ext uri="{FF2B5EF4-FFF2-40B4-BE49-F238E27FC236}">
                <a16:creationId xmlns:a16="http://schemas.microsoft.com/office/drawing/2014/main" id="{E6D49E6B-AA33-2ECE-16AF-4FEA9DD67BB2}"/>
              </a:ext>
            </a:extLst>
          </p:cNvPr>
          <p:cNvSpPr txBox="1"/>
          <p:nvPr/>
        </p:nvSpPr>
        <p:spPr>
          <a:xfrm>
            <a:off x="3772524" y="4656130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0.0457</a:t>
            </a:r>
          </a:p>
        </p:txBody>
      </p:sp>
      <p:sp>
        <p:nvSpPr>
          <p:cNvPr id="13" name="Google Shape;189;g2f19d644e1e_1_90">
            <a:extLst>
              <a:ext uri="{FF2B5EF4-FFF2-40B4-BE49-F238E27FC236}">
                <a16:creationId xmlns:a16="http://schemas.microsoft.com/office/drawing/2014/main" id="{44954AE5-4D2C-BC9E-5B16-45CEAD3F25CD}"/>
              </a:ext>
            </a:extLst>
          </p:cNvPr>
          <p:cNvSpPr txBox="1"/>
          <p:nvPr/>
        </p:nvSpPr>
        <p:spPr>
          <a:xfrm>
            <a:off x="6588054" y="4597946"/>
            <a:ext cx="159895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21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MSE: 0.0440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D46FC77-5229-22CA-AB3E-65B9588CE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7" y="2269368"/>
            <a:ext cx="2880000" cy="144000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15E41EE-6008-E7F4-8976-B6C2188F68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2298" y="2269368"/>
            <a:ext cx="2880000" cy="1440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00191610-9F0D-9904-AF50-B51EF8BB15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8917" y="2269368"/>
            <a:ext cx="28800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0285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92621C82-C11D-8353-A345-4F496A4E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3B14C33E-1DF6-1A2C-DB2B-10F0C94664DC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 – Anomaly detection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" name="Google Shape;94;g2f19d644e1e_1_8">
            <a:extLst>
              <a:ext uri="{FF2B5EF4-FFF2-40B4-BE49-F238E27FC236}">
                <a16:creationId xmlns:a16="http://schemas.microsoft.com/office/drawing/2014/main" id="{16F9A3B7-E590-1E87-E98E-1DB5C2743DF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24706" t="1523" r="19883" b="12579"/>
          <a:stretch/>
        </p:blipFill>
        <p:spPr>
          <a:xfrm>
            <a:off x="2169997" y="973083"/>
            <a:ext cx="1885589" cy="1819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 descr="MNIST handwritten digits">
            <a:extLst>
              <a:ext uri="{FF2B5EF4-FFF2-40B4-BE49-F238E27FC236}">
                <a16:creationId xmlns:a16="http://schemas.microsoft.com/office/drawing/2014/main" id="{BA09B1A1-1AA9-E4CC-5E57-E3BDECA626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230" y="1083738"/>
            <a:ext cx="1411872" cy="1411872"/>
          </a:xfrm>
          <a:prstGeom prst="rect">
            <a:avLst/>
          </a:prstGeom>
        </p:spPr>
      </p:pic>
      <p:pic>
        <p:nvPicPr>
          <p:cNvPr id="9" name="Picture 8" descr="MNIST handwritten digits">
            <a:extLst>
              <a:ext uri="{FF2B5EF4-FFF2-40B4-BE49-F238E27FC236}">
                <a16:creationId xmlns:a16="http://schemas.microsoft.com/office/drawing/2014/main" id="{59467FE4-BA9A-B951-8632-21BEDED404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2289" y="1083738"/>
            <a:ext cx="1411872" cy="1411872"/>
          </a:xfrm>
          <a:prstGeom prst="rect">
            <a:avLst/>
          </a:prstGeom>
        </p:spPr>
      </p:pic>
      <p:sp>
        <p:nvSpPr>
          <p:cNvPr id="17" name="Google Shape;189;g2f19d644e1e_1_90">
            <a:extLst>
              <a:ext uri="{FF2B5EF4-FFF2-40B4-BE49-F238E27FC236}">
                <a16:creationId xmlns:a16="http://schemas.microsoft.com/office/drawing/2014/main" id="{21EB2BD7-8939-50C7-265F-A3FEBA09751D}"/>
              </a:ext>
            </a:extLst>
          </p:cNvPr>
          <p:cNvSpPr txBox="1"/>
          <p:nvPr/>
        </p:nvSpPr>
        <p:spPr>
          <a:xfrm>
            <a:off x="1909594" y="655917"/>
            <a:ext cx="2852320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Entreno sobre datos normales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DD70EE2-C075-ADD4-1CEA-43A56078A0F7}"/>
              </a:ext>
            </a:extLst>
          </p:cNvPr>
          <p:cNvSpPr/>
          <p:nvPr/>
        </p:nvSpPr>
        <p:spPr>
          <a:xfrm>
            <a:off x="658135" y="3879415"/>
            <a:ext cx="808892" cy="752621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D761C1A-5545-5C8F-AB9C-98703149AF00}"/>
                  </a:ext>
                </a:extLst>
              </p14:cNvPr>
              <p14:cNvContentPartPr/>
              <p14:nvPr/>
            </p14:nvContentPartPr>
            <p14:xfrm>
              <a:off x="895246" y="4045665"/>
              <a:ext cx="352080" cy="4201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D761C1A-5545-5C8F-AB9C-98703149AF0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77246" y="4028025"/>
                <a:ext cx="387720" cy="455760"/>
              </a:xfrm>
              <a:prstGeom prst="rect">
                <a:avLst/>
              </a:prstGeom>
            </p:spPr>
          </p:pic>
        </mc:Fallback>
      </mc:AlternateContent>
      <p:pic>
        <p:nvPicPr>
          <p:cNvPr id="24" name="Google Shape;94;g2f19d644e1e_1_8">
            <a:extLst>
              <a:ext uri="{FF2B5EF4-FFF2-40B4-BE49-F238E27FC236}">
                <a16:creationId xmlns:a16="http://schemas.microsoft.com/office/drawing/2014/main" id="{FF4C98FB-9EEC-8D85-7B34-53E17DBFF04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l="24706" t="1523" r="19883" b="12579"/>
          <a:stretch/>
        </p:blipFill>
        <p:spPr>
          <a:xfrm>
            <a:off x="2258591" y="3549789"/>
            <a:ext cx="1463128" cy="1411872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189;g2f19d644e1e_1_90">
            <a:extLst>
              <a:ext uri="{FF2B5EF4-FFF2-40B4-BE49-F238E27FC236}">
                <a16:creationId xmlns:a16="http://schemas.microsoft.com/office/drawing/2014/main" id="{11A3FE02-B278-F5C5-C801-B399B362B5D1}"/>
              </a:ext>
            </a:extLst>
          </p:cNvPr>
          <p:cNvSpPr txBox="1"/>
          <p:nvPr/>
        </p:nvSpPr>
        <p:spPr>
          <a:xfrm>
            <a:off x="221460" y="4644495"/>
            <a:ext cx="1793412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Nueva muestra!</a:t>
            </a:r>
          </a:p>
        </p:txBody>
      </p:sp>
      <p:sp>
        <p:nvSpPr>
          <p:cNvPr id="28" name="Google Shape;189;g2f19d644e1e_1_90">
            <a:extLst>
              <a:ext uri="{FF2B5EF4-FFF2-40B4-BE49-F238E27FC236}">
                <a16:creationId xmlns:a16="http://schemas.microsoft.com/office/drawing/2014/main" id="{F77F96F2-B320-ED41-3FF2-B88FD18C8B3B}"/>
              </a:ext>
            </a:extLst>
          </p:cNvPr>
          <p:cNvSpPr txBox="1"/>
          <p:nvPr/>
        </p:nvSpPr>
        <p:spPr>
          <a:xfrm>
            <a:off x="4937261" y="3901179"/>
            <a:ext cx="2852320" cy="317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Mido error de reconstrucción (respecto de un error medio de reconstrucción de muestras normales)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14688E1-7A41-7685-65A4-EF9CA938ACD5}"/>
              </a:ext>
            </a:extLst>
          </p:cNvPr>
          <p:cNvSpPr/>
          <p:nvPr/>
        </p:nvSpPr>
        <p:spPr>
          <a:xfrm>
            <a:off x="4055586" y="3879414"/>
            <a:ext cx="808892" cy="752621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24910DB6-8790-8EDB-9EEF-F8FF3B5AE3AE}"/>
                  </a:ext>
                </a:extLst>
              </p14:cNvPr>
              <p14:cNvContentPartPr/>
              <p14:nvPr/>
            </p14:nvContentPartPr>
            <p14:xfrm>
              <a:off x="4128369" y="4036569"/>
              <a:ext cx="572760" cy="48096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24910DB6-8790-8EDB-9EEF-F8FF3B5AE3A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110729" y="4018929"/>
                <a:ext cx="608400" cy="516600"/>
              </a:xfrm>
              <a:prstGeom prst="rect">
                <a:avLst/>
              </a:prstGeom>
            </p:spPr>
          </p:pic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297814F-9133-85F2-0884-71693722582C}"/>
              </a:ext>
            </a:extLst>
          </p:cNvPr>
          <p:cNvCxnSpPr/>
          <p:nvPr/>
        </p:nvCxnSpPr>
        <p:spPr>
          <a:xfrm flipV="1">
            <a:off x="2990155" y="3207552"/>
            <a:ext cx="2461076" cy="907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5" name="Google Shape;189;g2f19d644e1e_1_90">
            <a:extLst>
              <a:ext uri="{FF2B5EF4-FFF2-40B4-BE49-F238E27FC236}">
                <a16:creationId xmlns:a16="http://schemas.microsoft.com/office/drawing/2014/main" id="{651452F9-CB63-A9AE-D9CB-EB8925FCC70D}"/>
              </a:ext>
            </a:extLst>
          </p:cNvPr>
          <p:cNvSpPr txBox="1"/>
          <p:nvPr/>
        </p:nvSpPr>
        <p:spPr>
          <a:xfrm>
            <a:off x="5331656" y="2952362"/>
            <a:ext cx="2852320" cy="539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Mido distancia respecto de </a:t>
            </a:r>
            <a:r>
              <a:rPr lang="es-AR" sz="1600" dirty="0" err="1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manifold</a:t>
            </a: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de dato normal</a:t>
            </a:r>
          </a:p>
        </p:txBody>
      </p:sp>
      <p:pic>
        <p:nvPicPr>
          <p:cNvPr id="4" name="Imagen 8">
            <a:extLst>
              <a:ext uri="{FF2B5EF4-FFF2-40B4-BE49-F238E27FC236}">
                <a16:creationId xmlns:a16="http://schemas.microsoft.com/office/drawing/2014/main" id="{C595757D-9648-F075-84DE-13376035B87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7152" y="1535225"/>
            <a:ext cx="1499228" cy="1311825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92CE82E-B670-1AFC-293C-2432729E305C}"/>
              </a:ext>
            </a:extLst>
          </p:cNvPr>
          <p:cNvGrpSpPr/>
          <p:nvPr/>
        </p:nvGrpSpPr>
        <p:grpSpPr>
          <a:xfrm>
            <a:off x="6784573" y="1665638"/>
            <a:ext cx="164520" cy="151920"/>
            <a:chOff x="6784573" y="1665638"/>
            <a:chExt cx="164520" cy="15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EE9576E-EDAF-E6BA-6AD8-29E215259B38}"/>
                    </a:ext>
                  </a:extLst>
                </p14:cNvPr>
                <p14:cNvContentPartPr/>
                <p14:nvPr/>
              </p14:nvContentPartPr>
              <p14:xfrm>
                <a:off x="6805453" y="1665638"/>
                <a:ext cx="97560" cy="1278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EE9576E-EDAF-E6BA-6AD8-29E215259B3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799333" y="1659518"/>
                  <a:ext cx="1098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8C60630-6602-0EAD-7B9C-4069D2E8A273}"/>
                    </a:ext>
                  </a:extLst>
                </p14:cNvPr>
                <p14:cNvContentPartPr/>
                <p14:nvPr/>
              </p14:nvContentPartPr>
              <p14:xfrm>
                <a:off x="6784573" y="1682558"/>
                <a:ext cx="164520" cy="1350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8C60630-6602-0EAD-7B9C-4069D2E8A27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778453" y="1676438"/>
                  <a:ext cx="176760" cy="1472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A2472F9-FE7E-485E-24E0-71D7EE734D21}"/>
              </a:ext>
            </a:extLst>
          </p:cNvPr>
          <p:cNvCxnSpPr>
            <a:cxnSpLocks/>
          </p:cNvCxnSpPr>
          <p:nvPr/>
        </p:nvCxnSpPr>
        <p:spPr>
          <a:xfrm flipV="1">
            <a:off x="2961207" y="1789674"/>
            <a:ext cx="3796609" cy="21795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9393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>
          <a:extLst>
            <a:ext uri="{FF2B5EF4-FFF2-40B4-BE49-F238E27FC236}">
              <a16:creationId xmlns:a16="http://schemas.microsoft.com/office/drawing/2014/main" id="{4D1FE718-CCA9-4066-EA28-5B97291BA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19d644e1e_1_90">
            <a:extLst>
              <a:ext uri="{FF2B5EF4-FFF2-40B4-BE49-F238E27FC236}">
                <a16:creationId xmlns:a16="http://schemas.microsoft.com/office/drawing/2014/main" id="{DF959481-AA6E-4B7C-7EFB-B021F899CF5B}"/>
              </a:ext>
            </a:extLst>
          </p:cNvPr>
          <p:cNvSpPr txBox="1"/>
          <p:nvPr/>
        </p:nvSpPr>
        <p:spPr>
          <a:xfrm>
            <a:off x="-129402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Autoencoders – SSL (self supervised learning) Constractive Learning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7" name="Google Shape;189;g2f19d644e1e_1_90">
            <a:extLst>
              <a:ext uri="{FF2B5EF4-FFF2-40B4-BE49-F238E27FC236}">
                <a16:creationId xmlns:a16="http://schemas.microsoft.com/office/drawing/2014/main" id="{65FC4983-9E1B-DAEA-3F95-138E02312CB1}"/>
              </a:ext>
            </a:extLst>
          </p:cNvPr>
          <p:cNvSpPr txBox="1"/>
          <p:nvPr/>
        </p:nvSpPr>
        <p:spPr>
          <a:xfrm>
            <a:off x="250546" y="826880"/>
            <a:ext cx="4472709" cy="1733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entrena un ENC sobre </a:t>
            </a:r>
            <a:r>
              <a:rPr lang="es-AR" sz="1600" dirty="0" err="1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unlabeled</a:t>
            </a: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data (cuando tengo pocos datos etiquetados)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endParaRPr lang="es-AR" sz="16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 cada input se aplica una </a:t>
            </a:r>
            <a:r>
              <a:rPr lang="es-AR" sz="1600" dirty="0" err="1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augmentation</a:t>
            </a: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endParaRPr lang="es-AR" sz="16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lvl="0">
              <a:lnSpc>
                <a:spcPct val="90000"/>
              </a:lnSpc>
              <a:buClr>
                <a:srgbClr val="FF0000"/>
              </a:buClr>
              <a:buSzPts val="2100"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 función de perdida a optimizar maximiza similitud entre muestras aumentadas  mientras minimiza similitud entre contra las otras muestras.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endParaRPr lang="es-AR" sz="16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" name="Picture 1" descr="79fdee373d7b4a52a6f612fd5b187971">
            <a:extLst>
              <a:ext uri="{FF2B5EF4-FFF2-40B4-BE49-F238E27FC236}">
                <a16:creationId xmlns:a16="http://schemas.microsoft.com/office/drawing/2014/main" id="{594DA33F-7240-88E5-B9B4-B78886B6D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0775" y="785146"/>
            <a:ext cx="3059459" cy="3148447"/>
          </a:xfrm>
          <a:prstGeom prst="rect">
            <a:avLst/>
          </a:prstGeom>
        </p:spPr>
      </p:pic>
      <p:sp>
        <p:nvSpPr>
          <p:cNvPr id="4" name="Google Shape;138;g2f19d644e1e_1_48">
            <a:extLst>
              <a:ext uri="{FF2B5EF4-FFF2-40B4-BE49-F238E27FC236}">
                <a16:creationId xmlns:a16="http://schemas.microsoft.com/office/drawing/2014/main" id="{974F0942-D778-5328-FEDF-9A6D5FC362D1}"/>
              </a:ext>
            </a:extLst>
          </p:cNvPr>
          <p:cNvSpPr txBox="1"/>
          <p:nvPr/>
        </p:nvSpPr>
        <p:spPr>
          <a:xfrm>
            <a:off x="2021304" y="4802068"/>
            <a:ext cx="7177697" cy="4570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lvl="0">
              <a:lnSpc>
                <a:spcPct val="90000"/>
              </a:lnSpc>
              <a:buClr>
                <a:srgbClr val="FF0000"/>
              </a:buClr>
              <a:buSzPts val="2100"/>
            </a:pPr>
            <a:r>
              <a:rPr lang="es-AR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https://uvadlc-notebooks.readthedocs.io/en/latest/tutorial_notebooks/tutorial17/SimCLR.html</a:t>
            </a:r>
          </a:p>
          <a:p>
            <a:pPr lvl="0">
              <a:lnSpc>
                <a:spcPct val="90000"/>
              </a:lnSpc>
              <a:buClr>
                <a:srgbClr val="FF0000"/>
              </a:buClr>
              <a:buSzPts val="2100"/>
            </a:pPr>
            <a:endParaRPr lang="es-AR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4DAF36-B452-6EAD-76A8-867834B6A1FC}"/>
                  </a:ext>
                </a:extLst>
              </p:cNvPr>
              <p:cNvSpPr txBox="1"/>
              <p:nvPr/>
            </p:nvSpPr>
            <p:spPr>
              <a:xfrm>
                <a:off x="477738" y="2824139"/>
                <a:ext cx="3362139" cy="10291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200" i="1">
                              <a:latin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s-E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2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s-ES" sz="1200" i="1">
                          <a:latin typeface="Cambria Math" panose="02040503050406030204" pitchFamily="18" charset="0"/>
                        </a:rPr>
                        <m:t>=−</m:t>
                      </m:r>
                      <m:func>
                        <m:funcPr>
                          <m:ctrlPr>
                            <a:rPr lang="es-E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200" i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es-E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s-ES" sz="1200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nor/>
                                        </m:rPr>
                                        <a:rPr lang="es-ES" sz="1200">
                                          <a:latin typeface="Cambria Math" panose="02040503050406030204" pitchFamily="18" charset="0"/>
                                        </a:rPr>
                                        <m:t>sim</m:t>
                                      </m:r>
                                      <m:d>
                                        <m:dPr>
                                          <m:ctrlP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  <m:r>
                                        <m:rPr>
                                          <m:lit/>
                                        </m:rP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  <m:t>/</m:t>
                                      </m:r>
                                      <m: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chr m:val="∑"/>
                                  <m:ctrlP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sz="1200" i="1" smtClean="0">
                                          <a:latin typeface="Cambria Math" panose="02040503050406030204" pitchFamily="18" charset="0"/>
                                        </a:rPr>
                                        <m:t>𝟙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s-E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k</m:t>
                                          </m:r>
                                          <m: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s-E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  <m:func>
                                    <m:funcPr>
                                      <m:ctrlP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s-ES" sz="1200" b="0" i="0" smtClean="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es-ES" sz="1200" b="0" i="0" smtClean="0">
                                              <a:latin typeface="Cambria Math" panose="02040503050406030204" pitchFamily="18" charset="0"/>
                                            </a:rPr>
                                            <m:t>sim</m:t>
                                          </m:r>
                                          <m:d>
                                            <m:dPr>
                                              <m:ctrlP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m:rPr>
                                              <m:lit/>
                                            </m:rP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</m:d>
                                    </m:e>
                                  </m:func>
                                </m:e>
                              </m:nary>
                            </m:den>
                          </m:f>
                        </m:e>
                      </m:func>
                      <m:r>
                        <a:rPr lang="es-ES" sz="120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s-E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s-ES" sz="1200" i="0">
                          <a:latin typeface="Cambria Math" panose="02040503050406030204" pitchFamily="18" charset="0"/>
                        </a:rPr>
                        <m:t>sim</m:t>
                      </m:r>
                      <m:d>
                        <m:dPr>
                          <m:ctrlPr>
                            <a:rPr lang="es-E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s-E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s-ES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s-E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2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s-ES" sz="1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m:rPr>
                          <m:lit/>
                        </m:rPr>
                        <a:rPr lang="es-ES" sz="1200" i="1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s-ES" sz="12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s-ES" sz="12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s-ES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200" i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s-E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s-ES" sz="12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  <m:t>𝟙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s-E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k</m:t>
                                          </m:r>
                                          <m: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≠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s-ES" sz="1200" b="0" i="1" smtClean="0"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  <m:func>
                                    <m:funcPr>
                                      <m:ctrlPr>
                                        <a:rPr lang="es-E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s-ES" sz="1200" b="0" i="0" smtClean="0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es-ES" sz="1200" b="0" i="0" smtClean="0">
                                              <a:latin typeface="Cambria Math" panose="02040503050406030204" pitchFamily="18" charset="0"/>
                                            </a:rPr>
                                            <m:t>sim</m:t>
                                          </m:r>
                                          <m:d>
                                            <m:dPr>
                                              <m:ctrlP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s-ES" sz="12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s-ES" sz="12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m:rPr>
                                              <m:lit/>
                                            </m:rP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/</m:t>
                                          </m:r>
                                          <m:r>
                                            <a:rPr lang="es-ES" sz="1200" i="1">
                                              <a:latin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</m:d>
                                    </m:e>
                                  </m:func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s-ES" sz="1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4DAF36-B452-6EAD-76A8-867834B6A1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738" y="2824139"/>
                <a:ext cx="3362139" cy="1029128"/>
              </a:xfrm>
              <a:prstGeom prst="rect">
                <a:avLst/>
              </a:prstGeom>
              <a:blipFill>
                <a:blip r:embed="rId4"/>
                <a:stretch>
                  <a:fillRect t="-591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Google Shape;189;g2f19d644e1e_1_90">
            <a:extLst>
              <a:ext uri="{FF2B5EF4-FFF2-40B4-BE49-F238E27FC236}">
                <a16:creationId xmlns:a16="http://schemas.microsoft.com/office/drawing/2014/main" id="{D910EC72-8782-C0A8-79CD-9F00C8A7D1CD}"/>
              </a:ext>
            </a:extLst>
          </p:cNvPr>
          <p:cNvSpPr txBox="1"/>
          <p:nvPr/>
        </p:nvSpPr>
        <p:spPr>
          <a:xfrm>
            <a:off x="250545" y="4039708"/>
            <a:ext cx="4472709" cy="656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r>
              <a:rPr lang="es-AR" sz="16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Una vez entrenado, el ENC aprendió una muy buena representación de mis datos. 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100"/>
              <a:buFont typeface="Arial"/>
              <a:buNone/>
            </a:pPr>
            <a:endParaRPr lang="es-AR" sz="1600" dirty="0">
              <a:solidFill>
                <a:schemeClr val="bg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  <p:extLst>
      <p:ext uri="{BB962C8B-B14F-4D97-AF65-F5344CB8AC3E}">
        <p14:creationId xmlns:p14="http://schemas.microsoft.com/office/powerpoint/2010/main" val="17919525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f19d644e1e_1_96"/>
          <p:cNvSpPr txBox="1"/>
          <p:nvPr/>
        </p:nvSpPr>
        <p:spPr>
          <a:xfrm>
            <a:off x="2188593" y="142162"/>
            <a:ext cx="4315200" cy="3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/>
          </a:p>
        </p:txBody>
      </p:sp>
      <p:pic>
        <p:nvPicPr>
          <p:cNvPr id="195" name="Google Shape;195;g2f19d644e1e_1_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2f19d644e1e_1_120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2" name="Google Shape;222;g2f19d644e1e_1_120"/>
          <p:cNvSpPr txBox="1"/>
          <p:nvPr/>
        </p:nvSpPr>
        <p:spPr>
          <a:xfrm>
            <a:off x="173979" y="781835"/>
            <a:ext cx="8641496" cy="4157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trata de crear espacio continuo de representación de los inputs.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crean ad-hoc o dentro del frame de la NN.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Cada palabra es representada por un vector N-dimensional en un sub-espacio contínuo (en el embedding)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La posición que toma el vector N-dimensional se entrena a partir de su entorno.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3" name="Google Shape;223;g2f19d644e1e_1_120"/>
          <p:cNvSpPr txBox="1"/>
          <p:nvPr/>
        </p:nvSpPr>
        <p:spPr>
          <a:xfrm>
            <a:off x="2183084" y="3429405"/>
            <a:ext cx="3660707" cy="356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[e1, e2, e3, … eN]</a:t>
            </a:r>
            <a:endParaRPr sz="2100" dirty="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2f19d644e1e_1_126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g2f19d644e1e_1_126"/>
          <p:cNvSpPr txBox="1"/>
          <p:nvPr/>
        </p:nvSpPr>
        <p:spPr>
          <a:xfrm>
            <a:off x="423857" y="635911"/>
            <a:ext cx="8391617" cy="1719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Ejemplo: vocabulario 4 palabra, embedding dimensión 2: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[ 0.123, 0.541]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[e10, e11] = [ 0.287, 0.459]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[ 0.594, 0.180]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[ 0.251, 0.328]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0" name="Google Shape;230;g2f19d644e1e_1_126"/>
          <p:cNvSpPr/>
          <p:nvPr/>
        </p:nvSpPr>
        <p:spPr>
          <a:xfrm rot="10800000" flipH="1">
            <a:off x="1868554" y="2845883"/>
            <a:ext cx="824950" cy="1439561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chemeClr val="accent1"/>
          </a:solidFill>
          <a:ln w="158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1" name="Google Shape;231;g2f19d644e1e_1_126"/>
          <p:cNvSpPr txBox="1"/>
          <p:nvPr/>
        </p:nvSpPr>
        <p:spPr>
          <a:xfrm>
            <a:off x="553064" y="3136463"/>
            <a:ext cx="1454639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supervisado siguiendo una false task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2" name="Google Shape;232;g2f19d644e1e_1_126"/>
          <p:cNvSpPr txBox="1"/>
          <p:nvPr/>
        </p:nvSpPr>
        <p:spPr>
          <a:xfrm>
            <a:off x="2987225" y="3565663"/>
            <a:ext cx="4805618" cy="9925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Perro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[e00, e01] = [ 0.873, 0.241]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Gato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[e10, e11] = [ 0.921, 0.147]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Caballo 	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[e20, e21] = [ 0.723, 0.541]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Árbol de levas 	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 </a:t>
            </a:r>
            <a:r>
              <a:rPr lang="en" sz="1500" b="1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[e30, e31] = [ 0.003, 0.981]</a:t>
            </a:r>
            <a:endParaRPr sz="15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cxnSp>
        <p:nvCxnSpPr>
          <p:cNvPr id="233" name="Google Shape;233;g2f19d644e1e_1_126"/>
          <p:cNvCxnSpPr/>
          <p:nvPr/>
        </p:nvCxnSpPr>
        <p:spPr>
          <a:xfrm rot="10800000" flipH="1">
            <a:off x="6165499" y="3377803"/>
            <a:ext cx="904460" cy="1298624"/>
          </a:xfrm>
          <a:prstGeom prst="straightConnector1">
            <a:avLst/>
          </a:prstGeom>
          <a:noFill/>
          <a:ln w="57150" cap="flat" cmpd="sng">
            <a:solidFill>
              <a:srgbClr val="FF0000">
                <a:alpha val="49803"/>
              </a:srgbClr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234" name="Google Shape;234;g2f19d644e1e_1_126"/>
          <p:cNvSpPr txBox="1"/>
          <p:nvPr/>
        </p:nvSpPr>
        <p:spPr>
          <a:xfrm>
            <a:off x="5995652" y="3109577"/>
            <a:ext cx="2148615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entrenados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5" name="Google Shape;235;g2f19d644e1e_1_126"/>
          <p:cNvSpPr txBox="1"/>
          <p:nvPr/>
        </p:nvSpPr>
        <p:spPr>
          <a:xfrm>
            <a:off x="4315726" y="1116385"/>
            <a:ext cx="2625311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“pesos” inicializados “rand”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6" name="Google Shape;236;g2f19d644e1e_1_126"/>
          <p:cNvSpPr/>
          <p:nvPr/>
        </p:nvSpPr>
        <p:spPr>
          <a:xfrm>
            <a:off x="3151580" y="1266426"/>
            <a:ext cx="1779104" cy="1576476"/>
          </a:xfrm>
          <a:prstGeom prst="cloud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f19d644e1e_1_13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2" name="Google Shape;242;g2f19d644e1e_1_138"/>
          <p:cNvSpPr txBox="1"/>
          <p:nvPr/>
        </p:nvSpPr>
        <p:spPr>
          <a:xfrm>
            <a:off x="127118" y="983612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1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43" name="Google Shape;243;g2f19d644e1e_1_138"/>
          <p:cNvSpPr/>
          <p:nvPr/>
        </p:nvSpPr>
        <p:spPr>
          <a:xfrm>
            <a:off x="200950" y="1798027"/>
            <a:ext cx="3069600" cy="10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One-hot-encoding 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!=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Word embedding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</p:txBody>
      </p:sp>
      <p:pic>
        <p:nvPicPr>
          <p:cNvPr id="244" name="Google Shape;244;g2f19d644e1e_1_138"/>
          <p:cNvPicPr preferRelativeResize="0"/>
          <p:nvPr/>
        </p:nvPicPr>
        <p:blipFill rotWithShape="1">
          <a:blip r:embed="rId3">
            <a:alphaModFix/>
          </a:blip>
          <a:srcRect t="5432" r="20504" b="6596"/>
          <a:stretch/>
        </p:blipFill>
        <p:spPr>
          <a:xfrm>
            <a:off x="4066416" y="743525"/>
            <a:ext cx="4591357" cy="1828226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g2f19d644e1e_1_138"/>
          <p:cNvSpPr/>
          <p:nvPr/>
        </p:nvSpPr>
        <p:spPr>
          <a:xfrm>
            <a:off x="270571" y="4776341"/>
            <a:ext cx="819084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https://www.shanelynn.ie/get-busy-with-word-embeddings-introduction/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46" name="Google Shape;246;g2f19d644e1e_1_138"/>
          <p:cNvPicPr preferRelativeResize="0"/>
          <p:nvPr/>
        </p:nvPicPr>
        <p:blipFill rotWithShape="1">
          <a:blip r:embed="rId4">
            <a:alphaModFix/>
          </a:blip>
          <a:srcRect t="12665" r="26123" b="6713"/>
          <a:stretch/>
        </p:blipFill>
        <p:spPr>
          <a:xfrm>
            <a:off x="4537105" y="2571750"/>
            <a:ext cx="4190445" cy="21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2f19d644e1e_1_138"/>
          <p:cNvSpPr/>
          <p:nvPr/>
        </p:nvSpPr>
        <p:spPr>
          <a:xfrm>
            <a:off x="537127" y="3159945"/>
            <a:ext cx="3042520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Reducción de dimensiones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endParaRPr sz="18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 aprenden propiedades intrínsecas de palabas que pertenecen al mismo grupo.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f19d644e1e_1_148"/>
          <p:cNvSpPr txBox="1"/>
          <p:nvPr/>
        </p:nvSpPr>
        <p:spPr>
          <a:xfrm>
            <a:off x="-119743" y="0"/>
            <a:ext cx="93834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3" name="Google Shape;253;g2f19d644e1e_1_148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interpretaciones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54" name="Google Shape;254;g2f19d644e1e_1_148"/>
          <p:cNvPicPr preferRelativeResize="0"/>
          <p:nvPr/>
        </p:nvPicPr>
        <p:blipFill rotWithShape="1">
          <a:blip r:embed="rId3">
            <a:alphaModFix/>
          </a:blip>
          <a:srcRect l="340" t="-1621" r="70116" b="1620"/>
          <a:stretch/>
        </p:blipFill>
        <p:spPr>
          <a:xfrm>
            <a:off x="370290" y="1272474"/>
            <a:ext cx="2515807" cy="2978944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g2f19d644e1e_1_148"/>
          <p:cNvSpPr/>
          <p:nvPr/>
        </p:nvSpPr>
        <p:spPr>
          <a:xfrm>
            <a:off x="3488841" y="2838935"/>
            <a:ext cx="4723889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[king] – [man] + [woman] = [queen]</a:t>
            </a:r>
            <a:endParaRPr sz="1100" dirty="0">
              <a:solidFill>
                <a:schemeClr val="dk2"/>
              </a:solidFill>
            </a:endParaRP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FEF88716-F229-8744-D6A5-DE56D2742278}"/>
              </a:ext>
            </a:extLst>
          </p:cNvPr>
          <p:cNvCxnSpPr/>
          <p:nvPr/>
        </p:nvCxnSpPr>
        <p:spPr>
          <a:xfrm flipH="1" flipV="1">
            <a:off x="882650" y="2571750"/>
            <a:ext cx="266700" cy="546100"/>
          </a:xfrm>
          <a:prstGeom prst="straightConnector1">
            <a:avLst/>
          </a:prstGeom>
          <a:ln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69C6985B-7AC7-099D-43B8-2A56ED109CC5}"/>
              </a:ext>
            </a:extLst>
          </p:cNvPr>
          <p:cNvCxnSpPr/>
          <p:nvPr/>
        </p:nvCxnSpPr>
        <p:spPr>
          <a:xfrm flipV="1">
            <a:off x="1143000" y="2362200"/>
            <a:ext cx="368300" cy="768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47F2E51-7CFF-0C51-7F57-7328F32A898E}"/>
              </a:ext>
            </a:extLst>
          </p:cNvPr>
          <p:cNvCxnSpPr/>
          <p:nvPr/>
        </p:nvCxnSpPr>
        <p:spPr>
          <a:xfrm flipV="1">
            <a:off x="492395" y="2571750"/>
            <a:ext cx="368300" cy="76835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3766B4A-2686-A4ED-6A12-085B2A710C05}"/>
              </a:ext>
            </a:extLst>
          </p:cNvPr>
          <p:cNvCxnSpPr/>
          <p:nvPr/>
        </p:nvCxnSpPr>
        <p:spPr>
          <a:xfrm flipV="1">
            <a:off x="1149350" y="2679700"/>
            <a:ext cx="1054100" cy="44450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8A270E86-FE07-9BEE-7CAE-188A9E366ED5}"/>
              </a:ext>
            </a:extLst>
          </p:cNvPr>
          <p:cNvCxnSpPr/>
          <p:nvPr/>
        </p:nvCxnSpPr>
        <p:spPr>
          <a:xfrm flipV="1">
            <a:off x="488950" y="2901950"/>
            <a:ext cx="1054100" cy="44450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f19d644e1e_1_155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1" name="Google Shape;261;g2f19d644e1e_1_155"/>
          <p:cNvSpPr txBox="1"/>
          <p:nvPr/>
        </p:nvSpPr>
        <p:spPr>
          <a:xfrm>
            <a:off x="203554" y="746323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interpretaciones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62" name="Google Shape;262;g2f19d644e1e_1_1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83919" y="1050538"/>
            <a:ext cx="5102504" cy="3527902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g2f19d644e1e_1_155"/>
          <p:cNvSpPr/>
          <p:nvPr/>
        </p:nvSpPr>
        <p:spPr>
          <a:xfrm>
            <a:off x="359609" y="3903898"/>
            <a:ext cx="39099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[Italy] – [Rome] + [Berlín] = [Germany]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265" name="Google Shape;265;g2f19d644e1e_1_15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6807" y="1655260"/>
            <a:ext cx="2714625" cy="1800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g2f19d644e1e_1_155"/>
          <p:cNvSpPr txBox="1"/>
          <p:nvPr/>
        </p:nvSpPr>
        <p:spPr>
          <a:xfrm>
            <a:off x="4012825" y="4578450"/>
            <a:ext cx="50547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hlinkClick r:id="rId5"/>
              </a:rPr>
              <a:t>https://arxiv.org/abs/1310.4546v1</a:t>
            </a:r>
            <a:r>
              <a:rPr lang="en" sz="1100"/>
              <a:t>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" sz="1100"/>
              <a:t>Distributed Representations of Words and Phrases and their Compositionality</a:t>
            </a:r>
            <a:endParaRPr sz="110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47EF9B6D-6751-82C5-5C36-88C1704C4DCC}"/>
              </a:ext>
            </a:extLst>
          </p:cNvPr>
          <p:cNvCxnSpPr>
            <a:cxnSpLocks/>
          </p:cNvCxnSpPr>
          <p:nvPr/>
        </p:nvCxnSpPr>
        <p:spPr>
          <a:xfrm>
            <a:off x="4269509" y="2832567"/>
            <a:ext cx="4302991" cy="10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5FA09B14-8071-6395-9CD8-A822CD255FCC}"/>
              </a:ext>
            </a:extLst>
          </p:cNvPr>
          <p:cNvCxnSpPr/>
          <p:nvPr/>
        </p:nvCxnSpPr>
        <p:spPr>
          <a:xfrm>
            <a:off x="6338923" y="935026"/>
            <a:ext cx="0" cy="3795103"/>
          </a:xfrm>
          <a:prstGeom prst="line">
            <a:avLst/>
          </a:prstGeom>
          <a:ln w="190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8657898-21BA-D773-B87F-A70150F076C9}"/>
              </a:ext>
            </a:extLst>
          </p:cNvPr>
          <p:cNvCxnSpPr/>
          <p:nvPr/>
        </p:nvCxnSpPr>
        <p:spPr>
          <a:xfrm flipH="1">
            <a:off x="4654502" y="2832577"/>
            <a:ext cx="1698172" cy="35063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28C978D-6F61-62D2-B9F3-7D10C328F839}"/>
              </a:ext>
            </a:extLst>
          </p:cNvPr>
          <p:cNvCxnSpPr>
            <a:cxnSpLocks/>
          </p:cNvCxnSpPr>
          <p:nvPr/>
        </p:nvCxnSpPr>
        <p:spPr>
          <a:xfrm>
            <a:off x="6335171" y="2832567"/>
            <a:ext cx="1102126" cy="58678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FD0FBF5F-F20B-37A1-4A7B-3F98512C4B6D}"/>
              </a:ext>
            </a:extLst>
          </p:cNvPr>
          <p:cNvCxnSpPr/>
          <p:nvPr/>
        </p:nvCxnSpPr>
        <p:spPr>
          <a:xfrm>
            <a:off x="6338923" y="2832577"/>
            <a:ext cx="1313161" cy="2681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0BAA040C-3C61-9255-8E6A-8E0570FE9603}"/>
              </a:ext>
            </a:extLst>
          </p:cNvPr>
          <p:cNvCxnSpPr>
            <a:cxnSpLocks/>
          </p:cNvCxnSpPr>
          <p:nvPr/>
        </p:nvCxnSpPr>
        <p:spPr>
          <a:xfrm>
            <a:off x="3569879" y="2596432"/>
            <a:ext cx="1102126" cy="58678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FFDA6DC1-772A-7E15-5362-E1C8050D8EE3}"/>
              </a:ext>
            </a:extLst>
          </p:cNvPr>
          <p:cNvCxnSpPr/>
          <p:nvPr/>
        </p:nvCxnSpPr>
        <p:spPr>
          <a:xfrm>
            <a:off x="3577378" y="2591982"/>
            <a:ext cx="1313161" cy="26813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>
          <a:extLst>
            <a:ext uri="{FF2B5EF4-FFF2-40B4-BE49-F238E27FC236}">
              <a16:creationId xmlns:a16="http://schemas.microsoft.com/office/drawing/2014/main" id="{507C970C-12AA-A108-ADCB-9AA0D4566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f19d644e1e_1_155">
            <a:extLst>
              <a:ext uri="{FF2B5EF4-FFF2-40B4-BE49-F238E27FC236}">
                <a16:creationId xmlns:a16="http://schemas.microsoft.com/office/drawing/2014/main" id="{E5D0292D-44F9-7EC8-39F2-5EB9B1CEA9A7}"/>
              </a:ext>
            </a:extLst>
          </p:cNvPr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61" name="Google Shape;261;g2f19d644e1e_1_155">
            <a:extLst>
              <a:ext uri="{FF2B5EF4-FFF2-40B4-BE49-F238E27FC236}">
                <a16:creationId xmlns:a16="http://schemas.microsoft.com/office/drawing/2014/main" id="{B099A186-CC06-00D9-1DAA-4BCF0F5B2B97}"/>
              </a:ext>
            </a:extLst>
          </p:cNvPr>
          <p:cNvSpPr txBox="1"/>
          <p:nvPr/>
        </p:nvSpPr>
        <p:spPr>
          <a:xfrm>
            <a:off x="203554" y="746323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metricas de similitud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261;g2f19d644e1e_1_155">
            <a:extLst>
              <a:ext uri="{FF2B5EF4-FFF2-40B4-BE49-F238E27FC236}">
                <a16:creationId xmlns:a16="http://schemas.microsoft.com/office/drawing/2014/main" id="{FFA1A8F4-5F24-EB3E-C77B-1BFCF13D2D0A}"/>
              </a:ext>
            </a:extLst>
          </p:cNvPr>
          <p:cNvSpPr txBox="1"/>
          <p:nvPr/>
        </p:nvSpPr>
        <p:spPr>
          <a:xfrm>
            <a:off x="272075" y="1797933"/>
            <a:ext cx="2211711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Distancia euclidea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" name="Google Shape;261;g2f19d644e1e_1_155">
            <a:extLst>
              <a:ext uri="{FF2B5EF4-FFF2-40B4-BE49-F238E27FC236}">
                <a16:creationId xmlns:a16="http://schemas.microsoft.com/office/drawing/2014/main" id="{597CEB4E-0671-FD57-0623-8DA3B7214C67}"/>
              </a:ext>
            </a:extLst>
          </p:cNvPr>
          <p:cNvSpPr txBox="1"/>
          <p:nvPr/>
        </p:nvSpPr>
        <p:spPr>
          <a:xfrm>
            <a:off x="173978" y="2720407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endParaRPr lang="es-ES"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imilitud del coseno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" name="Google Shape;261;g2f19d644e1e_1_155">
            <a:extLst>
              <a:ext uri="{FF2B5EF4-FFF2-40B4-BE49-F238E27FC236}">
                <a16:creationId xmlns:a16="http://schemas.microsoft.com/office/drawing/2014/main" id="{3E812993-F13A-9DD9-F163-19ACF090FAEA}"/>
              </a:ext>
            </a:extLst>
          </p:cNvPr>
          <p:cNvSpPr txBox="1"/>
          <p:nvPr/>
        </p:nvSpPr>
        <p:spPr>
          <a:xfrm>
            <a:off x="173977" y="4084625"/>
            <a:ext cx="2407909" cy="409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s-ES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Producto punto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/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es-E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s-E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s-E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s-ES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s-E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s-ES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CCBCE2D1-F48B-0AB4-2AB8-1FFFC9FD8C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1568966"/>
                <a:ext cx="1213088" cy="8381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/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E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s-E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s-E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s-E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s-E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E6E4A45-14A2-3BA1-9886-622B2F663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376" y="3911844"/>
                <a:ext cx="944426" cy="5883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/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s-E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s-ES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D1525B25-E873-2D45-DC8D-F79E0DC1B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2707" y="2865311"/>
                <a:ext cx="834844" cy="433580"/>
              </a:xfrm>
              <a:prstGeom prst="rect">
                <a:avLst/>
              </a:prstGeom>
              <a:blipFill>
                <a:blip r:embed="rId5"/>
                <a:stretch>
                  <a:fillRect b="-5634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5963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2f19d644e1e_1_16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72" name="Google Shape;272;g2f19d644e1e_1_164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entrenamiento en base del contexto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73" name="Google Shape;273;g2f19d644e1e_1_16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33488" y="3071373"/>
            <a:ext cx="4681987" cy="2001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g2f19d644e1e_1_164"/>
          <p:cNvPicPr preferRelativeResize="0"/>
          <p:nvPr/>
        </p:nvPicPr>
        <p:blipFill rotWithShape="1">
          <a:blip r:embed="rId4">
            <a:alphaModFix/>
          </a:blip>
          <a:srcRect l="4402" t="13530" r="3300" b="17138"/>
          <a:stretch/>
        </p:blipFill>
        <p:spPr>
          <a:xfrm>
            <a:off x="196517" y="1311839"/>
            <a:ext cx="5130621" cy="16221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g2f19d644e1e_1_17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7388" y="1457325"/>
            <a:ext cx="5229225" cy="22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f19d644e1e_1_171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1" name="Google Shape;281;g2f19d644e1e_1_171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entrenamiento en base del contexto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2" name="Google Shape;282;g2f19d644e1e_1_171"/>
          <p:cNvSpPr/>
          <p:nvPr/>
        </p:nvSpPr>
        <p:spPr>
          <a:xfrm>
            <a:off x="698818" y="4118076"/>
            <a:ext cx="7494105" cy="900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con predictores, usando esquemas tales como: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Skip Gram o Continuous Bag of Words (CBOW)…</a:t>
            </a:r>
            <a:endParaRPr sz="1100" dirty="0">
              <a:solidFill>
                <a:schemeClr val="dk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siguiendo una false task</a:t>
            </a:r>
            <a:endParaRPr sz="18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2f19d644e1e_1_178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8" name="Google Shape;288;g2f19d644e1e_1_178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CBOW y skip-gram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289" name="Google Shape;289;g2f19d644e1e_1_17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07349" y="1366093"/>
            <a:ext cx="5762671" cy="353220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EBF2D2-C42F-D99B-6036-FEBB7FA07C62}"/>
              </a:ext>
            </a:extLst>
          </p:cNvPr>
          <p:cNvSpPr txBox="1"/>
          <p:nvPr/>
        </p:nvSpPr>
        <p:spPr>
          <a:xfrm>
            <a:off x="-1" y="1727233"/>
            <a:ext cx="3207351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1600" dirty="0"/>
              <a:t>Aquí me pongo a cantar </a:t>
            </a:r>
            <a:br>
              <a:rPr lang="es-ES" sz="1600" dirty="0"/>
            </a:br>
            <a:r>
              <a:rPr lang="es-ES" sz="1600" dirty="0"/>
              <a:t>al compás de la </a:t>
            </a:r>
            <a:r>
              <a:rPr lang="es-ES" sz="1600" dirty="0" err="1"/>
              <a:t>vigüela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que el hombre que lo desvela </a:t>
            </a:r>
            <a:br>
              <a:rPr lang="es-ES" sz="1600" dirty="0"/>
            </a:br>
            <a:r>
              <a:rPr lang="es-ES" sz="1600" dirty="0"/>
              <a:t>una pena </a:t>
            </a:r>
            <a:r>
              <a:rPr lang="es-ES" sz="1600" dirty="0" err="1"/>
              <a:t>estraordinaria</a:t>
            </a:r>
            <a:r>
              <a:rPr lang="es-ES" sz="1600" dirty="0"/>
              <a:t>, </a:t>
            </a:r>
            <a:br>
              <a:rPr lang="es-ES" sz="1600" dirty="0"/>
            </a:br>
            <a:r>
              <a:rPr lang="es-ES" sz="1600" dirty="0"/>
              <a:t>como la ave solitaria con el cantar se consuela.</a:t>
            </a:r>
          </a:p>
          <a:p>
            <a:pPr algn="ctr">
              <a:buNone/>
            </a:pPr>
            <a:endParaRPr lang="es-ES" sz="1600" dirty="0"/>
          </a:p>
          <a:p>
            <a:pPr algn="ctr">
              <a:buNone/>
            </a:pPr>
            <a:r>
              <a:rPr lang="es-ES" sz="1600" dirty="0"/>
              <a:t>Pido a los Santos del Cielo </a:t>
            </a:r>
            <a:br>
              <a:rPr lang="es-ES" sz="1600" dirty="0"/>
            </a:br>
            <a:r>
              <a:rPr lang="es-ES" sz="1600" dirty="0"/>
              <a:t>que ayuden mi pensamiento, </a:t>
            </a:r>
            <a:br>
              <a:rPr lang="es-ES" sz="1600" dirty="0"/>
            </a:br>
            <a:r>
              <a:rPr lang="es-ES" sz="1600" dirty="0"/>
              <a:t>les pido en este momento que voy a cantar mi historia.</a:t>
            </a:r>
          </a:p>
          <a:p>
            <a:pPr algn="ctr">
              <a:buNone/>
            </a:pPr>
            <a:endParaRPr lang="es-ES" sz="1600" dirty="0"/>
          </a:p>
          <a:p>
            <a:pPr algn="ctr">
              <a:buNone/>
            </a:pPr>
            <a:r>
              <a:rPr lang="es-ES" sz="1600" dirty="0"/>
              <a:t>“Martín Fierro” J. </a:t>
            </a:r>
            <a:r>
              <a:rPr lang="es-ES" sz="1600" dirty="0" err="1"/>
              <a:t>Hernandez</a:t>
            </a:r>
            <a:endParaRPr lang="es-E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f19d644e1e_1_184"/>
          <p:cNvSpPr txBox="1"/>
          <p:nvPr/>
        </p:nvSpPr>
        <p:spPr>
          <a:xfrm>
            <a:off x="-119743" y="0"/>
            <a:ext cx="938348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</a:t>
            </a:r>
            <a:endParaRPr sz="24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5" name="Google Shape;295;g2f19d644e1e_1_184"/>
          <p:cNvSpPr txBox="1"/>
          <p:nvPr/>
        </p:nvSpPr>
        <p:spPr>
          <a:xfrm>
            <a:off x="173979" y="781835"/>
            <a:ext cx="864149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Embeddings 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dirty="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no solo se aplica a palabras….</a:t>
            </a:r>
            <a:endParaRPr sz="2100" dirty="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6" name="Google Shape;296;g2f19d644e1e_1_184"/>
          <p:cNvSpPr/>
          <p:nvPr/>
        </p:nvSpPr>
        <p:spPr>
          <a:xfrm>
            <a:off x="3661676" y="1939493"/>
            <a:ext cx="1492235" cy="438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</a:t>
            </a:r>
            <a:endParaRPr sz="24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1416</Words>
  <Application>Microsoft Office PowerPoint</Application>
  <PresentationFormat>On-screen Show (16:9)</PresentationFormat>
  <Paragraphs>215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Times New Roman</vt:lpstr>
      <vt:lpstr>Twentieth Century</vt:lpstr>
      <vt:lpstr>Roboto</vt:lpstr>
      <vt:lpstr>Cambria Math</vt:lpstr>
      <vt:lpstr>Material</vt:lpstr>
      <vt:lpstr>Aprendizaje Profundo</vt:lpstr>
      <vt:lpstr>REPRESENTATION LEARNING  AUTOENCODER / EMBEDDINGS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8</cp:revision>
  <dcterms:modified xsi:type="dcterms:W3CDTF">2026-08-12T01:00:39Z</dcterms:modified>
</cp:coreProperties>
</file>