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1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2" r:id="rId19"/>
    <p:sldId id="273" r:id="rId20"/>
    <p:sldId id="274" r:id="rId21"/>
    <p:sldId id="275" r:id="rId22"/>
    <p:sldId id="276" r:id="rId23"/>
    <p:sldId id="282" r:id="rId24"/>
    <p:sldId id="277" r:id="rId25"/>
    <p:sldId id="278" r:id="rId26"/>
    <p:sldId id="279" r:id="rId27"/>
    <p:sldId id="280" r:id="rId2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A9A6CF-50A8-4C49-B3FC-C757393354D3}" v="3" dt="2025-06-11T00:43:36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C3C0A1FC-2EA7-4DA5-85B4-8CCFBB75DE9E}"/>
    <pc:docChg chg="undo custSel modSld">
      <pc:chgData name="Marcos Maillot" userId="fa14b39d-e966-4ebb-a436-4f96f84b9577" providerId="ADAL" clId="{C3C0A1FC-2EA7-4DA5-85B4-8CCFBB75DE9E}" dt="2024-08-09T21:00:09.387" v="82" actId="5793"/>
      <pc:docMkLst>
        <pc:docMk/>
      </pc:docMkLst>
      <pc:sldChg chg="modSp mod">
        <pc:chgData name="Marcos Maillot" userId="fa14b39d-e966-4ebb-a436-4f96f84b9577" providerId="ADAL" clId="{C3C0A1FC-2EA7-4DA5-85B4-8CCFBB75DE9E}" dt="2024-08-09T20:54:26.696" v="0" actId="14100"/>
        <pc:sldMkLst>
          <pc:docMk/>
          <pc:sldMk cId="0" sldId="258"/>
        </pc:sldMkLst>
      </pc:sldChg>
      <pc:sldChg chg="modSp mod">
        <pc:chgData name="Marcos Maillot" userId="fa14b39d-e966-4ebb-a436-4f96f84b9577" providerId="ADAL" clId="{C3C0A1FC-2EA7-4DA5-85B4-8CCFBB75DE9E}" dt="2024-08-09T20:54:39.343" v="8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C3C0A1FC-2EA7-4DA5-85B4-8CCFBB75DE9E}" dt="2024-08-09T20:54:55.488" v="20" actId="5793"/>
        <pc:sldMkLst>
          <pc:docMk/>
          <pc:sldMk cId="0" sldId="261"/>
        </pc:sldMkLst>
      </pc:sldChg>
      <pc:sldChg chg="modSp mod">
        <pc:chgData name="Marcos Maillot" userId="fa14b39d-e966-4ebb-a436-4f96f84b9577" providerId="ADAL" clId="{C3C0A1FC-2EA7-4DA5-85B4-8CCFBB75DE9E}" dt="2024-08-09T20:58:40.545" v="25" actId="5793"/>
        <pc:sldMkLst>
          <pc:docMk/>
          <pc:sldMk cId="0" sldId="270"/>
        </pc:sldMkLst>
      </pc:sldChg>
      <pc:sldChg chg="modSp mod">
        <pc:chgData name="Marcos Maillot" userId="fa14b39d-e966-4ebb-a436-4f96f84b9577" providerId="ADAL" clId="{C3C0A1FC-2EA7-4DA5-85B4-8CCFBB75DE9E}" dt="2024-08-09T20:58:49.644" v="33" actId="5793"/>
        <pc:sldMkLst>
          <pc:docMk/>
          <pc:sldMk cId="0" sldId="272"/>
        </pc:sldMkLst>
      </pc:sldChg>
      <pc:sldChg chg="modSp mod">
        <pc:chgData name="Marcos Maillot" userId="fa14b39d-e966-4ebb-a436-4f96f84b9577" providerId="ADAL" clId="{C3C0A1FC-2EA7-4DA5-85B4-8CCFBB75DE9E}" dt="2024-08-09T20:59:33.349" v="54" actId="1076"/>
        <pc:sldMkLst>
          <pc:docMk/>
          <pc:sldMk cId="0" sldId="273"/>
        </pc:sldMkLst>
      </pc:sldChg>
      <pc:sldChg chg="modSp mod">
        <pc:chgData name="Marcos Maillot" userId="fa14b39d-e966-4ebb-a436-4f96f84b9577" providerId="ADAL" clId="{C3C0A1FC-2EA7-4DA5-85B4-8CCFBB75DE9E}" dt="2024-08-09T20:59:41.955" v="58" actId="5793"/>
        <pc:sldMkLst>
          <pc:docMk/>
          <pc:sldMk cId="0" sldId="275"/>
        </pc:sldMkLst>
      </pc:sldChg>
      <pc:sldChg chg="modSp mod">
        <pc:chgData name="Marcos Maillot" userId="fa14b39d-e966-4ebb-a436-4f96f84b9577" providerId="ADAL" clId="{C3C0A1FC-2EA7-4DA5-85B4-8CCFBB75DE9E}" dt="2024-08-09T20:59:52.295" v="64" actId="5793"/>
        <pc:sldMkLst>
          <pc:docMk/>
          <pc:sldMk cId="0" sldId="276"/>
        </pc:sldMkLst>
      </pc:sldChg>
      <pc:sldChg chg="modSp mod">
        <pc:chgData name="Marcos Maillot" userId="fa14b39d-e966-4ebb-a436-4f96f84b9577" providerId="ADAL" clId="{C3C0A1FC-2EA7-4DA5-85B4-8CCFBB75DE9E}" dt="2024-08-09T20:59:56.258" v="68" actId="5793"/>
        <pc:sldMkLst>
          <pc:docMk/>
          <pc:sldMk cId="0" sldId="277"/>
        </pc:sldMkLst>
      </pc:sldChg>
      <pc:sldChg chg="modSp mod">
        <pc:chgData name="Marcos Maillot" userId="fa14b39d-e966-4ebb-a436-4f96f84b9577" providerId="ADAL" clId="{C3C0A1FC-2EA7-4DA5-85B4-8CCFBB75DE9E}" dt="2024-08-09T21:00:00.516" v="72" actId="5793"/>
        <pc:sldMkLst>
          <pc:docMk/>
          <pc:sldMk cId="0" sldId="278"/>
        </pc:sldMkLst>
      </pc:sldChg>
      <pc:sldChg chg="modSp mod">
        <pc:chgData name="Marcos Maillot" userId="fa14b39d-e966-4ebb-a436-4f96f84b9577" providerId="ADAL" clId="{C3C0A1FC-2EA7-4DA5-85B4-8CCFBB75DE9E}" dt="2024-08-09T21:00:05.764" v="78" actId="5793"/>
        <pc:sldMkLst>
          <pc:docMk/>
          <pc:sldMk cId="0" sldId="279"/>
        </pc:sldMkLst>
      </pc:sldChg>
      <pc:sldChg chg="modSp mod">
        <pc:chgData name="Marcos Maillot" userId="fa14b39d-e966-4ebb-a436-4f96f84b9577" providerId="ADAL" clId="{C3C0A1FC-2EA7-4DA5-85B4-8CCFBB75DE9E}" dt="2024-08-09T21:00:09.387" v="82" actId="5793"/>
        <pc:sldMkLst>
          <pc:docMk/>
          <pc:sldMk cId="0" sldId="280"/>
        </pc:sldMkLst>
      </pc:sldChg>
    </pc:docChg>
  </pc:docChgLst>
  <pc:docChgLst>
    <pc:chgData name="Marcos Maillot" userId="fa14b39d-e966-4ebb-a436-4f96f84b9577" providerId="ADAL" clId="{105229BA-9AA1-47D4-847D-E03C0431CECE}"/>
    <pc:docChg chg="custSel modSld">
      <pc:chgData name="Marcos Maillot" userId="fa14b39d-e966-4ebb-a436-4f96f84b9577" providerId="ADAL" clId="{105229BA-9AA1-47D4-847D-E03C0431CECE}" dt="2024-10-04T17:13:09.539" v="106" actId="20577"/>
      <pc:docMkLst>
        <pc:docMk/>
      </pc:docMkLst>
      <pc:sldChg chg="modSp mod">
        <pc:chgData name="Marcos Maillot" userId="fa14b39d-e966-4ebb-a436-4f96f84b9577" providerId="ADAL" clId="{105229BA-9AA1-47D4-847D-E03C0431CECE}" dt="2024-10-04T17:13:09.539" v="106" actId="20577"/>
        <pc:sldMkLst>
          <pc:docMk/>
          <pc:sldMk cId="0" sldId="257"/>
        </pc:sldMkLst>
      </pc:sldChg>
      <pc:sldChg chg="modSp mod">
        <pc:chgData name="Marcos Maillot" userId="fa14b39d-e966-4ebb-a436-4f96f84b9577" providerId="ADAL" clId="{105229BA-9AA1-47D4-847D-E03C0431CECE}" dt="2024-10-04T17:11:34.288" v="40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105229BA-9AA1-47D4-847D-E03C0431CECE}" dt="2024-10-04T17:12:03.614" v="63" actId="5793"/>
        <pc:sldMkLst>
          <pc:docMk/>
          <pc:sldMk cId="0" sldId="262"/>
        </pc:sldMkLst>
      </pc:sldChg>
    </pc:docChg>
  </pc:docChgLst>
  <pc:docChgLst>
    <pc:chgData name="Marcos Maillot" userId="fa14b39d-e966-4ebb-a436-4f96f84b9577" providerId="ADAL" clId="{43A9A6CF-50A8-4C49-B3FC-C757393354D3}"/>
    <pc:docChg chg="modSld">
      <pc:chgData name="Marcos Maillot" userId="fa14b39d-e966-4ebb-a436-4f96f84b9577" providerId="ADAL" clId="{43A9A6CF-50A8-4C49-B3FC-C757393354D3}" dt="2025-06-11T00:43:36.632" v="23"/>
      <pc:docMkLst>
        <pc:docMk/>
      </pc:docMkLst>
      <pc:sldChg chg="addSp delSp modSp mod">
        <pc:chgData name="Marcos Maillot" userId="fa14b39d-e966-4ebb-a436-4f96f84b9577" providerId="ADAL" clId="{43A9A6CF-50A8-4C49-B3FC-C757393354D3}" dt="2025-06-11T00:43:36.632" v="23"/>
        <pc:sldMkLst>
          <pc:docMk/>
          <pc:sldMk cId="0" sldId="273"/>
        </pc:sldMkLst>
        <pc:grpChg chg="mod">
          <ac:chgData name="Marcos Maillot" userId="fa14b39d-e966-4ebb-a436-4f96f84b9577" providerId="ADAL" clId="{43A9A6CF-50A8-4C49-B3FC-C757393354D3}" dt="2025-06-11T00:43:32.372" v="13"/>
          <ac:grpSpMkLst>
            <pc:docMk/>
            <pc:sldMk cId="0" sldId="273"/>
            <ac:grpSpMk id="11" creationId="{9F848F3A-48F5-CCA6-BC6E-EB35599213CF}"/>
          </ac:grpSpMkLst>
        </pc:grpChg>
        <pc:grpChg chg="del 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19" creationId="{747E5D74-5E95-110C-060A-D550342ECEE4}"/>
          </ac:grpSpMkLst>
        </pc:grpChg>
        <pc:grpChg chg="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21" creationId="{093613DD-4AFD-D80A-9313-667DE20AC2C8}"/>
          </ac:grpSpMkLst>
        </pc:grpChg>
        <pc:inkChg chg="add">
          <ac:chgData name="Marcos Maillot" userId="fa14b39d-e966-4ebb-a436-4f96f84b9577" providerId="ADAL" clId="{43A9A6CF-50A8-4C49-B3FC-C757393354D3}" dt="2025-06-11T00:43:25.177" v="4" actId="9405"/>
          <ac:inkMkLst>
            <pc:docMk/>
            <pc:sldMk cId="0" sldId="273"/>
            <ac:inkMk id="2" creationId="{4D9FA1D6-1835-33D9-16E7-3827158B3994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3" creationId="{BC72456B-2051-D521-A06E-4E41FE19FB3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4" creationId="{BE06EFA0-1AAD-0834-6FDC-335D21B6B5BC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5" creationId="{E2EC51D4-2500-EF12-E9EA-C4A5CF15135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6" creationId="{981DD12F-FAD1-422C-7B8D-5A364A78EB1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7" creationId="{E4F5640B-B450-5BF7-C2EA-C33207B7E2E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8" creationId="{DE1ED292-C0AE-89DC-8FB2-35F138F57625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9" creationId="{889C69DD-0C29-3F0D-9577-298E06A2C258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10" creationId="{343AF7B7-3880-887E-E397-36893BC14E2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2" creationId="{69D8163F-1867-AF97-979C-E8F99AB9356E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3" creationId="{106369E5-C291-D0A6-7B93-F3FCBF68CF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4" creationId="{7BD8A32C-24AD-753E-ED11-FD76BA20D5AF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5" creationId="{74CC715D-8AB5-858E-5BCE-7203DE58DE4D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6" creationId="{659AE97B-AA6F-1C85-ED78-5C18361C8888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7" creationId="{F4B00B80-5E0C-29EA-DB0E-F152B04FC0E5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8" creationId="{A6B49830-5580-A509-52D3-C028A07255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20" creationId="{A9E4511E-9A1B-CE02-D5AE-24AE6626BED3}"/>
          </ac:inkMkLst>
        </pc:inkChg>
      </pc:sldChg>
      <pc:sldChg chg="addSp mod">
        <pc:chgData name="Marcos Maillot" userId="fa14b39d-e966-4ebb-a436-4f96f84b9577" providerId="ADAL" clId="{43A9A6CF-50A8-4C49-B3FC-C757393354D3}" dt="2025-06-11T00:42:34.978" v="3" actId="9405"/>
        <pc:sldMkLst>
          <pc:docMk/>
          <pc:sldMk cId="0" sldId="279"/>
        </pc:sldMkLst>
        <pc:inkChg chg="add">
          <ac:chgData name="Marcos Maillot" userId="fa14b39d-e966-4ebb-a436-4f96f84b9577" providerId="ADAL" clId="{43A9A6CF-50A8-4C49-B3FC-C757393354D3}" dt="2025-06-11T00:42:29.497" v="0" actId="9405"/>
          <ac:inkMkLst>
            <pc:docMk/>
            <pc:sldMk cId="0" sldId="279"/>
            <ac:inkMk id="2" creationId="{61BEB62F-8CEC-9ABA-505E-4C8F9A4664D6}"/>
          </ac:inkMkLst>
        </pc:inkChg>
        <pc:inkChg chg="add">
          <ac:chgData name="Marcos Maillot" userId="fa14b39d-e966-4ebb-a436-4f96f84b9577" providerId="ADAL" clId="{43A9A6CF-50A8-4C49-B3FC-C757393354D3}" dt="2025-06-11T00:42:30.720" v="1" actId="9405"/>
          <ac:inkMkLst>
            <pc:docMk/>
            <pc:sldMk cId="0" sldId="279"/>
            <ac:inkMk id="3" creationId="{DB186C97-1C67-BBB1-E855-37DAB8A23615}"/>
          </ac:inkMkLst>
        </pc:inkChg>
        <pc:inkChg chg="add">
          <ac:chgData name="Marcos Maillot" userId="fa14b39d-e966-4ebb-a436-4f96f84b9577" providerId="ADAL" clId="{43A9A6CF-50A8-4C49-B3FC-C757393354D3}" dt="2025-06-11T00:42:33.886" v="2" actId="9405"/>
          <ac:inkMkLst>
            <pc:docMk/>
            <pc:sldMk cId="0" sldId="279"/>
            <ac:inkMk id="4" creationId="{6D57C7DB-EFB1-88F9-0EF2-A9980A5BF594}"/>
          </ac:inkMkLst>
        </pc:inkChg>
        <pc:inkChg chg="add">
          <ac:chgData name="Marcos Maillot" userId="fa14b39d-e966-4ebb-a436-4f96f84b9577" providerId="ADAL" clId="{43A9A6CF-50A8-4C49-B3FC-C757393354D3}" dt="2025-06-11T00:42:34.978" v="3" actId="9405"/>
          <ac:inkMkLst>
            <pc:docMk/>
            <pc:sldMk cId="0" sldId="279"/>
            <ac:inkMk id="5" creationId="{33F455F8-6173-F745-4E1C-4015D681A74E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f19d644e1e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2f19d644e1e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19d644e1e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2f19d644e1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19d644e1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2f19d644e1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f19d644e1e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f19d644e1e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f19d644e1e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2f19d644e1e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f19d644e1e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2f19d644e1e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f19d644e1e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2f19d644e1e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f19d644e1e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2f19d644e1e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rxiv.org/abs/1310.4546v1" TargetMode="Externa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¿Cuantos es 240 divido 6?			Y… 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f19d644e1e_1_11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f19d644e1e_1_112"/>
          <p:cNvSpPr txBox="1"/>
          <p:nvPr/>
        </p:nvSpPr>
        <p:spPr>
          <a:xfrm>
            <a:off x="165175" y="737146"/>
            <a:ext cx="86415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14" name="Google Shape;214;g2f19d644e1e_1_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9603" y="1188666"/>
            <a:ext cx="7548535" cy="20608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2f19d644e1e_1_112"/>
          <p:cNvSpPr/>
          <p:nvPr/>
        </p:nvSpPr>
        <p:spPr>
          <a:xfrm>
            <a:off x="264630" y="3501019"/>
            <a:ext cx="387998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Mas datos (de entrenamiento) no necesariamente garantiza llegar a un buen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features correctos, las tarea de la red puede ser mejor alcanzada. 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2f19d644e1e_1_112"/>
          <p:cNvSpPr/>
          <p:nvPr/>
        </p:nvSpPr>
        <p:spPr>
          <a:xfrm>
            <a:off x="4365195" y="3509733"/>
            <a:ext cx="4619683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When the learned features are passed into the supervised learning algorithm, it can improve the prediction accuracy up to 17%. 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[https://dl.acm.org/doi/10.1145/3303772.3303795].</a:t>
            </a: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5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/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419197" y="902371"/>
            <a:ext cx="1996889" cy="199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81604" y="1832010"/>
            <a:ext cx="2499751" cy="70098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2f19d644e1e_1_8"/>
          <p:cNvSpPr/>
          <p:nvPr/>
        </p:nvSpPr>
        <p:spPr>
          <a:xfrm>
            <a:off x="6017654" y="3487056"/>
            <a:ext cx="151201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PCA??</a:t>
            </a:r>
            <a:endParaRPr sz="21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3" name="Google Shape;93;g2f19d644e1e_1_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6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2f19d644e1e_1_8"/>
          <p:cNvSpPr txBox="1"/>
          <p:nvPr/>
        </p:nvSpPr>
        <p:spPr>
          <a:xfrm>
            <a:off x="1242722" y="4634235"/>
            <a:ext cx="7369650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autoencoders vs regularized autoencoders</a:t>
            </a:r>
            <a:endParaRPr sz="2100" b="0" i="0" u="none" strike="noStrike" cap="none" dirty="0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7">
            <a:alphaModFix/>
          </a:blip>
          <a:srcRect l="69947" t="15321" r="22128" b="40537"/>
          <a:stretch/>
        </p:blipFill>
        <p:spPr>
          <a:xfrm>
            <a:off x="5904783" y="2293144"/>
            <a:ext cx="225741" cy="34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f19d644e1e_1_2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5" name="Google Shape;105;g2f19d644e1e_1_22"/>
          <p:cNvSpPr txBox="1"/>
          <p:nvPr/>
        </p:nvSpPr>
        <p:spPr>
          <a:xfrm>
            <a:off x="251252" y="884448"/>
            <a:ext cx="8641496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 vs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</a:t>
            </a: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6" name="Google Shape;106;g2f19d644e1e_1_22"/>
          <p:cNvSpPr/>
          <p:nvPr/>
        </p:nvSpPr>
        <p:spPr>
          <a:xfrm>
            <a:off x="251252" y="1681799"/>
            <a:ext cx="7505049" cy="256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sz="1800" i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7" name="Google Shape;107;g2f19d644e1e_1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3453" y="4323200"/>
            <a:ext cx="3113222" cy="658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f19d644e1e_1_39"/>
          <p:cNvSpPr txBox="1"/>
          <p:nvPr/>
        </p:nvSpPr>
        <p:spPr>
          <a:xfrm>
            <a:off x="-119743" y="1"/>
            <a:ext cx="9383486" cy="367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f19d644e1e_1_39"/>
          <p:cNvSpPr txBox="1"/>
          <p:nvPr/>
        </p:nvSpPr>
        <p:spPr>
          <a:xfrm>
            <a:off x="328526" y="722229"/>
            <a:ext cx="53277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autoencoders CAE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25" name="Google Shape;125;g2f19d644e1e_1_39"/>
          <p:cNvSpPr txBox="1"/>
          <p:nvPr/>
        </p:nvSpPr>
        <p:spPr>
          <a:xfrm>
            <a:off x="198782" y="4388380"/>
            <a:ext cx="8771239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autoencodes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hace que el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varie mucho ante pequeños cambios en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x</a:t>
            </a:r>
            <a:endParaRPr sz="1800"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6" name="Google Shape;126;g2f19d644e1e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526" y="1260902"/>
            <a:ext cx="2000250" cy="73580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2f19d644e1e_1_39"/>
          <p:cNvSpPr/>
          <p:nvPr/>
        </p:nvSpPr>
        <p:spPr>
          <a:xfrm>
            <a:off x="328525" y="2287394"/>
            <a:ext cx="8364841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Inputs similares tendrán similares representaciones. Se fuerza al modelo a aprender un vecindario reducido de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mapearlo a un vecindario reducido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1397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Undercomplete + constractive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aprenden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/dx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pequeñas. Solo un número pequeño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(que se corresponden con un número reducido de direcciones en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), pueden tener una derivada considerable.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8" name="Google Shape;128;g2f19d644e1e_1_39"/>
          <p:cNvSpPr/>
          <p:nvPr/>
        </p:nvSpPr>
        <p:spPr>
          <a:xfrm>
            <a:off x="2769371" y="1391131"/>
            <a:ext cx="5595884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objetivo es aprender un representación que sea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poco sensible a pequeñas variaciones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los datos de entrada.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810508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f19d644e1e_1_5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4" name="Google Shape;144;g2f19d644e1e_1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674" y="1264586"/>
            <a:ext cx="3970619" cy="2744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2f19d644e1e_1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3" y="1630546"/>
            <a:ext cx="4027870" cy="278396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f19d644e1e_1_57"/>
          <p:cNvSpPr/>
          <p:nvPr/>
        </p:nvSpPr>
        <p:spPr>
          <a:xfrm>
            <a:off x="528033" y="4505045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https://www.kaggle.com/apapiu/manifold-learning-and-autoencoders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7" name="Google Shape;147;g2f19d644e1e_1_57"/>
          <p:cNvSpPr txBox="1"/>
          <p:nvPr/>
        </p:nvSpPr>
        <p:spPr>
          <a:xfrm>
            <a:off x="338726" y="691266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539800" y="1805582"/>
            <a:ext cx="24828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bajo una función de densidad de probabilidad.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19d644e1e_1_7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2" name="Google Shape;162;g2f19d644e1e_1_74"/>
          <p:cNvSpPr txBox="1"/>
          <p:nvPr/>
        </p:nvSpPr>
        <p:spPr>
          <a:xfrm>
            <a:off x="218939" y="759640"/>
            <a:ext cx="5154900" cy="4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63" name="Google Shape;163;g2f19d644e1e_1_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1774" y="1946405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g2f19d644e1e_1_7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66680" y="759660"/>
            <a:ext cx="4815547" cy="372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2f19d644e1e_1_74"/>
          <p:cNvSpPr txBox="1"/>
          <p:nvPr/>
        </p:nvSpPr>
        <p:spPr>
          <a:xfrm>
            <a:off x="218951" y="4725575"/>
            <a:ext cx="6010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https://towardsdatascience.com/what-the-heck-are-vae-gans-17b86023588a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2025" y="1351825"/>
            <a:ext cx="5003075" cy="30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229075" y="4692725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https://lilianweng.github.io/posts/2018-08-12-vae/</a:t>
            </a:r>
            <a:endParaRPr sz="10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169975" y="1271100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n" sz="1700" b="1"/>
              <a:t>Reparameterization Trick</a:t>
            </a:r>
            <a:endParaRPr sz="1700" b="1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086" y="2174105"/>
            <a:ext cx="2501378" cy="12506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19d644e1e_1_8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0" name="Google Shape;180;g2f19d644e1e_1_82"/>
          <p:cNvSpPr txBox="1"/>
          <p:nvPr/>
        </p:nvSpPr>
        <p:spPr>
          <a:xfrm>
            <a:off x="318866" y="782346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Denoising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81" name="Google Shape;181;g2f19d644e1e_1_82"/>
          <p:cNvPicPr preferRelativeResize="0"/>
          <p:nvPr/>
        </p:nvPicPr>
        <p:blipFill rotWithShape="1">
          <a:blip r:embed="rId3">
            <a:alphaModFix/>
          </a:blip>
          <a:srcRect l="6202" r="8682"/>
          <a:stretch/>
        </p:blipFill>
        <p:spPr>
          <a:xfrm>
            <a:off x="453981" y="1309306"/>
            <a:ext cx="1854558" cy="2464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2f19d644e1e_1_82"/>
          <p:cNvPicPr preferRelativeResize="0"/>
          <p:nvPr/>
        </p:nvPicPr>
        <p:blipFill rotWithShape="1">
          <a:blip r:embed="rId4">
            <a:alphaModFix/>
          </a:blip>
          <a:srcRect l="8987" r="6948" b="25887"/>
          <a:stretch/>
        </p:blipFill>
        <p:spPr>
          <a:xfrm>
            <a:off x="231820" y="4027868"/>
            <a:ext cx="2849451" cy="68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f19d644e1e_1_8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4014" y="1456315"/>
            <a:ext cx="4986337" cy="338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github autoencoder</a:t>
            </a:r>
            <a:endParaRPr sz="21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315726" y="1116385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f19d644e1e_1_14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g2f19d644e1e_1_14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54" name="Google Shape;254;g2f19d644e1e_1_148"/>
          <p:cNvPicPr preferRelativeResize="0"/>
          <p:nvPr/>
        </p:nvPicPr>
        <p:blipFill rotWithShape="1">
          <a:blip r:embed="rId3">
            <a:alphaModFix/>
          </a:blip>
          <a:srcRect l="340" t="-1621" r="70116" b="1620"/>
          <a:stretch/>
        </p:blipFill>
        <p:spPr>
          <a:xfrm>
            <a:off x="370290" y="1272474"/>
            <a:ext cx="2515807" cy="29789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2f19d644e1e_1_148"/>
          <p:cNvSpPr/>
          <p:nvPr/>
        </p:nvSpPr>
        <p:spPr>
          <a:xfrm>
            <a:off x="3488841" y="2838935"/>
            <a:ext cx="472388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[king] – [man] + [woman] = [queen]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FEF88716-F229-8744-D6A5-DE56D2742278}"/>
              </a:ext>
            </a:extLst>
          </p:cNvPr>
          <p:cNvCxnSpPr/>
          <p:nvPr/>
        </p:nvCxnSpPr>
        <p:spPr>
          <a:xfrm flipH="1" flipV="1">
            <a:off x="882650" y="2571750"/>
            <a:ext cx="266700" cy="54610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9C6985B-7AC7-099D-43B8-2A56ED109CC5}"/>
              </a:ext>
            </a:extLst>
          </p:cNvPr>
          <p:cNvCxnSpPr/>
          <p:nvPr/>
        </p:nvCxnSpPr>
        <p:spPr>
          <a:xfrm flipV="1">
            <a:off x="1143000" y="2362200"/>
            <a:ext cx="368300" cy="768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47F2E51-7CFF-0C51-7F57-7328F32A898E}"/>
              </a:ext>
            </a:extLst>
          </p:cNvPr>
          <p:cNvCxnSpPr/>
          <p:nvPr/>
        </p:nvCxnSpPr>
        <p:spPr>
          <a:xfrm flipV="1">
            <a:off x="492395" y="2571750"/>
            <a:ext cx="368300" cy="76835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3766B4A-2686-A4ED-6A12-085B2A710C05}"/>
              </a:ext>
            </a:extLst>
          </p:cNvPr>
          <p:cNvCxnSpPr/>
          <p:nvPr/>
        </p:nvCxnSpPr>
        <p:spPr>
          <a:xfrm flipV="1">
            <a:off x="1149350" y="2679700"/>
            <a:ext cx="1054100" cy="4445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A270E86-FE07-9BEE-7CAE-188A9E366ED5}"/>
              </a:ext>
            </a:extLst>
          </p:cNvPr>
          <p:cNvCxnSpPr/>
          <p:nvPr/>
        </p:nvCxnSpPr>
        <p:spPr>
          <a:xfrm flipV="1">
            <a:off x="488950" y="2901950"/>
            <a:ext cx="1054100" cy="44450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/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2" name="Google Shape;262;g2f19d644e1e_1_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19" y="1050538"/>
            <a:ext cx="5102504" cy="352790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f19d644e1e_1_155"/>
          <p:cNvSpPr/>
          <p:nvPr/>
        </p:nvSpPr>
        <p:spPr>
          <a:xfrm>
            <a:off x="359609" y="3903898"/>
            <a:ext cx="3909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[Italy] – [Rome] + [Berlín] = [Germany]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65" name="Google Shape;265;g2f19d644e1e_1_1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807" y="1655260"/>
            <a:ext cx="2714625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2f19d644e1e_1_155"/>
          <p:cNvSpPr txBox="1"/>
          <p:nvPr/>
        </p:nvSpPr>
        <p:spPr>
          <a:xfrm>
            <a:off x="4012825" y="4578450"/>
            <a:ext cx="5054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https://arxiv.org/abs/1310.4546v1</a:t>
            </a:r>
            <a:r>
              <a:rPr lang="en" sz="1100"/>
              <a:t>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1100"/>
              <a:t>Distributed Representations of Words and Phrases and their Compositionality</a:t>
            </a:r>
            <a:endParaRPr sz="110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7EF9B6D-6751-82C5-5C36-88C1704C4DCC}"/>
              </a:ext>
            </a:extLst>
          </p:cNvPr>
          <p:cNvCxnSpPr>
            <a:cxnSpLocks/>
          </p:cNvCxnSpPr>
          <p:nvPr/>
        </p:nvCxnSpPr>
        <p:spPr>
          <a:xfrm>
            <a:off x="4269509" y="2832567"/>
            <a:ext cx="4302991" cy="1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FA09B14-8071-6395-9CD8-A822CD255FCC}"/>
              </a:ext>
            </a:extLst>
          </p:cNvPr>
          <p:cNvCxnSpPr/>
          <p:nvPr/>
        </p:nvCxnSpPr>
        <p:spPr>
          <a:xfrm>
            <a:off x="6338923" y="935026"/>
            <a:ext cx="0" cy="3795103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8657898-21BA-D773-B87F-A70150F076C9}"/>
              </a:ext>
            </a:extLst>
          </p:cNvPr>
          <p:cNvCxnSpPr/>
          <p:nvPr/>
        </p:nvCxnSpPr>
        <p:spPr>
          <a:xfrm flipH="1">
            <a:off x="4654502" y="2832577"/>
            <a:ext cx="1698172" cy="35063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8C978D-6F61-62D2-B9F3-7D10C328F839}"/>
              </a:ext>
            </a:extLst>
          </p:cNvPr>
          <p:cNvCxnSpPr>
            <a:cxnSpLocks/>
          </p:cNvCxnSpPr>
          <p:nvPr/>
        </p:nvCxnSpPr>
        <p:spPr>
          <a:xfrm>
            <a:off x="6335171" y="2832567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D0FBF5F-F20B-37A1-4A7B-3F98512C4B6D}"/>
              </a:ext>
            </a:extLst>
          </p:cNvPr>
          <p:cNvCxnSpPr/>
          <p:nvPr/>
        </p:nvCxnSpPr>
        <p:spPr>
          <a:xfrm>
            <a:off x="6338923" y="2832577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BAA040C-3C61-9255-8E6A-8E0570FE9603}"/>
              </a:ext>
            </a:extLst>
          </p:cNvPr>
          <p:cNvCxnSpPr>
            <a:cxnSpLocks/>
          </p:cNvCxnSpPr>
          <p:nvPr/>
        </p:nvCxnSpPr>
        <p:spPr>
          <a:xfrm>
            <a:off x="3569879" y="2596432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FDA6DC1-772A-7E15-5362-E1C8050D8EE3}"/>
              </a:ext>
            </a:extLst>
          </p:cNvPr>
          <p:cNvCxnSpPr/>
          <p:nvPr/>
        </p:nvCxnSpPr>
        <p:spPr>
          <a:xfrm>
            <a:off x="3577378" y="2591982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3488" y="3071373"/>
            <a:ext cx="4681987" cy="2001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196517" y="1311839"/>
            <a:ext cx="5130621" cy="1622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g2f19d644e1e_1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388" y="1457325"/>
            <a:ext cx="522922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f19d644e1e_1_17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1" name="Google Shape;281;g2f19d644e1e_1_171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f19d644e1e_1_171"/>
          <p:cNvSpPr/>
          <p:nvPr/>
        </p:nvSpPr>
        <p:spPr>
          <a:xfrm>
            <a:off x="698818" y="4118076"/>
            <a:ext cx="749410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Pido a los Santos del Cielo </a:t>
            </a:r>
            <a:br>
              <a:rPr lang="es-ES" sz="1600" dirty="0"/>
            </a:br>
            <a:r>
              <a:rPr lang="es-ES" sz="1600" dirty="0"/>
              <a:t>que ayuden mi pensamiento, </a:t>
            </a:r>
            <a:br>
              <a:rPr lang="es-ES" sz="1600" dirty="0"/>
            </a:br>
            <a:r>
              <a:rPr lang="es-ES" sz="1600" dirty="0"/>
              <a:t>les pido en este momento que voy a cantar mi historia.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solo se aplica a palabras….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3661676" y="1939493"/>
            <a:ext cx="1492235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1205</Words>
  <Application>Microsoft Office PowerPoint</Application>
  <PresentationFormat>Presentación en pantalla (16:9)</PresentationFormat>
  <Paragraphs>171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Twentieth Century</vt:lpstr>
      <vt:lpstr>Arial</vt:lpstr>
      <vt:lpstr>Times New Roman</vt:lpstr>
      <vt:lpstr>Cambria Math</vt:lpstr>
      <vt:lpstr>Roboto</vt:lpstr>
      <vt:lpstr>Material</vt:lpstr>
      <vt:lpstr>Aprendizaje Profundo</vt:lpstr>
      <vt:lpstr>REPRESENTATION LEARNING  AUTOENCODER / EMBEDDINGS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7</cp:revision>
  <dcterms:modified xsi:type="dcterms:W3CDTF">2026-04-16T17:43:15Z</dcterms:modified>
</cp:coreProperties>
</file>