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60" r:id="rId5"/>
    <p:sldId id="259" r:id="rId6"/>
    <p:sldId id="261" r:id="rId7"/>
    <p:sldId id="264" r:id="rId8"/>
    <p:sldId id="289" r:id="rId9"/>
    <p:sldId id="265" r:id="rId10"/>
    <p:sldId id="263" r:id="rId11"/>
    <p:sldId id="262" r:id="rId12"/>
    <p:sldId id="266" r:id="rId13"/>
    <p:sldId id="276" r:id="rId14"/>
    <p:sldId id="267" r:id="rId15"/>
    <p:sldId id="268" r:id="rId16"/>
    <p:sldId id="270" r:id="rId17"/>
    <p:sldId id="279" r:id="rId18"/>
    <p:sldId id="277" r:id="rId19"/>
    <p:sldId id="280" r:id="rId20"/>
    <p:sldId id="282" r:id="rId21"/>
    <p:sldId id="281" r:id="rId22"/>
    <p:sldId id="283" r:id="rId23"/>
    <p:sldId id="284" r:id="rId24"/>
    <p:sldId id="287" r:id="rId25"/>
    <p:sldId id="285" r:id="rId26"/>
    <p:sldId id="286" r:id="rId27"/>
    <p:sldId id="288" r:id="rId28"/>
    <p:sldId id="272" r:id="rId29"/>
    <p:sldId id="273" r:id="rId30"/>
    <p:sldId id="274" r:id="rId31"/>
    <p:sldId id="275" r:id="rId3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4"/>
    </p:embeddedFont>
    <p:embeddedFont>
      <p:font typeface="Consolas" panose="020B0609020204030204" pitchFamily="49" charset="0"/>
      <p:regular r:id="rId35"/>
      <p:bold r:id="rId36"/>
      <p:italic r:id="rId37"/>
      <p:boldItalic r:id="rId38"/>
    </p:embeddedFont>
    <p:embeddedFont>
      <p:font typeface="Roboto" panose="02000000000000000000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3" roundtripDataSignature="AMtx7miTlHx5yX8y6UIlPPbgbTlcU6qf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E16492-A14E-42D8-B404-F9228AAB26AB}" v="24" dt="2026-08-19T01:00:15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16" y="-1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customschemas.google.com/relationships/presentationmetadata" Target="meta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s Maillot" userId="fa14b39d-e966-4ebb-a436-4f96f84b9577" providerId="ADAL" clId="{152A8D8E-FC9A-4326-9172-4A160D290924}"/>
    <pc:docChg chg="undo custSel addSld delSld modSld sldOrd">
      <pc:chgData name="Marcos Maillot" userId="fa14b39d-e966-4ebb-a436-4f96f84b9577" providerId="ADAL" clId="{152A8D8E-FC9A-4326-9172-4A160D290924}" dt="2026-08-19T01:00:15.847" v="573"/>
      <pc:docMkLst>
        <pc:docMk/>
      </pc:docMkLst>
      <pc:sldChg chg="modSp mod">
        <pc:chgData name="Marcos Maillot" userId="fa14b39d-e966-4ebb-a436-4f96f84b9577" providerId="ADAL" clId="{152A8D8E-FC9A-4326-9172-4A160D290924}" dt="2026-08-18T21:22:27.912" v="73" actId="113"/>
        <pc:sldMkLst>
          <pc:docMk/>
          <pc:sldMk cId="0" sldId="258"/>
        </pc:sldMkLst>
        <pc:spChg chg="mod">
          <ac:chgData name="Marcos Maillot" userId="fa14b39d-e966-4ebb-a436-4f96f84b9577" providerId="ADAL" clId="{152A8D8E-FC9A-4326-9172-4A160D290924}" dt="2026-08-18T21:22:27.912" v="73" actId="113"/>
          <ac:spMkLst>
            <pc:docMk/>
            <pc:sldMk cId="0" sldId="258"/>
            <ac:spMk id="90" creationId="{00000000-0000-0000-0000-000000000000}"/>
          </ac:spMkLst>
        </pc:spChg>
      </pc:sldChg>
      <pc:sldChg chg="addSp modSp mod">
        <pc:chgData name="Marcos Maillot" userId="fa14b39d-e966-4ebb-a436-4f96f84b9577" providerId="ADAL" clId="{152A8D8E-FC9A-4326-9172-4A160D290924}" dt="2026-08-18T21:25:06.964" v="143" actId="14100"/>
        <pc:sldMkLst>
          <pc:docMk/>
          <pc:sldMk cId="0" sldId="259"/>
        </pc:sldMkLst>
        <pc:spChg chg="mod">
          <ac:chgData name="Marcos Maillot" userId="fa14b39d-e966-4ebb-a436-4f96f84b9577" providerId="ADAL" clId="{152A8D8E-FC9A-4326-9172-4A160D290924}" dt="2026-08-18T21:25:06.964" v="143" actId="14100"/>
          <ac:spMkLst>
            <pc:docMk/>
            <pc:sldMk cId="0" sldId="259"/>
            <ac:spMk id="96" creationId="{00000000-0000-0000-0000-000000000000}"/>
          </ac:spMkLst>
        </pc:spChg>
        <pc:spChg chg="mod">
          <ac:chgData name="Marcos Maillot" userId="fa14b39d-e966-4ebb-a436-4f96f84b9577" providerId="ADAL" clId="{152A8D8E-FC9A-4326-9172-4A160D290924}" dt="2026-08-18T21:24:37.132" v="140" actId="14100"/>
          <ac:spMkLst>
            <pc:docMk/>
            <pc:sldMk cId="0" sldId="259"/>
            <ac:spMk id="98" creationId="{00000000-0000-0000-0000-000000000000}"/>
          </ac:spMkLst>
        </pc:spChg>
        <pc:picChg chg="add mod modCrop">
          <ac:chgData name="Marcos Maillot" userId="fa14b39d-e966-4ebb-a436-4f96f84b9577" providerId="ADAL" clId="{152A8D8E-FC9A-4326-9172-4A160D290924}" dt="2026-08-18T21:24:30.076" v="137" actId="1076"/>
          <ac:picMkLst>
            <pc:docMk/>
            <pc:sldMk cId="0" sldId="259"/>
            <ac:picMk id="3" creationId="{365D9DFC-CECC-86F3-A5F0-5C33F79D276F}"/>
          </ac:picMkLst>
        </pc:picChg>
        <pc:picChg chg="mod modCrop">
          <ac:chgData name="Marcos Maillot" userId="fa14b39d-e966-4ebb-a436-4f96f84b9577" providerId="ADAL" clId="{152A8D8E-FC9A-4326-9172-4A160D290924}" dt="2026-08-18T21:24:26.532" v="136" actId="14100"/>
          <ac:picMkLst>
            <pc:docMk/>
            <pc:sldMk cId="0" sldId="259"/>
            <ac:picMk id="97" creationId="{00000000-0000-0000-0000-000000000000}"/>
          </ac:picMkLst>
        </pc:picChg>
      </pc:sldChg>
      <pc:sldChg chg="addSp delSp modSp mod ord modNotes">
        <pc:chgData name="Marcos Maillot" userId="fa14b39d-e966-4ebb-a436-4f96f84b9577" providerId="ADAL" clId="{152A8D8E-FC9A-4326-9172-4A160D290924}" dt="2026-08-18T21:31:42.061" v="384" actId="14100"/>
        <pc:sldMkLst>
          <pc:docMk/>
          <pc:sldMk cId="0" sldId="260"/>
        </pc:sldMkLst>
        <pc:spChg chg="add mod">
          <ac:chgData name="Marcos Maillot" userId="fa14b39d-e966-4ebb-a436-4f96f84b9577" providerId="ADAL" clId="{152A8D8E-FC9A-4326-9172-4A160D290924}" dt="2026-08-18T21:27:33.443" v="171" actId="13822"/>
          <ac:spMkLst>
            <pc:docMk/>
            <pc:sldMk cId="0" sldId="260"/>
            <ac:spMk id="3" creationId="{C11EA392-E45A-746F-19DF-57B476344CBD}"/>
          </ac:spMkLst>
        </pc:spChg>
        <pc:spChg chg="add mod">
          <ac:chgData name="Marcos Maillot" userId="fa14b39d-e966-4ebb-a436-4f96f84b9577" providerId="ADAL" clId="{152A8D8E-FC9A-4326-9172-4A160D290924}" dt="2026-08-18T21:27:33.443" v="171" actId="13822"/>
          <ac:spMkLst>
            <pc:docMk/>
            <pc:sldMk cId="0" sldId="260"/>
            <ac:spMk id="5" creationId="{A49A9676-7095-0157-4C06-F87A02A0DC01}"/>
          </ac:spMkLst>
        </pc:spChg>
        <pc:spChg chg="add mod">
          <ac:chgData name="Marcos Maillot" userId="fa14b39d-e966-4ebb-a436-4f96f84b9577" providerId="ADAL" clId="{152A8D8E-FC9A-4326-9172-4A160D290924}" dt="2026-08-18T21:31:42.061" v="384" actId="14100"/>
          <ac:spMkLst>
            <pc:docMk/>
            <pc:sldMk cId="0" sldId="260"/>
            <ac:spMk id="14" creationId="{4E56D8FA-1284-EED1-E33E-85ACCA0C8697}"/>
          </ac:spMkLst>
        </pc:spChg>
        <pc:spChg chg="mod">
          <ac:chgData name="Marcos Maillot" userId="fa14b39d-e966-4ebb-a436-4f96f84b9577" providerId="ADAL" clId="{152A8D8E-FC9A-4326-9172-4A160D290924}" dt="2026-08-18T21:29:07.369" v="187" actId="108"/>
          <ac:spMkLst>
            <pc:docMk/>
            <pc:sldMk cId="0" sldId="260"/>
            <ac:spMk id="104" creationId="{00000000-0000-0000-0000-000000000000}"/>
          </ac:spMkLst>
        </pc:spChg>
        <pc:spChg chg="del mod">
          <ac:chgData name="Marcos Maillot" userId="fa14b39d-e966-4ebb-a436-4f96f84b9577" providerId="ADAL" clId="{152A8D8E-FC9A-4326-9172-4A160D290924}" dt="2026-08-18T21:29:10.595" v="188" actId="478"/>
          <ac:spMkLst>
            <pc:docMk/>
            <pc:sldMk cId="0" sldId="260"/>
            <ac:spMk id="106" creationId="{00000000-0000-0000-0000-000000000000}"/>
          </ac:spMkLst>
        </pc:spChg>
        <pc:picChg chg="mod">
          <ac:chgData name="Marcos Maillot" userId="fa14b39d-e966-4ebb-a436-4f96f84b9577" providerId="ADAL" clId="{152A8D8E-FC9A-4326-9172-4A160D290924}" dt="2026-08-18T21:27:11.644" v="169" actId="1076"/>
          <ac:picMkLst>
            <pc:docMk/>
            <pc:sldMk cId="0" sldId="260"/>
            <ac:picMk id="105" creationId="{00000000-0000-0000-0000-000000000000}"/>
          </ac:picMkLst>
        </pc:picChg>
        <pc:cxnChg chg="add mod">
          <ac:chgData name="Marcos Maillot" userId="fa14b39d-e966-4ebb-a436-4f96f84b9577" providerId="ADAL" clId="{152A8D8E-FC9A-4326-9172-4A160D290924}" dt="2026-08-18T21:27:17.436" v="170" actId="1076"/>
          <ac:cxnSpMkLst>
            <pc:docMk/>
            <pc:sldMk cId="0" sldId="260"/>
            <ac:cxnSpMk id="7" creationId="{847181F3-E934-7CBA-4ADD-A78FDF1C982D}"/>
          </ac:cxnSpMkLst>
        </pc:cxnChg>
        <pc:cxnChg chg="add mod">
          <ac:chgData name="Marcos Maillot" userId="fa14b39d-e966-4ebb-a436-4f96f84b9577" providerId="ADAL" clId="{152A8D8E-FC9A-4326-9172-4A160D290924}" dt="2026-08-18T21:27:17.436" v="170" actId="1076"/>
          <ac:cxnSpMkLst>
            <pc:docMk/>
            <pc:sldMk cId="0" sldId="260"/>
            <ac:cxnSpMk id="8" creationId="{E7506898-F7D7-AAEB-A390-AF8F5AB5346A}"/>
          </ac:cxnSpMkLst>
        </pc:cxnChg>
      </pc:sldChg>
      <pc:sldChg chg="ord">
        <pc:chgData name="Marcos Maillot" userId="fa14b39d-e966-4ebb-a436-4f96f84b9577" providerId="ADAL" clId="{152A8D8E-FC9A-4326-9172-4A160D290924}" dt="2026-08-18T21:34:07.864" v="408"/>
        <pc:sldMkLst>
          <pc:docMk/>
          <pc:sldMk cId="0" sldId="263"/>
        </pc:sldMkLst>
      </pc:sldChg>
      <pc:sldChg chg="addSp delSp modSp mod">
        <pc:chgData name="Marcos Maillot" userId="fa14b39d-e966-4ebb-a436-4f96f84b9577" providerId="ADAL" clId="{152A8D8E-FC9A-4326-9172-4A160D290924}" dt="2026-08-18T22:59:56.152" v="500"/>
        <pc:sldMkLst>
          <pc:docMk/>
          <pc:sldMk cId="0" sldId="264"/>
        </pc:sldMkLst>
        <pc:grpChg chg="mod">
          <ac:chgData name="Marcos Maillot" userId="fa14b39d-e966-4ebb-a436-4f96f84b9577" providerId="ADAL" clId="{152A8D8E-FC9A-4326-9172-4A160D290924}" dt="2026-08-18T22:59:47.378" v="483"/>
          <ac:grpSpMkLst>
            <pc:docMk/>
            <pc:sldMk cId="0" sldId="264"/>
            <ac:grpSpMk id="7" creationId="{8FA749B9-D3F9-02C6-91BE-CC5A7CEFE94A}"/>
          </ac:grpSpMkLst>
        </pc:grpChg>
        <pc:grpChg chg="del mod">
          <ac:chgData name="Marcos Maillot" userId="fa14b39d-e966-4ebb-a436-4f96f84b9577" providerId="ADAL" clId="{152A8D8E-FC9A-4326-9172-4A160D290924}" dt="2026-08-18T22:59:56.152" v="500"/>
          <ac:grpSpMkLst>
            <pc:docMk/>
            <pc:sldMk cId="0" sldId="264"/>
            <ac:grpSpMk id="16" creationId="{288EA954-A828-C1FE-FCBF-385376D696F2}"/>
          </ac:grpSpMkLst>
        </pc:grpChg>
        <pc:grpChg chg="mod">
          <ac:chgData name="Marcos Maillot" userId="fa14b39d-e966-4ebb-a436-4f96f84b9577" providerId="ADAL" clId="{152A8D8E-FC9A-4326-9172-4A160D290924}" dt="2026-08-18T22:59:56.152" v="500"/>
          <ac:grpSpMkLst>
            <pc:docMk/>
            <pc:sldMk cId="0" sldId="264"/>
            <ac:grpSpMk id="24" creationId="{358352DD-25A9-68B2-60EE-2097BA6FD5B2}"/>
          </ac:grpSpMkLst>
        </pc:grpChg>
        <pc:grpChg chg="mod">
          <ac:chgData name="Marcos Maillot" userId="fa14b39d-e966-4ebb-a436-4f96f84b9577" providerId="ADAL" clId="{152A8D8E-FC9A-4326-9172-4A160D290924}" dt="2026-08-18T22:59:56.152" v="500"/>
          <ac:grpSpMkLst>
            <pc:docMk/>
            <pc:sldMk cId="0" sldId="264"/>
            <ac:grpSpMk id="25" creationId="{B95E72D6-6383-F688-BA84-99B23220034A}"/>
          </ac:grpSpMkLst>
        </pc:grpChg>
        <pc:inkChg chg="add">
          <ac:chgData name="Marcos Maillot" userId="fa14b39d-e966-4ebb-a436-4f96f84b9577" providerId="ADAL" clId="{152A8D8E-FC9A-4326-9172-4A160D290924}" dt="2026-08-18T22:59:33.673" v="479" actId="9405"/>
          <ac:inkMkLst>
            <pc:docMk/>
            <pc:sldMk cId="0" sldId="264"/>
            <ac:inkMk id="3" creationId="{57DBF359-DD05-5043-4587-31F5CF862ACA}"/>
          </ac:inkMkLst>
        </pc:inkChg>
        <pc:inkChg chg="add">
          <ac:chgData name="Marcos Maillot" userId="fa14b39d-e966-4ebb-a436-4f96f84b9577" providerId="ADAL" clId="{152A8D8E-FC9A-4326-9172-4A160D290924}" dt="2026-08-18T22:59:38.116" v="480" actId="9405"/>
          <ac:inkMkLst>
            <pc:docMk/>
            <pc:sldMk cId="0" sldId="264"/>
            <ac:inkMk id="4" creationId="{A2813ADD-9068-918B-96ED-C6160F302669}"/>
          </ac:inkMkLst>
        </pc:inkChg>
        <pc:inkChg chg="add mod">
          <ac:chgData name="Marcos Maillot" userId="fa14b39d-e966-4ebb-a436-4f96f84b9577" providerId="ADAL" clId="{152A8D8E-FC9A-4326-9172-4A160D290924}" dt="2026-08-18T22:59:47.378" v="483"/>
          <ac:inkMkLst>
            <pc:docMk/>
            <pc:sldMk cId="0" sldId="264"/>
            <ac:inkMk id="5" creationId="{6C7E5092-CFC2-7864-87E8-6AE2B53DC71C}"/>
          </ac:inkMkLst>
        </pc:inkChg>
        <pc:inkChg chg="add mod">
          <ac:chgData name="Marcos Maillot" userId="fa14b39d-e966-4ebb-a436-4f96f84b9577" providerId="ADAL" clId="{152A8D8E-FC9A-4326-9172-4A160D290924}" dt="2026-08-18T22:59:47.378" v="483"/>
          <ac:inkMkLst>
            <pc:docMk/>
            <pc:sldMk cId="0" sldId="264"/>
            <ac:inkMk id="6" creationId="{26ADAFFB-B5E2-32E5-808C-4599C189D99A}"/>
          </ac:inkMkLst>
        </pc:inkChg>
        <pc:inkChg chg="add mod">
          <ac:chgData name="Marcos Maillot" userId="fa14b39d-e966-4ebb-a436-4f96f84b9577" providerId="ADAL" clId="{152A8D8E-FC9A-4326-9172-4A160D290924}" dt="2026-08-18T22:59:51.522" v="492"/>
          <ac:inkMkLst>
            <pc:docMk/>
            <pc:sldMk cId="0" sldId="264"/>
            <ac:inkMk id="8" creationId="{FCC14AEC-3247-B634-FF44-C4A1132746DA}"/>
          </ac:inkMkLst>
        </pc:inkChg>
        <pc:inkChg chg="add mod">
          <ac:chgData name="Marcos Maillot" userId="fa14b39d-e966-4ebb-a436-4f96f84b9577" providerId="ADAL" clId="{152A8D8E-FC9A-4326-9172-4A160D290924}" dt="2026-08-18T22:59:51.522" v="492"/>
          <ac:inkMkLst>
            <pc:docMk/>
            <pc:sldMk cId="0" sldId="264"/>
            <ac:inkMk id="9" creationId="{7153ACCA-A1D8-C38A-4593-0E3435EF2824}"/>
          </ac:inkMkLst>
        </pc:inkChg>
        <pc:inkChg chg="add mod">
          <ac:chgData name="Marcos Maillot" userId="fa14b39d-e966-4ebb-a436-4f96f84b9577" providerId="ADAL" clId="{152A8D8E-FC9A-4326-9172-4A160D290924}" dt="2026-08-18T22:59:51.522" v="492"/>
          <ac:inkMkLst>
            <pc:docMk/>
            <pc:sldMk cId="0" sldId="264"/>
            <ac:inkMk id="10" creationId="{5D136317-6808-DA33-7595-E48592002657}"/>
          </ac:inkMkLst>
        </pc:inkChg>
        <pc:inkChg chg="add mod">
          <ac:chgData name="Marcos Maillot" userId="fa14b39d-e966-4ebb-a436-4f96f84b9577" providerId="ADAL" clId="{152A8D8E-FC9A-4326-9172-4A160D290924}" dt="2026-08-18T22:59:51.522" v="492"/>
          <ac:inkMkLst>
            <pc:docMk/>
            <pc:sldMk cId="0" sldId="264"/>
            <ac:inkMk id="11" creationId="{D6935D21-EC8E-B897-DAE9-FFD9BD3270AA}"/>
          </ac:inkMkLst>
        </pc:inkChg>
        <pc:inkChg chg="add mod">
          <ac:chgData name="Marcos Maillot" userId="fa14b39d-e966-4ebb-a436-4f96f84b9577" providerId="ADAL" clId="{152A8D8E-FC9A-4326-9172-4A160D290924}" dt="2026-08-18T22:59:51.522" v="492"/>
          <ac:inkMkLst>
            <pc:docMk/>
            <pc:sldMk cId="0" sldId="264"/>
            <ac:inkMk id="12" creationId="{02D960D4-4383-F91B-CF05-AAECD39DE1FA}"/>
          </ac:inkMkLst>
        </pc:inkChg>
        <pc:inkChg chg="add mod">
          <ac:chgData name="Marcos Maillot" userId="fa14b39d-e966-4ebb-a436-4f96f84b9577" providerId="ADAL" clId="{152A8D8E-FC9A-4326-9172-4A160D290924}" dt="2026-08-18T22:59:51.522" v="492"/>
          <ac:inkMkLst>
            <pc:docMk/>
            <pc:sldMk cId="0" sldId="264"/>
            <ac:inkMk id="13" creationId="{85D5B104-6E1C-B317-BE2D-EBFF2C5E2484}"/>
          </ac:inkMkLst>
        </pc:inkChg>
        <pc:inkChg chg="add mod">
          <ac:chgData name="Marcos Maillot" userId="fa14b39d-e966-4ebb-a436-4f96f84b9577" providerId="ADAL" clId="{152A8D8E-FC9A-4326-9172-4A160D290924}" dt="2026-08-18T22:59:56.152" v="500"/>
          <ac:inkMkLst>
            <pc:docMk/>
            <pc:sldMk cId="0" sldId="264"/>
            <ac:inkMk id="14" creationId="{225ECF24-A5EC-D1FD-0817-0A2DF33A93C5}"/>
          </ac:inkMkLst>
        </pc:inkChg>
        <pc:inkChg chg="add mod">
          <ac:chgData name="Marcos Maillot" userId="fa14b39d-e966-4ebb-a436-4f96f84b9577" providerId="ADAL" clId="{152A8D8E-FC9A-4326-9172-4A160D290924}" dt="2026-08-18T22:59:56.152" v="500"/>
          <ac:inkMkLst>
            <pc:docMk/>
            <pc:sldMk cId="0" sldId="264"/>
            <ac:inkMk id="15" creationId="{9E661698-11D2-8ED6-23A8-3A44000ECA28}"/>
          </ac:inkMkLst>
        </pc:inkChg>
        <pc:inkChg chg="add mod">
          <ac:chgData name="Marcos Maillot" userId="fa14b39d-e966-4ebb-a436-4f96f84b9577" providerId="ADAL" clId="{152A8D8E-FC9A-4326-9172-4A160D290924}" dt="2026-08-18T22:59:56.152" v="500"/>
          <ac:inkMkLst>
            <pc:docMk/>
            <pc:sldMk cId="0" sldId="264"/>
            <ac:inkMk id="17" creationId="{0A88A372-5894-F08F-17C0-F7FEC862756E}"/>
          </ac:inkMkLst>
        </pc:inkChg>
        <pc:inkChg chg="add mod">
          <ac:chgData name="Marcos Maillot" userId="fa14b39d-e966-4ebb-a436-4f96f84b9577" providerId="ADAL" clId="{152A8D8E-FC9A-4326-9172-4A160D290924}" dt="2026-08-18T22:59:56.152" v="500"/>
          <ac:inkMkLst>
            <pc:docMk/>
            <pc:sldMk cId="0" sldId="264"/>
            <ac:inkMk id="18" creationId="{249FF660-B4D2-0DDC-1306-04B75FBF4566}"/>
          </ac:inkMkLst>
        </pc:inkChg>
        <pc:inkChg chg="add mod">
          <ac:chgData name="Marcos Maillot" userId="fa14b39d-e966-4ebb-a436-4f96f84b9577" providerId="ADAL" clId="{152A8D8E-FC9A-4326-9172-4A160D290924}" dt="2026-08-18T22:59:56.152" v="500"/>
          <ac:inkMkLst>
            <pc:docMk/>
            <pc:sldMk cId="0" sldId="264"/>
            <ac:inkMk id="19" creationId="{9B517196-3748-54A9-1B76-7533B86D4B81}"/>
          </ac:inkMkLst>
        </pc:inkChg>
        <pc:inkChg chg="add">
          <ac:chgData name="Marcos Maillot" userId="fa14b39d-e966-4ebb-a436-4f96f84b9577" providerId="ADAL" clId="{152A8D8E-FC9A-4326-9172-4A160D290924}" dt="2026-08-18T22:59:54.726" v="496" actId="9405"/>
          <ac:inkMkLst>
            <pc:docMk/>
            <pc:sldMk cId="0" sldId="264"/>
            <ac:inkMk id="20" creationId="{8B8AD507-23AD-7A29-00B2-81BF4485F437}"/>
          </ac:inkMkLst>
        </pc:inkChg>
        <pc:inkChg chg="add mod">
          <ac:chgData name="Marcos Maillot" userId="fa14b39d-e966-4ebb-a436-4f96f84b9577" providerId="ADAL" clId="{152A8D8E-FC9A-4326-9172-4A160D290924}" dt="2026-08-18T22:59:56.152" v="500"/>
          <ac:inkMkLst>
            <pc:docMk/>
            <pc:sldMk cId="0" sldId="264"/>
            <ac:inkMk id="21" creationId="{9D9F66B2-E44C-86E0-B49F-686AC15AD84E}"/>
          </ac:inkMkLst>
        </pc:inkChg>
        <pc:inkChg chg="add mod">
          <ac:chgData name="Marcos Maillot" userId="fa14b39d-e966-4ebb-a436-4f96f84b9577" providerId="ADAL" clId="{152A8D8E-FC9A-4326-9172-4A160D290924}" dt="2026-08-18T22:59:56.152" v="500"/>
          <ac:inkMkLst>
            <pc:docMk/>
            <pc:sldMk cId="0" sldId="264"/>
            <ac:inkMk id="22" creationId="{E6FCE65A-4A2B-5509-4C94-79CBDB4A41E2}"/>
          </ac:inkMkLst>
        </pc:inkChg>
        <pc:inkChg chg="add">
          <ac:chgData name="Marcos Maillot" userId="fa14b39d-e966-4ebb-a436-4f96f84b9577" providerId="ADAL" clId="{152A8D8E-FC9A-4326-9172-4A160D290924}" dt="2026-08-18T22:59:55.249" v="499" actId="9405"/>
          <ac:inkMkLst>
            <pc:docMk/>
            <pc:sldMk cId="0" sldId="264"/>
            <ac:inkMk id="23" creationId="{A5604B7B-B777-FFC0-2FF0-B96BCCAB113C}"/>
          </ac:inkMkLst>
        </pc:inkChg>
      </pc:sldChg>
      <pc:sldChg chg="modSp mod">
        <pc:chgData name="Marcos Maillot" userId="fa14b39d-e966-4ebb-a436-4f96f84b9577" providerId="ADAL" clId="{152A8D8E-FC9A-4326-9172-4A160D290924}" dt="2026-08-18T21:35:10.788" v="474" actId="14100"/>
        <pc:sldMkLst>
          <pc:docMk/>
          <pc:sldMk cId="0" sldId="267"/>
        </pc:sldMkLst>
        <pc:spChg chg="mod">
          <ac:chgData name="Marcos Maillot" userId="fa14b39d-e966-4ebb-a436-4f96f84b9577" providerId="ADAL" clId="{152A8D8E-FC9A-4326-9172-4A160D290924}" dt="2026-08-18T21:35:10.788" v="474" actId="14100"/>
          <ac:spMkLst>
            <pc:docMk/>
            <pc:sldMk cId="0" sldId="267"/>
            <ac:spMk id="220" creationId="{00000000-0000-0000-0000-000000000000}"/>
          </ac:spMkLst>
        </pc:spChg>
      </pc:sldChg>
      <pc:sldChg chg="modSp mod">
        <pc:chgData name="Marcos Maillot" userId="fa14b39d-e966-4ebb-a436-4f96f84b9577" providerId="ADAL" clId="{152A8D8E-FC9A-4326-9172-4A160D290924}" dt="2026-08-18T21:34:56.957" v="469" actId="20577"/>
        <pc:sldMkLst>
          <pc:docMk/>
          <pc:sldMk cId="2267865285" sldId="276"/>
        </pc:sldMkLst>
        <pc:spChg chg="mod">
          <ac:chgData name="Marcos Maillot" userId="fa14b39d-e966-4ebb-a436-4f96f84b9577" providerId="ADAL" clId="{152A8D8E-FC9A-4326-9172-4A160D290924}" dt="2026-08-18T21:34:56.957" v="469" actId="20577"/>
          <ac:spMkLst>
            <pc:docMk/>
            <pc:sldMk cId="2267865285" sldId="276"/>
            <ac:spMk id="220" creationId="{1CA0C463-F9CE-9BBE-AC24-5DE104D50DFA}"/>
          </ac:spMkLst>
        </pc:spChg>
      </pc:sldChg>
      <pc:sldChg chg="modSp mod">
        <pc:chgData name="Marcos Maillot" userId="fa14b39d-e966-4ebb-a436-4f96f84b9577" providerId="ADAL" clId="{152A8D8E-FC9A-4326-9172-4A160D290924}" dt="2026-08-18T21:36:06.196" v="475" actId="6549"/>
        <pc:sldMkLst>
          <pc:docMk/>
          <pc:sldMk cId="1101086375" sldId="277"/>
        </pc:sldMkLst>
        <pc:spChg chg="mod">
          <ac:chgData name="Marcos Maillot" userId="fa14b39d-e966-4ebb-a436-4f96f84b9577" providerId="ADAL" clId="{152A8D8E-FC9A-4326-9172-4A160D290924}" dt="2026-08-18T21:36:06.196" v="475" actId="6549"/>
          <ac:spMkLst>
            <pc:docMk/>
            <pc:sldMk cId="1101086375" sldId="277"/>
            <ac:spMk id="268" creationId="{A2EDDB55-49CB-222B-05D9-0599A6F28B0D}"/>
          </ac:spMkLst>
        </pc:spChg>
      </pc:sldChg>
      <pc:sldChg chg="addSp delSp modSp mod">
        <pc:chgData name="Marcos Maillot" userId="fa14b39d-e966-4ebb-a436-4f96f84b9577" providerId="ADAL" clId="{152A8D8E-FC9A-4326-9172-4A160D290924}" dt="2026-08-19T01:00:15.847" v="573"/>
        <pc:sldMkLst>
          <pc:docMk/>
          <pc:sldMk cId="3826180119" sldId="280"/>
        </pc:sldMkLst>
        <pc:spChg chg="add mod">
          <ac:chgData name="Marcos Maillot" userId="fa14b39d-e966-4ebb-a436-4f96f84b9577" providerId="ADAL" clId="{152A8D8E-FC9A-4326-9172-4A160D290924}" dt="2026-08-18T21:37:00.357" v="478" actId="1076"/>
          <ac:spMkLst>
            <pc:docMk/>
            <pc:sldMk cId="3826180119" sldId="280"/>
            <ac:spMk id="5" creationId="{283AF030-6A0B-D5EB-F2DF-0BE461B6ACAA}"/>
          </ac:spMkLst>
        </pc:spChg>
        <pc:grpChg chg="del mod">
          <ac:chgData name="Marcos Maillot" userId="fa14b39d-e966-4ebb-a436-4f96f84b9577" providerId="ADAL" clId="{152A8D8E-FC9A-4326-9172-4A160D290924}" dt="2026-08-18T23:58:56.100" v="506"/>
          <ac:grpSpMkLst>
            <pc:docMk/>
            <pc:sldMk cId="3826180119" sldId="280"/>
            <ac:grpSpMk id="10" creationId="{D6898552-FBD8-A457-345E-6688B0D0852E}"/>
          </ac:grpSpMkLst>
        </pc:grpChg>
        <pc:grpChg chg="del mod">
          <ac:chgData name="Marcos Maillot" userId="fa14b39d-e966-4ebb-a436-4f96f84b9577" providerId="ADAL" clId="{152A8D8E-FC9A-4326-9172-4A160D290924}" dt="2026-08-19T00:58:52.238" v="525"/>
          <ac:grpSpMkLst>
            <pc:docMk/>
            <pc:sldMk cId="3826180119" sldId="280"/>
            <ac:grpSpMk id="17" creationId="{A6CC2A98-2EC8-DFFD-FE50-0F2630855987}"/>
          </ac:grpSpMkLst>
        </pc:grpChg>
        <pc:grpChg chg="del mod">
          <ac:chgData name="Marcos Maillot" userId="fa14b39d-e966-4ebb-a436-4f96f84b9577" providerId="ADAL" clId="{152A8D8E-FC9A-4326-9172-4A160D290924}" dt="2026-08-19T00:59:05.537" v="540"/>
          <ac:grpSpMkLst>
            <pc:docMk/>
            <pc:sldMk cId="3826180119" sldId="280"/>
            <ac:grpSpMk id="26" creationId="{4F3CB1B7-04C6-BEFE-4EE7-D0FEDDA38B6A}"/>
          </ac:grpSpMkLst>
        </pc:grpChg>
        <pc:grpChg chg="del mod">
          <ac:chgData name="Marcos Maillot" userId="fa14b39d-e966-4ebb-a436-4f96f84b9577" providerId="ADAL" clId="{152A8D8E-FC9A-4326-9172-4A160D290924}" dt="2026-08-19T00:59:05.537" v="540"/>
          <ac:grpSpMkLst>
            <pc:docMk/>
            <pc:sldMk cId="3826180119" sldId="280"/>
            <ac:grpSpMk id="37" creationId="{1270FEBC-6FE2-8875-06C1-5CA2F172B6F4}"/>
          </ac:grpSpMkLst>
        </pc:grpChg>
        <pc:grpChg chg="del mod">
          <ac:chgData name="Marcos Maillot" userId="fa14b39d-e966-4ebb-a436-4f96f84b9577" providerId="ADAL" clId="{152A8D8E-FC9A-4326-9172-4A160D290924}" dt="2026-08-19T00:59:09.387" v="545"/>
          <ac:grpSpMkLst>
            <pc:docMk/>
            <pc:sldMk cId="3826180119" sldId="280"/>
            <ac:grpSpMk id="41" creationId="{9C1B0369-1255-03CE-F6E4-43D5DCFAE31A}"/>
          </ac:grpSpMkLst>
        </pc:grpChg>
        <pc:grpChg chg="del mod">
          <ac:chgData name="Marcos Maillot" userId="fa14b39d-e966-4ebb-a436-4f96f84b9577" providerId="ADAL" clId="{152A8D8E-FC9A-4326-9172-4A160D290924}" dt="2026-08-19T01:00:11.906" v="566"/>
          <ac:grpSpMkLst>
            <pc:docMk/>
            <pc:sldMk cId="3826180119" sldId="280"/>
            <ac:grpSpMk id="44" creationId="{2FE7F844-4A33-A2AF-5C27-12A8F2F50751}"/>
          </ac:grpSpMkLst>
        </pc:grpChg>
        <pc:grpChg chg="del mod">
          <ac:chgData name="Marcos Maillot" userId="fa14b39d-e966-4ebb-a436-4f96f84b9577" providerId="ADAL" clId="{152A8D8E-FC9A-4326-9172-4A160D290924}" dt="2026-08-19T00:59:10.357" v="547"/>
          <ac:grpSpMkLst>
            <pc:docMk/>
            <pc:sldMk cId="3826180119" sldId="280"/>
            <ac:grpSpMk id="46" creationId="{8D2DBD90-2455-217C-E394-732EDCDA055A}"/>
          </ac:grpSpMkLst>
        </pc:grpChg>
        <pc:grpChg chg="del mod">
          <ac:chgData name="Marcos Maillot" userId="fa14b39d-e966-4ebb-a436-4f96f84b9577" providerId="ADAL" clId="{152A8D8E-FC9A-4326-9172-4A160D290924}" dt="2026-08-19T00:59:40.541" v="560"/>
          <ac:grpSpMkLst>
            <pc:docMk/>
            <pc:sldMk cId="3826180119" sldId="280"/>
            <ac:grpSpMk id="48" creationId="{D6153EDF-A1A9-4F37-8951-A5F82EF27CAC}"/>
          </ac:grpSpMkLst>
        </pc:grpChg>
        <pc:grpChg chg="del mod">
          <ac:chgData name="Marcos Maillot" userId="fa14b39d-e966-4ebb-a436-4f96f84b9577" providerId="ADAL" clId="{152A8D8E-FC9A-4326-9172-4A160D290924}" dt="2026-08-19T00:59:51.014" v="564"/>
          <ac:grpSpMkLst>
            <pc:docMk/>
            <pc:sldMk cId="3826180119" sldId="280"/>
            <ac:grpSpMk id="55" creationId="{FBD82EFF-F05B-9CAC-D956-68207D445FEA}"/>
          </ac:grpSpMkLst>
        </pc:grpChg>
        <pc:grpChg chg="del mod">
          <ac:chgData name="Marcos Maillot" userId="fa14b39d-e966-4ebb-a436-4f96f84b9577" providerId="ADAL" clId="{152A8D8E-FC9A-4326-9172-4A160D290924}" dt="2026-08-19T00:59:51.014" v="564"/>
          <ac:grpSpMkLst>
            <pc:docMk/>
            <pc:sldMk cId="3826180119" sldId="280"/>
            <ac:grpSpMk id="59" creationId="{A34B4CF1-47BB-4C02-0EDC-40CC5AA5735A}"/>
          </ac:grpSpMkLst>
        </pc:grpChg>
        <pc:grpChg chg="del mod">
          <ac:chgData name="Marcos Maillot" userId="fa14b39d-e966-4ebb-a436-4f96f84b9577" providerId="ADAL" clId="{152A8D8E-FC9A-4326-9172-4A160D290924}" dt="2026-08-19T01:00:15.847" v="573"/>
          <ac:grpSpMkLst>
            <pc:docMk/>
            <pc:sldMk cId="3826180119" sldId="280"/>
            <ac:grpSpMk id="61" creationId="{AB069026-9E0D-37F9-92EE-163DC04E3470}"/>
          </ac:grpSpMkLst>
        </pc:grpChg>
        <pc:grpChg chg="del mod">
          <ac:chgData name="Marcos Maillot" userId="fa14b39d-e966-4ebb-a436-4f96f84b9577" providerId="ADAL" clId="{152A8D8E-FC9A-4326-9172-4A160D290924}" dt="2026-08-19T01:00:15.847" v="573"/>
          <ac:grpSpMkLst>
            <pc:docMk/>
            <pc:sldMk cId="3826180119" sldId="280"/>
            <ac:grpSpMk id="257" creationId="{C0CE42FB-701A-C6CA-B492-DFB5D5EF9C8C}"/>
          </ac:grpSpMkLst>
        </pc:grpChg>
        <pc:grpChg chg="del mod">
          <ac:chgData name="Marcos Maillot" userId="fa14b39d-e966-4ebb-a436-4f96f84b9577" providerId="ADAL" clId="{152A8D8E-FC9A-4326-9172-4A160D290924}" dt="2026-08-19T01:00:15.847" v="573"/>
          <ac:grpSpMkLst>
            <pc:docMk/>
            <pc:sldMk cId="3826180119" sldId="280"/>
            <ac:grpSpMk id="258" creationId="{6D22A12E-EF7B-EB2D-1F9D-175F641B2260}"/>
          </ac:grpSpMkLst>
        </pc:grpChg>
        <pc:grpChg chg="del mod">
          <ac:chgData name="Marcos Maillot" userId="fa14b39d-e966-4ebb-a436-4f96f84b9577" providerId="ADAL" clId="{152A8D8E-FC9A-4326-9172-4A160D290924}" dt="2026-08-19T01:00:15.847" v="573"/>
          <ac:grpSpMkLst>
            <pc:docMk/>
            <pc:sldMk cId="3826180119" sldId="280"/>
            <ac:grpSpMk id="260" creationId="{75ED8461-560B-BED7-67D4-2275B78C99A1}"/>
          </ac:grpSpMkLst>
        </pc:grpChg>
        <pc:grpChg chg="mod">
          <ac:chgData name="Marcos Maillot" userId="fa14b39d-e966-4ebb-a436-4f96f84b9577" providerId="ADAL" clId="{152A8D8E-FC9A-4326-9172-4A160D290924}" dt="2026-08-19T01:00:15.847" v="573"/>
          <ac:grpSpMkLst>
            <pc:docMk/>
            <pc:sldMk cId="3826180119" sldId="280"/>
            <ac:grpSpMk id="267" creationId="{CA996135-E39E-585B-071F-8D8F9098FA89}"/>
          </ac:grpSpMkLst>
        </pc:grpChg>
        <pc:picChg chg="mod">
          <ac:chgData name="Marcos Maillot" userId="fa14b39d-e966-4ebb-a436-4f96f84b9577" providerId="ADAL" clId="{152A8D8E-FC9A-4326-9172-4A160D290924}" dt="2026-08-18T21:36:47.300" v="476" actId="1076"/>
          <ac:picMkLst>
            <pc:docMk/>
            <pc:sldMk cId="3826180119" sldId="280"/>
            <ac:picMk id="3" creationId="{218FB180-5070-BBD8-09A9-7CF697AE081A}"/>
          </ac:picMkLst>
        </pc:picChg>
        <pc:inkChg chg="add del">
          <ac:chgData name="Marcos Maillot" userId="fa14b39d-e966-4ebb-a436-4f96f84b9577" providerId="ADAL" clId="{152A8D8E-FC9A-4326-9172-4A160D290924}" dt="2026-08-19T00:58:43.770" v="509" actId="478"/>
          <ac:inkMkLst>
            <pc:docMk/>
            <pc:sldMk cId="3826180119" sldId="280"/>
            <ac:inkMk id="6" creationId="{D4A2D0A8-3B39-6789-E5A9-85827293D61A}"/>
          </ac:inkMkLst>
        </pc:inkChg>
        <pc:inkChg chg="add del">
          <ac:chgData name="Marcos Maillot" userId="fa14b39d-e966-4ebb-a436-4f96f84b9577" providerId="ADAL" clId="{152A8D8E-FC9A-4326-9172-4A160D290924}" dt="2026-08-19T00:58:40.954" v="508" actId="478"/>
          <ac:inkMkLst>
            <pc:docMk/>
            <pc:sldMk cId="3826180119" sldId="280"/>
            <ac:inkMk id="7" creationId="{138C9025-73F6-91AD-0E50-E23B8F1F28AA}"/>
          </ac:inkMkLst>
        </pc:inkChg>
        <pc:inkChg chg="add del mod">
          <ac:chgData name="Marcos Maillot" userId="fa14b39d-e966-4ebb-a436-4f96f84b9577" providerId="ADAL" clId="{152A8D8E-FC9A-4326-9172-4A160D290924}" dt="2026-08-18T23:58:56.100" v="506"/>
          <ac:inkMkLst>
            <pc:docMk/>
            <pc:sldMk cId="3826180119" sldId="280"/>
            <ac:inkMk id="8" creationId="{D84643FC-5995-19CA-B235-6389E79573BB}"/>
          </ac:inkMkLst>
        </pc:inkChg>
        <pc:inkChg chg="add del mod">
          <ac:chgData name="Marcos Maillot" userId="fa14b39d-e966-4ebb-a436-4f96f84b9577" providerId="ADAL" clId="{152A8D8E-FC9A-4326-9172-4A160D290924}" dt="2026-08-18T23:58:56.101" v="507"/>
          <ac:inkMkLst>
            <pc:docMk/>
            <pc:sldMk cId="3826180119" sldId="280"/>
            <ac:inkMk id="9" creationId="{5DE30692-0C10-DF70-0CCF-CD6E5495B823}"/>
          </ac:inkMkLst>
        </pc:inkChg>
        <pc:inkChg chg="add mod">
          <ac:chgData name="Marcos Maillot" userId="fa14b39d-e966-4ebb-a436-4f96f84b9577" providerId="ADAL" clId="{152A8D8E-FC9A-4326-9172-4A160D290924}" dt="2026-08-19T00:58:52.238" v="525"/>
          <ac:inkMkLst>
            <pc:docMk/>
            <pc:sldMk cId="3826180119" sldId="280"/>
            <ac:inkMk id="11" creationId="{636AA24B-30A2-9746-81D4-B0E2FF0CEAF6}"/>
          </ac:inkMkLst>
        </pc:inkChg>
        <pc:inkChg chg="add mod">
          <ac:chgData name="Marcos Maillot" userId="fa14b39d-e966-4ebb-a436-4f96f84b9577" providerId="ADAL" clId="{152A8D8E-FC9A-4326-9172-4A160D290924}" dt="2026-08-19T00:58:49.463" v="516"/>
          <ac:inkMkLst>
            <pc:docMk/>
            <pc:sldMk cId="3826180119" sldId="280"/>
            <ac:inkMk id="12" creationId="{61EDCBA8-8912-DFAE-C581-8C9E958B6304}"/>
          </ac:inkMkLst>
        </pc:inkChg>
        <pc:inkChg chg="add mod">
          <ac:chgData name="Marcos Maillot" userId="fa14b39d-e966-4ebb-a436-4f96f84b9577" providerId="ADAL" clId="{152A8D8E-FC9A-4326-9172-4A160D290924}" dt="2026-08-19T00:59:40.541" v="560"/>
          <ac:inkMkLst>
            <pc:docMk/>
            <pc:sldMk cId="3826180119" sldId="280"/>
            <ac:inkMk id="13" creationId="{1D563832-75FF-4EF6-F961-28D2DC6A19A8}"/>
          </ac:inkMkLst>
        </pc:inkChg>
        <pc:inkChg chg="add mod">
          <ac:chgData name="Marcos Maillot" userId="fa14b39d-e966-4ebb-a436-4f96f84b9577" providerId="ADAL" clId="{152A8D8E-FC9A-4326-9172-4A160D290924}" dt="2026-08-19T00:58:52.238" v="525"/>
          <ac:inkMkLst>
            <pc:docMk/>
            <pc:sldMk cId="3826180119" sldId="280"/>
            <ac:inkMk id="14" creationId="{474A6514-584A-CC97-00A6-E216A31D3E1D}"/>
          </ac:inkMkLst>
        </pc:inkChg>
        <pc:inkChg chg="add mod">
          <ac:chgData name="Marcos Maillot" userId="fa14b39d-e966-4ebb-a436-4f96f84b9577" providerId="ADAL" clId="{152A8D8E-FC9A-4326-9172-4A160D290924}" dt="2026-08-19T00:58:49.463" v="516"/>
          <ac:inkMkLst>
            <pc:docMk/>
            <pc:sldMk cId="3826180119" sldId="280"/>
            <ac:inkMk id="15" creationId="{1D3BE18A-EC46-20FA-8135-F56D33F6B300}"/>
          </ac:inkMkLst>
        </pc:inkChg>
        <pc:inkChg chg="add mod">
          <ac:chgData name="Marcos Maillot" userId="fa14b39d-e966-4ebb-a436-4f96f84b9577" providerId="ADAL" clId="{152A8D8E-FC9A-4326-9172-4A160D290924}" dt="2026-08-19T00:59:40.541" v="560"/>
          <ac:inkMkLst>
            <pc:docMk/>
            <pc:sldMk cId="3826180119" sldId="280"/>
            <ac:inkMk id="16" creationId="{68727A80-0193-3107-2EF7-1F86F5FFCBBC}"/>
          </ac:inkMkLst>
        </pc:inkChg>
        <pc:inkChg chg="add mod">
          <ac:chgData name="Marcos Maillot" userId="fa14b39d-e966-4ebb-a436-4f96f84b9577" providerId="ADAL" clId="{152A8D8E-FC9A-4326-9172-4A160D290924}" dt="2026-08-19T00:58:52.238" v="525"/>
          <ac:inkMkLst>
            <pc:docMk/>
            <pc:sldMk cId="3826180119" sldId="280"/>
            <ac:inkMk id="18" creationId="{A1FB96E0-1D94-EDF1-C40C-B49FDC256BE8}"/>
          </ac:inkMkLst>
        </pc:inkChg>
        <pc:inkChg chg="add mod">
          <ac:chgData name="Marcos Maillot" userId="fa14b39d-e966-4ebb-a436-4f96f84b9577" providerId="ADAL" clId="{152A8D8E-FC9A-4326-9172-4A160D290924}" dt="2026-08-19T00:58:52.238" v="525"/>
          <ac:inkMkLst>
            <pc:docMk/>
            <pc:sldMk cId="3826180119" sldId="280"/>
            <ac:inkMk id="19" creationId="{F2BE526D-9E42-1AF9-4A6F-71C1D8A497A8}"/>
          </ac:inkMkLst>
        </pc:inkChg>
        <pc:inkChg chg="add mod">
          <ac:chgData name="Marcos Maillot" userId="fa14b39d-e966-4ebb-a436-4f96f84b9577" providerId="ADAL" clId="{152A8D8E-FC9A-4326-9172-4A160D290924}" dt="2026-08-19T00:59:09.387" v="545"/>
          <ac:inkMkLst>
            <pc:docMk/>
            <pc:sldMk cId="3826180119" sldId="280"/>
            <ac:inkMk id="20" creationId="{E13BAB67-CB7C-56CF-FBD0-9B9CF38C7795}"/>
          </ac:inkMkLst>
        </pc:inkChg>
        <pc:inkChg chg="add">
          <ac:chgData name="Marcos Maillot" userId="fa14b39d-e966-4ebb-a436-4f96f84b9577" providerId="ADAL" clId="{152A8D8E-FC9A-4326-9172-4A160D290924}" dt="2026-08-19T00:58:50.298" v="520" actId="9405"/>
          <ac:inkMkLst>
            <pc:docMk/>
            <pc:sldMk cId="3826180119" sldId="280"/>
            <ac:inkMk id="21" creationId="{E63CD7C5-53AB-D60A-C2FD-78140E508B80}"/>
          </ac:inkMkLst>
        </pc:inkChg>
        <pc:inkChg chg="add mod">
          <ac:chgData name="Marcos Maillot" userId="fa14b39d-e966-4ebb-a436-4f96f84b9577" providerId="ADAL" clId="{152A8D8E-FC9A-4326-9172-4A160D290924}" dt="2026-08-19T00:58:52.238" v="525"/>
          <ac:inkMkLst>
            <pc:docMk/>
            <pc:sldMk cId="3826180119" sldId="280"/>
            <ac:inkMk id="22" creationId="{B2014C4E-7732-CCEB-2DBB-69F3BD950072}"/>
          </ac:inkMkLst>
        </pc:inkChg>
        <pc:inkChg chg="add mod">
          <ac:chgData name="Marcos Maillot" userId="fa14b39d-e966-4ebb-a436-4f96f84b9577" providerId="ADAL" clId="{152A8D8E-FC9A-4326-9172-4A160D290924}" dt="2026-08-19T00:58:52.238" v="525"/>
          <ac:inkMkLst>
            <pc:docMk/>
            <pc:sldMk cId="3826180119" sldId="280"/>
            <ac:inkMk id="23" creationId="{8EFE7FCE-DBAD-C586-1C72-5A7C096383D2}"/>
          </ac:inkMkLst>
        </pc:inkChg>
        <pc:inkChg chg="add">
          <ac:chgData name="Marcos Maillot" userId="fa14b39d-e966-4ebb-a436-4f96f84b9577" providerId="ADAL" clId="{152A8D8E-FC9A-4326-9172-4A160D290924}" dt="2026-08-19T00:58:51.453" v="523" actId="9405"/>
          <ac:inkMkLst>
            <pc:docMk/>
            <pc:sldMk cId="3826180119" sldId="280"/>
            <ac:inkMk id="24" creationId="{57C4E255-8B6F-17D5-6788-C28777133B86}"/>
          </ac:inkMkLst>
        </pc:inkChg>
        <pc:inkChg chg="add">
          <ac:chgData name="Marcos Maillot" userId="fa14b39d-e966-4ebb-a436-4f96f84b9577" providerId="ADAL" clId="{152A8D8E-FC9A-4326-9172-4A160D290924}" dt="2026-08-19T00:58:51.572" v="524" actId="9405"/>
          <ac:inkMkLst>
            <pc:docMk/>
            <pc:sldMk cId="3826180119" sldId="280"/>
            <ac:inkMk id="25" creationId="{A52A243C-4CCC-FF09-259C-817E715493ED}"/>
          </ac:inkMkLst>
        </pc:inkChg>
        <pc:inkChg chg="add">
          <ac:chgData name="Marcos Maillot" userId="fa14b39d-e966-4ebb-a436-4f96f84b9577" providerId="ADAL" clId="{152A8D8E-FC9A-4326-9172-4A160D290924}" dt="2026-08-19T00:58:53.563" v="526" actId="9405"/>
          <ac:inkMkLst>
            <pc:docMk/>
            <pc:sldMk cId="3826180119" sldId="280"/>
            <ac:inkMk id="27" creationId="{AC646409-4440-0DBC-D8AF-04B5E90709BB}"/>
          </ac:inkMkLst>
        </pc:inkChg>
        <pc:inkChg chg="add mod">
          <ac:chgData name="Marcos Maillot" userId="fa14b39d-e966-4ebb-a436-4f96f84b9577" providerId="ADAL" clId="{152A8D8E-FC9A-4326-9172-4A160D290924}" dt="2026-08-19T00:59:40.541" v="560"/>
          <ac:inkMkLst>
            <pc:docMk/>
            <pc:sldMk cId="3826180119" sldId="280"/>
            <ac:inkMk id="28" creationId="{1DDDA795-2AA0-6A8F-6BA5-AE91C46CA335}"/>
          </ac:inkMkLst>
        </pc:inkChg>
        <pc:inkChg chg="add mod">
          <ac:chgData name="Marcos Maillot" userId="fa14b39d-e966-4ebb-a436-4f96f84b9577" providerId="ADAL" clId="{152A8D8E-FC9A-4326-9172-4A160D290924}" dt="2026-08-19T00:59:40.541" v="560"/>
          <ac:inkMkLst>
            <pc:docMk/>
            <pc:sldMk cId="3826180119" sldId="280"/>
            <ac:inkMk id="29" creationId="{87F62C4E-54B9-22FC-261A-B0DCBD7479A0}"/>
          </ac:inkMkLst>
        </pc:inkChg>
        <pc:inkChg chg="add mod">
          <ac:chgData name="Marcos Maillot" userId="fa14b39d-e966-4ebb-a436-4f96f84b9577" providerId="ADAL" clId="{152A8D8E-FC9A-4326-9172-4A160D290924}" dt="2026-08-19T00:59:40.541" v="560"/>
          <ac:inkMkLst>
            <pc:docMk/>
            <pc:sldMk cId="3826180119" sldId="280"/>
            <ac:inkMk id="30" creationId="{E4FBA7F7-FCB6-4E47-62D3-F3F261AB69DC}"/>
          </ac:inkMkLst>
        </pc:inkChg>
        <pc:inkChg chg="add mod">
          <ac:chgData name="Marcos Maillot" userId="fa14b39d-e966-4ebb-a436-4f96f84b9577" providerId="ADAL" clId="{152A8D8E-FC9A-4326-9172-4A160D290924}" dt="2026-08-19T00:59:01.651" v="536"/>
          <ac:inkMkLst>
            <pc:docMk/>
            <pc:sldMk cId="3826180119" sldId="280"/>
            <ac:inkMk id="31" creationId="{11BA37B9-049F-1C06-B769-1BFDAD5E5FAE}"/>
          </ac:inkMkLst>
        </pc:inkChg>
        <pc:inkChg chg="add mod">
          <ac:chgData name="Marcos Maillot" userId="fa14b39d-e966-4ebb-a436-4f96f84b9577" providerId="ADAL" clId="{152A8D8E-FC9A-4326-9172-4A160D290924}" dt="2026-08-19T01:00:15.847" v="573"/>
          <ac:inkMkLst>
            <pc:docMk/>
            <pc:sldMk cId="3826180119" sldId="280"/>
            <ac:inkMk id="32" creationId="{FCDEE05B-6CA3-C40D-2AA6-46A4E320FE89}"/>
          </ac:inkMkLst>
        </pc:inkChg>
        <pc:inkChg chg="add mod">
          <ac:chgData name="Marcos Maillot" userId="fa14b39d-e966-4ebb-a436-4f96f84b9577" providerId="ADAL" clId="{152A8D8E-FC9A-4326-9172-4A160D290924}" dt="2026-08-19T00:59:01.651" v="536"/>
          <ac:inkMkLst>
            <pc:docMk/>
            <pc:sldMk cId="3826180119" sldId="280"/>
            <ac:inkMk id="33" creationId="{A0F6DC4B-DE7B-D546-9D04-3A13E1944584}"/>
          </ac:inkMkLst>
        </pc:inkChg>
        <pc:inkChg chg="add mod">
          <ac:chgData name="Marcos Maillot" userId="fa14b39d-e966-4ebb-a436-4f96f84b9577" providerId="ADAL" clId="{152A8D8E-FC9A-4326-9172-4A160D290924}" dt="2026-08-19T00:59:01.651" v="536"/>
          <ac:inkMkLst>
            <pc:docMk/>
            <pc:sldMk cId="3826180119" sldId="280"/>
            <ac:inkMk id="34" creationId="{7869232E-3899-98B9-FEFD-5552C287FE24}"/>
          </ac:inkMkLst>
        </pc:inkChg>
        <pc:inkChg chg="add mod">
          <ac:chgData name="Marcos Maillot" userId="fa14b39d-e966-4ebb-a436-4f96f84b9577" providerId="ADAL" clId="{152A8D8E-FC9A-4326-9172-4A160D290924}" dt="2026-08-19T00:59:40.541" v="560"/>
          <ac:inkMkLst>
            <pc:docMk/>
            <pc:sldMk cId="3826180119" sldId="280"/>
            <ac:inkMk id="35" creationId="{A041F1E7-08C3-E131-C8C1-596197C42C57}"/>
          </ac:inkMkLst>
        </pc:inkChg>
        <pc:inkChg chg="add mod">
          <ac:chgData name="Marcos Maillot" userId="fa14b39d-e966-4ebb-a436-4f96f84b9577" providerId="ADAL" clId="{152A8D8E-FC9A-4326-9172-4A160D290924}" dt="2026-08-19T00:59:01.651" v="536"/>
          <ac:inkMkLst>
            <pc:docMk/>
            <pc:sldMk cId="3826180119" sldId="280"/>
            <ac:inkMk id="36" creationId="{1ECB2D56-15DE-7CFA-CBDE-358D4CE2ACED}"/>
          </ac:inkMkLst>
        </pc:inkChg>
        <pc:inkChg chg="add mod">
          <ac:chgData name="Marcos Maillot" userId="fa14b39d-e966-4ebb-a436-4f96f84b9577" providerId="ADAL" clId="{152A8D8E-FC9A-4326-9172-4A160D290924}" dt="2026-08-19T00:59:40.541" v="560"/>
          <ac:inkMkLst>
            <pc:docMk/>
            <pc:sldMk cId="3826180119" sldId="280"/>
            <ac:inkMk id="38" creationId="{7B83A34A-30D3-EF9D-F096-206FB8CB22B5}"/>
          </ac:inkMkLst>
        </pc:inkChg>
        <pc:inkChg chg="add">
          <ac:chgData name="Marcos Maillot" userId="fa14b39d-e966-4ebb-a436-4f96f84b9577" providerId="ADAL" clId="{152A8D8E-FC9A-4326-9172-4A160D290924}" dt="2026-08-19T00:59:04.243" v="538" actId="9405"/>
          <ac:inkMkLst>
            <pc:docMk/>
            <pc:sldMk cId="3826180119" sldId="280"/>
            <ac:inkMk id="39" creationId="{91ADB8E2-15F4-9E7A-BB35-49DDE6C0F0A5}"/>
          </ac:inkMkLst>
        </pc:inkChg>
        <pc:inkChg chg="add">
          <ac:chgData name="Marcos Maillot" userId="fa14b39d-e966-4ebb-a436-4f96f84b9577" providerId="ADAL" clId="{152A8D8E-FC9A-4326-9172-4A160D290924}" dt="2026-08-19T00:59:04.739" v="539" actId="9405"/>
          <ac:inkMkLst>
            <pc:docMk/>
            <pc:sldMk cId="3826180119" sldId="280"/>
            <ac:inkMk id="40" creationId="{A10F7C44-D0C8-67C6-D2F7-3AD92C48BC62}"/>
          </ac:inkMkLst>
        </pc:inkChg>
        <pc:inkChg chg="add mod">
          <ac:chgData name="Marcos Maillot" userId="fa14b39d-e966-4ebb-a436-4f96f84b9577" providerId="ADAL" clId="{152A8D8E-FC9A-4326-9172-4A160D290924}" dt="2026-08-19T01:00:15.847" v="573"/>
          <ac:inkMkLst>
            <pc:docMk/>
            <pc:sldMk cId="3826180119" sldId="280"/>
            <ac:inkMk id="42" creationId="{80555581-8DDF-0645-7EDB-CF228AD5FD7C}"/>
          </ac:inkMkLst>
        </pc:inkChg>
        <pc:inkChg chg="add mod">
          <ac:chgData name="Marcos Maillot" userId="fa14b39d-e966-4ebb-a436-4f96f84b9577" providerId="ADAL" clId="{152A8D8E-FC9A-4326-9172-4A160D290924}" dt="2026-08-19T01:00:11.906" v="566"/>
          <ac:inkMkLst>
            <pc:docMk/>
            <pc:sldMk cId="3826180119" sldId="280"/>
            <ac:inkMk id="43" creationId="{979BC2E9-8035-E41B-8292-B8ECDE964BF7}"/>
          </ac:inkMkLst>
        </pc:inkChg>
        <pc:inkChg chg="add">
          <ac:chgData name="Marcos Maillot" userId="fa14b39d-e966-4ebb-a436-4f96f84b9577" providerId="ADAL" clId="{152A8D8E-FC9A-4326-9172-4A160D290924}" dt="2026-08-19T00:59:08.436" v="544" actId="9405"/>
          <ac:inkMkLst>
            <pc:docMk/>
            <pc:sldMk cId="3826180119" sldId="280"/>
            <ac:inkMk id="45" creationId="{4F1E729E-D98A-32E5-E5C4-4D6F26A45942}"/>
          </ac:inkMkLst>
        </pc:inkChg>
        <pc:inkChg chg="add mod">
          <ac:chgData name="Marcos Maillot" userId="fa14b39d-e966-4ebb-a436-4f96f84b9577" providerId="ADAL" clId="{152A8D8E-FC9A-4326-9172-4A160D290924}" dt="2026-08-19T00:59:10.357" v="547"/>
          <ac:inkMkLst>
            <pc:docMk/>
            <pc:sldMk cId="3826180119" sldId="280"/>
            <ac:inkMk id="47" creationId="{D30383AC-A903-E29B-C409-2B8942FF0894}"/>
          </ac:inkMkLst>
        </pc:inkChg>
        <pc:inkChg chg="add">
          <ac:chgData name="Marcos Maillot" userId="fa14b39d-e966-4ebb-a436-4f96f84b9577" providerId="ADAL" clId="{152A8D8E-FC9A-4326-9172-4A160D290924}" dt="2026-08-19T00:59:15.296" v="548" actId="9405"/>
          <ac:inkMkLst>
            <pc:docMk/>
            <pc:sldMk cId="3826180119" sldId="280"/>
            <ac:inkMk id="49" creationId="{3A3ABD16-603C-8DA5-CC71-659D0A0348E2}"/>
          </ac:inkMkLst>
        </pc:inkChg>
        <pc:inkChg chg="add mod">
          <ac:chgData name="Marcos Maillot" userId="fa14b39d-e966-4ebb-a436-4f96f84b9577" providerId="ADAL" clId="{152A8D8E-FC9A-4326-9172-4A160D290924}" dt="2026-08-19T00:59:51.014" v="564"/>
          <ac:inkMkLst>
            <pc:docMk/>
            <pc:sldMk cId="3826180119" sldId="280"/>
            <ac:inkMk id="50" creationId="{3EDBAA71-2C4F-6D7B-B7F9-E7DE1EE7B5D2}"/>
          </ac:inkMkLst>
        </pc:inkChg>
        <pc:inkChg chg="add mod">
          <ac:chgData name="Marcos Maillot" userId="fa14b39d-e966-4ebb-a436-4f96f84b9577" providerId="ADAL" clId="{152A8D8E-FC9A-4326-9172-4A160D290924}" dt="2026-08-19T00:59:51.014" v="564"/>
          <ac:inkMkLst>
            <pc:docMk/>
            <pc:sldMk cId="3826180119" sldId="280"/>
            <ac:inkMk id="51" creationId="{BA2E18B7-CBF0-B6D3-C1A3-2C9F1A9734B2}"/>
          </ac:inkMkLst>
        </pc:inkChg>
        <pc:inkChg chg="add mod">
          <ac:chgData name="Marcos Maillot" userId="fa14b39d-e966-4ebb-a436-4f96f84b9577" providerId="ADAL" clId="{152A8D8E-FC9A-4326-9172-4A160D290924}" dt="2026-08-19T00:59:30.205" v="554"/>
          <ac:inkMkLst>
            <pc:docMk/>
            <pc:sldMk cId="3826180119" sldId="280"/>
            <ac:inkMk id="52" creationId="{D42DEB0F-9E78-EBDC-4558-74991A2F3E5B}"/>
          </ac:inkMkLst>
        </pc:inkChg>
        <pc:inkChg chg="add mod">
          <ac:chgData name="Marcos Maillot" userId="fa14b39d-e966-4ebb-a436-4f96f84b9577" providerId="ADAL" clId="{152A8D8E-FC9A-4326-9172-4A160D290924}" dt="2026-08-19T00:59:51.014" v="564"/>
          <ac:inkMkLst>
            <pc:docMk/>
            <pc:sldMk cId="3826180119" sldId="280"/>
            <ac:inkMk id="53" creationId="{0D37C115-571B-9176-1B60-FF38C67485B3}"/>
          </ac:inkMkLst>
        </pc:inkChg>
        <pc:inkChg chg="add mod">
          <ac:chgData name="Marcos Maillot" userId="fa14b39d-e966-4ebb-a436-4f96f84b9577" providerId="ADAL" clId="{152A8D8E-FC9A-4326-9172-4A160D290924}" dt="2026-08-19T01:00:15.847" v="573"/>
          <ac:inkMkLst>
            <pc:docMk/>
            <pc:sldMk cId="3826180119" sldId="280"/>
            <ac:inkMk id="54" creationId="{3EEBD4B3-2B60-2340-15D7-7CA33FFCCEF5}"/>
          </ac:inkMkLst>
        </pc:inkChg>
        <pc:inkChg chg="add mod">
          <ac:chgData name="Marcos Maillot" userId="fa14b39d-e966-4ebb-a436-4f96f84b9577" providerId="ADAL" clId="{152A8D8E-FC9A-4326-9172-4A160D290924}" dt="2026-08-19T00:59:32.105" v="558"/>
          <ac:inkMkLst>
            <pc:docMk/>
            <pc:sldMk cId="3826180119" sldId="280"/>
            <ac:inkMk id="56" creationId="{58947C85-BA5C-BCD7-1ACF-07A5173DBFB6}"/>
          </ac:inkMkLst>
        </pc:inkChg>
        <pc:inkChg chg="add mod">
          <ac:chgData name="Marcos Maillot" userId="fa14b39d-e966-4ebb-a436-4f96f84b9577" providerId="ADAL" clId="{152A8D8E-FC9A-4326-9172-4A160D290924}" dt="2026-08-19T01:00:15.847" v="573"/>
          <ac:inkMkLst>
            <pc:docMk/>
            <pc:sldMk cId="3826180119" sldId="280"/>
            <ac:inkMk id="57" creationId="{2E175F9B-8BFA-12C0-32B0-82DDFC10A140}"/>
          </ac:inkMkLst>
        </pc:inkChg>
        <pc:inkChg chg="add mod">
          <ac:chgData name="Marcos Maillot" userId="fa14b39d-e966-4ebb-a436-4f96f84b9577" providerId="ADAL" clId="{152A8D8E-FC9A-4326-9172-4A160D290924}" dt="2026-08-19T00:59:32.105" v="558"/>
          <ac:inkMkLst>
            <pc:docMk/>
            <pc:sldMk cId="3826180119" sldId="280"/>
            <ac:inkMk id="58" creationId="{6897772B-4B60-2132-5B2B-2F94EE668CA1}"/>
          </ac:inkMkLst>
        </pc:inkChg>
        <pc:inkChg chg="add mod">
          <ac:chgData name="Marcos Maillot" userId="fa14b39d-e966-4ebb-a436-4f96f84b9577" providerId="ADAL" clId="{152A8D8E-FC9A-4326-9172-4A160D290924}" dt="2026-08-19T00:59:40.541" v="560"/>
          <ac:inkMkLst>
            <pc:docMk/>
            <pc:sldMk cId="3826180119" sldId="280"/>
            <ac:inkMk id="60" creationId="{94C29C99-7AB8-1C4B-F376-717C4E8B7088}"/>
          </ac:inkMkLst>
        </pc:inkChg>
        <pc:inkChg chg="add">
          <ac:chgData name="Marcos Maillot" userId="fa14b39d-e966-4ebb-a436-4f96f84b9577" providerId="ADAL" clId="{152A8D8E-FC9A-4326-9172-4A160D290924}" dt="2026-08-19T00:59:46.722" v="561" actId="9405"/>
          <ac:inkMkLst>
            <pc:docMk/>
            <pc:sldMk cId="3826180119" sldId="280"/>
            <ac:inkMk id="62" creationId="{93E9A7C3-D92F-0EEC-B8BB-409C224A23C9}"/>
          </ac:inkMkLst>
        </pc:inkChg>
        <pc:inkChg chg="add mod">
          <ac:chgData name="Marcos Maillot" userId="fa14b39d-e966-4ebb-a436-4f96f84b9577" providerId="ADAL" clId="{152A8D8E-FC9A-4326-9172-4A160D290924}" dt="2026-08-19T00:59:51.014" v="564"/>
          <ac:inkMkLst>
            <pc:docMk/>
            <pc:sldMk cId="3826180119" sldId="280"/>
            <ac:inkMk id="63" creationId="{E94F42F7-1150-F516-A545-A8E88E4F0ACF}"/>
          </ac:inkMkLst>
        </pc:inkChg>
        <pc:inkChg chg="add">
          <ac:chgData name="Marcos Maillot" userId="fa14b39d-e966-4ebb-a436-4f96f84b9577" providerId="ADAL" clId="{152A8D8E-FC9A-4326-9172-4A160D290924}" dt="2026-08-19T00:59:50.439" v="563" actId="9405"/>
          <ac:inkMkLst>
            <pc:docMk/>
            <pc:sldMk cId="3826180119" sldId="280"/>
            <ac:inkMk id="256" creationId="{DDBFFDB9-C1DF-3324-0939-8AC5DA2E98F4}"/>
          </ac:inkMkLst>
        </pc:inkChg>
        <pc:inkChg chg="add mod">
          <ac:chgData name="Marcos Maillot" userId="fa14b39d-e966-4ebb-a436-4f96f84b9577" providerId="ADAL" clId="{152A8D8E-FC9A-4326-9172-4A160D290924}" dt="2026-08-19T01:00:11.906" v="566"/>
          <ac:inkMkLst>
            <pc:docMk/>
            <pc:sldMk cId="3826180119" sldId="280"/>
            <ac:inkMk id="259" creationId="{0CFD92CE-E97A-26DB-8D23-14A8801A72AB}"/>
          </ac:inkMkLst>
        </pc:inkChg>
        <pc:inkChg chg="add">
          <ac:chgData name="Marcos Maillot" userId="fa14b39d-e966-4ebb-a436-4f96f84b9577" providerId="ADAL" clId="{152A8D8E-FC9A-4326-9172-4A160D290924}" dt="2026-08-19T01:00:13.243" v="567" actId="9405"/>
          <ac:inkMkLst>
            <pc:docMk/>
            <pc:sldMk cId="3826180119" sldId="280"/>
            <ac:inkMk id="261" creationId="{2379FF03-4F41-D822-97AB-D0D7EE609EAF}"/>
          </ac:inkMkLst>
        </pc:inkChg>
        <pc:inkChg chg="add">
          <ac:chgData name="Marcos Maillot" userId="fa14b39d-e966-4ebb-a436-4f96f84b9577" providerId="ADAL" clId="{152A8D8E-FC9A-4326-9172-4A160D290924}" dt="2026-08-19T01:00:13.691" v="568" actId="9405"/>
          <ac:inkMkLst>
            <pc:docMk/>
            <pc:sldMk cId="3826180119" sldId="280"/>
            <ac:inkMk id="262" creationId="{C6BC5521-409C-916E-7153-919FBADE95D5}"/>
          </ac:inkMkLst>
        </pc:inkChg>
        <pc:inkChg chg="add">
          <ac:chgData name="Marcos Maillot" userId="fa14b39d-e966-4ebb-a436-4f96f84b9577" providerId="ADAL" clId="{152A8D8E-FC9A-4326-9172-4A160D290924}" dt="2026-08-19T01:00:14.103" v="569" actId="9405"/>
          <ac:inkMkLst>
            <pc:docMk/>
            <pc:sldMk cId="3826180119" sldId="280"/>
            <ac:inkMk id="263" creationId="{901116C2-E740-7926-4EB8-F4F55CA3F35B}"/>
          </ac:inkMkLst>
        </pc:inkChg>
        <pc:inkChg chg="add">
          <ac:chgData name="Marcos Maillot" userId="fa14b39d-e966-4ebb-a436-4f96f84b9577" providerId="ADAL" clId="{152A8D8E-FC9A-4326-9172-4A160D290924}" dt="2026-08-19T01:00:14.506" v="570" actId="9405"/>
          <ac:inkMkLst>
            <pc:docMk/>
            <pc:sldMk cId="3826180119" sldId="280"/>
            <ac:inkMk id="264" creationId="{643A6D31-012E-1893-2984-52FC64A61220}"/>
          </ac:inkMkLst>
        </pc:inkChg>
        <pc:inkChg chg="add">
          <ac:chgData name="Marcos Maillot" userId="fa14b39d-e966-4ebb-a436-4f96f84b9577" providerId="ADAL" clId="{152A8D8E-FC9A-4326-9172-4A160D290924}" dt="2026-08-19T01:00:14.922" v="571" actId="9405"/>
          <ac:inkMkLst>
            <pc:docMk/>
            <pc:sldMk cId="3826180119" sldId="280"/>
            <ac:inkMk id="265" creationId="{F81C033D-8810-3666-D1EA-E658708CEE4E}"/>
          </ac:inkMkLst>
        </pc:inkChg>
        <pc:inkChg chg="add mod">
          <ac:chgData name="Marcos Maillot" userId="fa14b39d-e966-4ebb-a436-4f96f84b9577" providerId="ADAL" clId="{152A8D8E-FC9A-4326-9172-4A160D290924}" dt="2026-08-19T01:00:15.847" v="573"/>
          <ac:inkMkLst>
            <pc:docMk/>
            <pc:sldMk cId="3826180119" sldId="280"/>
            <ac:inkMk id="266" creationId="{A94F140C-DFA0-60F1-3370-4818F768FFA9}"/>
          </ac:inkMkLst>
        </pc:inkChg>
      </pc:sldChg>
      <pc:sldChg chg="modSp mod">
        <pc:chgData name="Marcos Maillot" userId="fa14b39d-e966-4ebb-a436-4f96f84b9577" providerId="ADAL" clId="{152A8D8E-FC9A-4326-9172-4A160D290924}" dt="2026-08-18T21:33:40.436" v="406" actId="1076"/>
        <pc:sldMkLst>
          <pc:docMk/>
          <pc:sldMk cId="1871647100" sldId="289"/>
        </pc:sldMkLst>
        <pc:spChg chg="mod">
          <ac:chgData name="Marcos Maillot" userId="fa14b39d-e966-4ebb-a436-4f96f84b9577" providerId="ADAL" clId="{152A8D8E-FC9A-4326-9172-4A160D290924}" dt="2026-08-18T21:33:40.436" v="406" actId="1076"/>
          <ac:spMkLst>
            <pc:docMk/>
            <pc:sldMk cId="1871647100" sldId="289"/>
            <ac:spMk id="5" creationId="{9A2C3519-D87B-C2AE-3908-92EA2224EDA0}"/>
          </ac:spMkLst>
        </pc:spChg>
        <pc:spChg chg="mod">
          <ac:chgData name="Marcos Maillot" userId="fa14b39d-e966-4ebb-a436-4f96f84b9577" providerId="ADAL" clId="{152A8D8E-FC9A-4326-9172-4A160D290924}" dt="2026-08-18T21:33:32.889" v="402" actId="14100"/>
          <ac:spMkLst>
            <pc:docMk/>
            <pc:sldMk cId="1871647100" sldId="289"/>
            <ac:spMk id="188" creationId="{85EFED1F-D331-EC19-956B-94E1086689D4}"/>
          </ac:spMkLst>
        </pc:spChg>
      </pc:sldChg>
      <pc:sldChg chg="delSp modSp add del mod">
        <pc:chgData name="Marcos Maillot" userId="fa14b39d-e966-4ebb-a436-4f96f84b9577" providerId="ADAL" clId="{152A8D8E-FC9A-4326-9172-4A160D290924}" dt="2026-08-18T21:33:01.338" v="398" actId="47"/>
        <pc:sldMkLst>
          <pc:docMk/>
          <pc:sldMk cId="1767962687" sldId="290"/>
        </pc:sldMkLst>
        <pc:spChg chg="del">
          <ac:chgData name="Marcos Maillot" userId="fa14b39d-e966-4ebb-a436-4f96f84b9577" providerId="ADAL" clId="{152A8D8E-FC9A-4326-9172-4A160D290924}" dt="2026-08-18T21:32:33.364" v="391" actId="478"/>
          <ac:spMkLst>
            <pc:docMk/>
            <pc:sldMk cId="1767962687" sldId="290"/>
            <ac:spMk id="118" creationId="{BDF6C5F8-AC6D-C5D9-0515-00B514644EC2}"/>
          </ac:spMkLst>
        </pc:spChg>
        <pc:spChg chg="del">
          <ac:chgData name="Marcos Maillot" userId="fa14b39d-e966-4ebb-a436-4f96f84b9577" providerId="ADAL" clId="{152A8D8E-FC9A-4326-9172-4A160D290924}" dt="2026-08-18T21:32:39.546" v="396" actId="478"/>
          <ac:spMkLst>
            <pc:docMk/>
            <pc:sldMk cId="1767962687" sldId="290"/>
            <ac:spMk id="119" creationId="{5496B978-10EF-0858-7DF0-446B4AA4ADEF}"/>
          </ac:spMkLst>
        </pc:spChg>
        <pc:spChg chg="del">
          <ac:chgData name="Marcos Maillot" userId="fa14b39d-e966-4ebb-a436-4f96f84b9577" providerId="ADAL" clId="{152A8D8E-FC9A-4326-9172-4A160D290924}" dt="2026-08-18T21:32:31.218" v="390" actId="478"/>
          <ac:spMkLst>
            <pc:docMk/>
            <pc:sldMk cId="1767962687" sldId="290"/>
            <ac:spMk id="120" creationId="{834FB982-52BE-F6F5-B5A1-0CF428285A98}"/>
          </ac:spMkLst>
        </pc:spChg>
        <pc:spChg chg="del mod">
          <ac:chgData name="Marcos Maillot" userId="fa14b39d-e966-4ebb-a436-4f96f84b9577" providerId="ADAL" clId="{152A8D8E-FC9A-4326-9172-4A160D290924}" dt="2026-08-18T21:32:34.514" v="393" actId="478"/>
          <ac:spMkLst>
            <pc:docMk/>
            <pc:sldMk cId="1767962687" sldId="290"/>
            <ac:spMk id="131" creationId="{6C43DAEF-B26F-20E8-6FA1-8F654776A5B8}"/>
          </ac:spMkLst>
        </pc:spChg>
        <pc:spChg chg="del">
          <ac:chgData name="Marcos Maillot" userId="fa14b39d-e966-4ebb-a436-4f96f84b9577" providerId="ADAL" clId="{152A8D8E-FC9A-4326-9172-4A160D290924}" dt="2026-08-18T21:32:36.682" v="394" actId="478"/>
          <ac:spMkLst>
            <pc:docMk/>
            <pc:sldMk cId="1767962687" sldId="290"/>
            <ac:spMk id="132" creationId="{57F55C01-605C-1D10-13DD-B4D192ABEA12}"/>
          </ac:spMkLst>
        </pc:spChg>
        <pc:grpChg chg="del">
          <ac:chgData name="Marcos Maillot" userId="fa14b39d-e966-4ebb-a436-4f96f84b9577" providerId="ADAL" clId="{152A8D8E-FC9A-4326-9172-4A160D290924}" dt="2026-08-18T21:32:27.200" v="386" actId="478"/>
          <ac:grpSpMkLst>
            <pc:docMk/>
            <pc:sldMk cId="1767962687" sldId="290"/>
            <ac:grpSpMk id="122" creationId="{B6D26E7C-0424-0AE4-2415-9B23A93F8F5B}"/>
          </ac:grpSpMkLst>
        </pc:grpChg>
        <pc:grpChg chg="del">
          <ac:chgData name="Marcos Maillot" userId="fa14b39d-e966-4ebb-a436-4f96f84b9577" providerId="ADAL" clId="{152A8D8E-FC9A-4326-9172-4A160D290924}" dt="2026-08-18T21:32:29.414" v="389" actId="478"/>
          <ac:grpSpMkLst>
            <pc:docMk/>
            <pc:sldMk cId="1767962687" sldId="290"/>
            <ac:grpSpMk id="126" creationId="{F32FCF72-9DAE-F8F7-403A-CC6CE5BFAB32}"/>
          </ac:grpSpMkLst>
        </pc:grpChg>
        <pc:grpChg chg="del">
          <ac:chgData name="Marcos Maillot" userId="fa14b39d-e966-4ebb-a436-4f96f84b9577" providerId="ADAL" clId="{152A8D8E-FC9A-4326-9172-4A160D290924}" dt="2026-08-18T21:32:28.009" v="387" actId="478"/>
          <ac:grpSpMkLst>
            <pc:docMk/>
            <pc:sldMk cId="1767962687" sldId="290"/>
            <ac:grpSpMk id="133" creationId="{5918A7A4-6D93-888B-6A03-018F767BBBDE}"/>
          </ac:grpSpMkLst>
        </pc:grpChg>
        <pc:picChg chg="del">
          <ac:chgData name="Marcos Maillot" userId="fa14b39d-e966-4ebb-a436-4f96f84b9577" providerId="ADAL" clId="{152A8D8E-FC9A-4326-9172-4A160D290924}" dt="2026-08-18T21:32:28.959" v="388" actId="478"/>
          <ac:picMkLst>
            <pc:docMk/>
            <pc:sldMk cId="1767962687" sldId="290"/>
            <ac:picMk id="130" creationId="{32D50F2D-9628-C1EE-AEB6-F6FEF88C6000}"/>
          </ac:picMkLst>
        </pc:picChg>
        <pc:picChg chg="del">
          <ac:chgData name="Marcos Maillot" userId="fa14b39d-e966-4ebb-a436-4f96f84b9577" providerId="ADAL" clId="{152A8D8E-FC9A-4326-9172-4A160D290924}" dt="2026-08-18T21:32:37.438" v="395" actId="478"/>
          <ac:picMkLst>
            <pc:docMk/>
            <pc:sldMk cId="1767962687" sldId="290"/>
            <ac:picMk id="137" creationId="{8C791E8D-E437-ECD3-23C3-190A4D5ED013}"/>
          </ac:picMkLst>
        </pc:picChg>
        <pc:cxnChg chg="del">
          <ac:chgData name="Marcos Maillot" userId="fa14b39d-e966-4ebb-a436-4f96f84b9577" providerId="ADAL" clId="{152A8D8E-FC9A-4326-9172-4A160D290924}" dt="2026-08-18T21:32:41.968" v="397" actId="478"/>
          <ac:cxnSpMkLst>
            <pc:docMk/>
            <pc:sldMk cId="1767962687" sldId="290"/>
            <ac:cxnSpMk id="138" creationId="{393F5545-2FC7-8AD4-47FA-8B3C0F8E9A18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8T22:59:33.66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146 673 180 0 0,'-1'-1'74'0'0,"1"1"-1"0"0,-1-1 1 0 0,1 0-1 0 0,-1 0 1 0 0,1 0 0 0 0,-1 0-1 0 0,1 1 1 0 0,-1-1-1 0 0,1 0 1 0 0,-1 1 0 0 0,0-1-1 0 0,0 0 1 0 0,1 1 0 0 0,-1-1-1 0 0,0 1 1 0 0,0-1-1 0 0,0 1 1 0 0,1 0 0 0 0,-1-1-1 0 0,0 1 1 0 0,0 0-1 0 0,0-1 1 0 0,0 1 0 0 0,0 0-1 0 0,0 0 1 0 0,0 0-1 0 0,0 0 1 0 0,0 0 0 0 0,-1 0-1 0 0,0 1 253 0 0,0-1 0 0 0,0 1-1 0 0,0 0 1 0 0,0 0 0 0 0,0 1 0 0 0,0-1-1 0 0,0 0 1 0 0,0 1 0 0 0,1-1 0 0 0,-1 1-1 0 0,-2 2 1 0 0,-34 52 5074 0 0,38-55-5407 0 0,-19 35 3126 0 0,-20 60-1 0 0,89-185-1249 0 0,100-374-990 0 0,-90 258-753 0 0,-57 195-134 0 0,1-4-22 0 0,0 0 0 0 0,1 1 1 0 0,0-1-1 0 0,1 1 0 0 0,10-15 1 0 0,-16 28 30 0 0,0 0 0 0 0,1-1 0 0 0,-1 1 0 0 0,0 0 0 0 0,1 0 0 0 0,-1 0 1 0 0,0 0-1 0 0,0 0 0 0 0,1 0 0 0 0,-1-1 0 0 0,0 1 0 0 0,1 0 0 0 0,-1 0 1 0 0,0 0-1 0 0,1 0 0 0 0,-1 0 0 0 0,0 0 0 0 0,1 0 0 0 0,-1 1 0 0 0,0-1 1 0 0,0 0-1 0 0,1 0 0 0 0,-1 0 0 0 0,0 0 0 0 0,1 0 0 0 0,-1 0 0 0 0,0 0 1 0 0,0 1-1 0 0,1-1 0 0 0,-1 0 0 0 0,0 0 0 0 0,0 0 0 0 0,1 1 0 0 0,-1-1 1 0 0,0 0-1 0 0,0 0 0 0 0,0 1 0 0 0,1-1 0 0 0,-1 0 0 0 0,0 0 0 0 0,0 1 1 0 0,0-1-1 0 0,0 0 0 0 0,0 1 0 0 0,0-1 0 0 0,0 0 0 0 0,0 0 0 0 0,1 1 1 0 0,-1-1-1 0 0,0 0 0 0 0,0 1 0 0 0,0-1 0 0 0,-1 0 0 0 0,1 1 0 0 0,5 16 101 0 0,-5-17-101 0 0,13 57 271 0 0,-4-9-122 0 0,29 85 1 0 0,-37-131-165 0 0,0 1 1 0 0,0-1 0 0 0,0 1 0 0 0,0-1 0 0 0,0 0 0 0 0,0 0 0 0 0,1 0 0 0 0,-1 0-1 0 0,1 0 1 0 0,0 0 0 0 0,-1 0 0 0 0,1 0 0 0 0,0-1 0 0 0,0 1 0 0 0,0-1 0 0 0,0 1-1 0 0,1-1 1 0 0,-1 0 0 0 0,0 0 0 0 0,0 0 0 0 0,1 0 0 0 0,-1 0 0 0 0,1 0 0 0 0,-1-1-1 0 0,1 1 1 0 0,-1-1 0 0 0,1 0 0 0 0,-1 0 0 0 0,1 0 0 0 0,-1 0 0 0 0,1 0 0 0 0,-1 0 0 0 0,1-1-1 0 0,-1 1 1 0 0,5-2 0 0 0,8-3-104 0 0,0-1 1 0 0,0-1-1 0 0,-1 0 0 0 0,25-16 1 0 0,5-2-75 0 0,-36 21 198 0 0,0 0 0 0 0,1 2 0 0 0,-1-1 0 0 0,1 1 0 0 0,0 0 0 0 0,-1 0 0 0 0,1 1 0 0 0,0 1 0 0 0,0-1 0 0 0,0 1 0 0 0,-1 1 0 0 0,1 0 0 0 0,17 3 0 0 0,-15 0 38 0 0,0 0 0 0 0,0 0-1 0 0,0 1 1 0 0,0 1 0 0 0,-1 0 0 0 0,1 0 0 0 0,-2 1 0 0 0,1 1 0 0 0,10 9-1 0 0,11 17 67 0 0,-1 1 0 0 0,-1 1 0 0 0,-3 2 0 0 0,30 54 0 0 0,-30-50-238 0 0,56 101-81 0 0,6 10-890 0 0,-22-58-5767 0 0,-65-94 6574 0 0,-1-1-1 0 0,1 1 0 0 0,0 0 1 0 0,-1 0-1 0 0,1-1 0 0 0,0 1 1 0 0,-1 0-1 0 0,1 0 0 0 0,-1-1 1 0 0,1 1-1 0 0,-1 0 0 0 0,0 0 1 0 0,1 0-1 0 0,-1 0 0 0 0,0 0 1 0 0,1 0-1 0 0,-1 0 0 0 0,0 0 1 0 0,0 0-1 0 0,0 0 0 0 0,0 0 1 0 0,0 0-1 0 0,0 0 0 0 0,0-1 1 0 0,0 1-1 0 0,-1 2 0 0 0,0-2 112 0 0,0-1 0 0 0,0 1 0 0 0,0-1 0 0 0,0 1 0 0 0,0-1 0 0 0,0 1 0 0 0,0-1 0 0 0,0 1 0 0 0,-1-1 0 0 0,1 0 0 0 0,0 0 0 0 0,0 0 0 0 0,0 0 0 0 0,0 0 0 0 0,-1 0 0 0 0,1 0 0 0 0,-2 0 0 0 0,-55-13-1183 0 0,58 13 1353 0 0,-22-7-283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8T22:59:38.1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71 188 0 0,'9'-43'1256'0'0,"-7"15"9269"0"0,-9 42-5378 0 0,-7 17-2666 0 0,7 8-1680 0 0,1 1-1 0 0,2 0 1 0 0,1 0-1 0 0,6 75 0 0 0,0-21 853 0 0,-10 502 970 0 0,5-499-3288 0 0,-22 150 1 0 0,12-73 2005 0 0,-8-20-1129 0 0,-6 42-264 0 0,-16 121-698 0 0,10-53 930 0 0,19-150 318 0 0,6 60-420 0 0,1-16-52 0 0,-30 125-485 0 0,1-6 216 0 0,-4 97 922 0 0,30-253-542 0 0,-3 34-703 0 0,8 185-1 0 0,11 243 1446 0 0,-24 444-1007 0 0,41-203 280 0 0,6-230 166 0 0,15 212 1520 0 0,-39-746-1825 0 0,5 117 798 0 0,-30-137-13455 0 0,6 3 1302 0 0,3 3 6352 0 0,4-16 3515 0 0,4-22 1151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8T22:59:45.4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0 116 0 0,'0'0'749'0'0,"-26"30"3002"0"0,15-24-3662 0 0,-1 0 0 0 0,1 0 0 0 0,-25 7 0 0 0,25-10-78 0 0,1 1 0 0 0,-1 0-1 0 0,1 1 1 0 0,-1 0 0 0 0,-15 12-1 0 0,18-11-10 0 0,0 0 0 0 0,1 1 0 0 0,0 0 0 0 0,0 1 0 0 0,0-1 0 0 0,1 1 0 0 0,1 0 0 0 0,-1 1 0 0 0,1 0 0 0 0,0-1-1 0 0,1 1 1 0 0,0 1 0 0 0,-3 10 0 0 0,6-12-7 0 0,0-1 0 0 0,0 0-1 0 0,0 0 1 0 0,1 0 0 0 0,0 1 0 0 0,1-1-1 0 0,-1 0 1 0 0,1 0 0 0 0,1 0-1 0 0,-1 1 1 0 0,1-1 0 0 0,1-1 0 0 0,-1 1-1 0 0,1 0 1 0 0,0-1 0 0 0,1 1 0 0 0,-1-1-1 0 0,9 10 1 0 0,-2-5 20 0 0,0 0-1 0 0,1-1 0 0 0,0 0 1 0 0,0-1-1 0 0,1-1 1 0 0,25 15-1 0 0,-37-23-12 0 0,1 0 6 0 0,0 0-1 0 0,-1 1 0 0 0,1-1 1 0 0,0 0-1 0 0,-1 1 0 0 0,1-1 1 0 0,-1 1-1 0 0,1-1 0 0 0,-1 1 0 0 0,1-1 1 0 0,-1 1-1 0 0,0-1 0 0 0,1 1 1 0 0,-1-1-1 0 0,1 1 0 0 0,-1 0 1 0 0,0-1-1 0 0,0 1 0 0 0,1 0 0 0 0,-1-1 1 0 0,0 1-1 0 0,0 0 0 0 0,0-1 1 0 0,0 1-1 0 0,0 0 0 0 0,0 0 1 0 0,0-1-1 0 0,0 1 0 0 0,0 0 0 0 0,0-1 1 0 0,0 1-1 0 0,0 0 0 0 0,-1 0 1 0 0,-18 24-41 0 0,-34 9-203 0 0,35-26 169 0 0,0 1-1 0 0,1 1 1 0 0,1 1-1 0 0,0 0 0 0 0,0 1 1 0 0,-24 25-1 0 0,35-32 60 0 0,1 1 1 0 0,0-1 0 0 0,0 1-1 0 0,0 0 1 0 0,1 0-1 0 0,0 0 1 0 0,0 0-1 0 0,1 0 1 0 0,0 1-1 0 0,0-1 1 0 0,0 1-1 0 0,1 0 1 0 0,0-1-1 0 0,0 1 1 0 0,1 0-1 0 0,0 0 1 0 0,0 0-1 0 0,0-1 1 0 0,1 1-1 0 0,0 0 1 0 0,0 0-1 0 0,1-1 1 0 0,2 7-1 0 0,8 18 152 0 0,2-1 1 0 0,0 0-1 0 0,2-2 0 0 0,1 1 1 0 0,1-2-1 0 0,2-1 0 0 0,1 0 0 0 0,0-1 1 0 0,2-2-1 0 0,1 0 0 0 0,37 27 1 0 0,-59-49-128 0 0,0 1 0 0 0,0-1 1 0 0,0 0-1 0 0,0 1 0 0 0,-1-1 1 0 0,1 1-1 0 0,-1 0 0 0 0,1-1 1 0 0,-1 1-1 0 0,1 0 0 0 0,-1 0 1 0 0,0 0-1 0 0,0 0 0 0 0,0 0 1 0 0,0 0-1 0 0,0 0 0 0 0,0 1 1 0 0,-1-1-1 0 0,1 0 0 0 0,-1 0 1 0 0,0 1-1 0 0,1-1 0 0 0,-1 0 1 0 0,0 0-1 0 0,0 1 0 0 0,0-1 1 0 0,-1 0-1 0 0,1 1 1 0 0,-1-1-1 0 0,1 0 0 0 0,-1 0 1 0 0,0 0-1 0 0,0 1 0 0 0,1-1 1 0 0,-2 0-1 0 0,1 0 0 0 0,0 0 1 0 0,0 0-1 0 0,-3 2 0 0 0,-6 8 38 0 0,-1-1 0 0 0,0-1 0 0 0,-1 0 0 0 0,0 0 0 0 0,-14 8 0 0 0,-6 5-138 0 0,18-11 30 0 0,0 0 0 0 0,1 1 0 0 0,1 0 0 0 0,0 1 0 0 0,1 0 0 0 0,0 1 0 0 0,1 0 0 0 0,1 1 0 0 0,-14 33 0 0 0,18-38 35 0 0,2 1 0 0 0,0 0 0 0 0,0 0-1 0 0,1 0 1 0 0,0 0 0 0 0,1 1-1 0 0,1-1 1 0 0,0 0 0 0 0,0 1-1 0 0,1-1 1 0 0,1 0 0 0 0,0 0-1 0 0,1 0 1 0 0,0 0 0 0 0,8 19 0 0 0,-1-7 154 0 0,1-1 1 0 0,0 0-1 0 0,2-1 1 0 0,1 0-1 0 0,1-1 1 0 0,0-1 0 0 0,1 0-1 0 0,2-1 1 0 0,0-1-1 0 0,1-1 1 0 0,0 0-1 0 0,24 14 1 0 0,33 32 143 0 0,-75-62-288 0 0,-1 0 0 0 0,0 0 1 0 0,0 0-1 0 0,0-1 0 0 0,1 1 0 0 0,-1 0 0 0 0,0 0 1 0 0,0 0-1 0 0,0-1 0 0 0,0 1 0 0 0,-1 0 0 0 0,1 0 0 0 0,0 0 1 0 0,0-1-1 0 0,0 1 0 0 0,-1 0 0 0 0,1 0 0 0 0,0-1 1 0 0,-1 1-1 0 0,1 0 0 0 0,-1-1 0 0 0,1 1 0 0 0,0 0 0 0 0,-1-1 1 0 0,0 1-1 0 0,1-1 0 0 0,-1 1 0 0 0,1 0 0 0 0,-1-1 0 0 0,0 0 1 0 0,1 1-1 0 0,-1-1 0 0 0,0 1 0 0 0,1-1 0 0 0,-1 0 1 0 0,0 1-1 0 0,-1-1 0 0 0,-32 20-213 0 0,32-18 203 0 0,-36 18-85 0 0,1 2 1 0 0,1 2-1 0 0,-56 47 0 0 0,82-62 172 0 0,-1 1-1 0 0,2 0 1 0 0,-1 0-1 0 0,2 1 1 0 0,-1 1-1 0 0,1-1 0 0 0,1 2 1 0 0,0-1-1 0 0,1 0 1 0 0,0 1-1 0 0,1 0 0 0 0,0 1 1 0 0,1-1-1 0 0,1 1 1 0 0,-2 18-1 0 0,4-20 32 0 0,2 1 0 0 0,0 0 0 0 0,0-1 0 0 0,1 1-1 0 0,1-1 1 0 0,0 0 0 0 0,1 0 0 0 0,0 0 0 0 0,1 0 0 0 0,0 0 0 0 0,11 17 0 0 0,10 12 421 0 0,53 63 1 0 0,-56-75-348 0 0,10 11 74 0 0,2-1 1 0 0,1-2-1 0 0,2-1 0 0 0,1-2 0 0 0,2-2 0 0 0,49 30 0 0 0,-67-46-141 0 0,-24-1 917 0 0,-3 0-677 0 0,2-5-269 0 0,2 1 0 0 0,0-1 0 0 0,0 0 1 0 0,0 0-1 0 0,2 0 0 0 0,-1 0 0 0 0,1 0 0 0 0,1 0 0 0 0,-1 0 0 0 0,2 0 0 0 0,-1-1 0 0 0,2 0 0 0 0,-1 0 0 0 0,1 0 1 0 0,0 0-1 0 0,1 0 0 0 0,0-1 0 0 0,10 11 0 0 0,1 0-55 0 0,0 0 1 0 0,2-1-1 0 0,0-1 0 0 0,1-1 0 0 0,1-1 1 0 0,27 17-1 0 0,-36-26-36 0 0,0 0 1 0 0,1 0-1 0 0,-1-1 1 0 0,1-1-1 0 0,0 0 0 0 0,0 0 1 0 0,1-2-1 0 0,-1 1 1 0 0,1-2-1 0 0,-1 0 1 0 0,1 0-1 0 0,-1-2 0 0 0,1 1 1 0 0,21-5-1 0 0,-25 2 14 0 0,1 0 0 0 0,-1 0 0 0 0,1-1-1 0 0,-1-1 1 0 0,-1 1 0 0 0,1-2 0 0 0,-1 1-1 0 0,1-1 1 0 0,-2-1 0 0 0,1 0 0 0 0,-1 0 0 0 0,0 0-1 0 0,0-1 1 0 0,-1-1 0 0 0,0 1 0 0 0,0-1-1 0 0,-1 0 1 0 0,7-14 0 0 0,-3 2 42 0 0,0 1-1 0 0,-2-2 1 0 0,0 1-1 0 0,-1-1 1 0 0,-2 0 0 0 0,0-1-1 0 0,2-23 1 0 0,-6 34-52 0 0,0 0 0 0 0,-1 0 0 0 0,-1 1 0 0 0,1-1 0 0 0,-2 0 0 0 0,0 1 0 0 0,0-1 0 0 0,-1 1 0 0 0,-1-1 1 0 0,0 1-1 0 0,0 0 0 0 0,-1 1 0 0 0,0-1 0 0 0,-1 1 0 0 0,-10-14 0 0 0,-28-11 36 0 0,43 35-23 0 0,16-31-523 0 0,0 0 386 0 0,-11 6 237 0 0,-1 0 1 0 0,-2-1 0 0 0,-1 1 0 0 0,0-1 0 0 0,-2 1 0 0 0,-1-1 0 0 0,-2 1-1 0 0,0 0 1 0 0,-10-29 0 0 0,1 13 47 0 0,-1 0 0 0 0,-3 1 0 0 0,-1 1-1 0 0,-38-58 1 0 0,45 78-433 0 0,-1 1 0 0 0,-1 0 0 0 0,0 1-1 0 0,-1 0 1 0 0,-1 1 0 0 0,-1 1 0 0 0,-24-18 0 0 0,42 34 33 0 0,-1-1 1 0 0,0 0 0 0 0,1 0 0 0 0,-1 1 0 0 0,1-1-1 0 0,-1 0 1 0 0,0 0 0 0 0,1 1 0 0 0,-1-1 0 0 0,1 0 0 0 0,-1 0-1 0 0,0 0 1 0 0,1 0 0 0 0,-1 0 0 0 0,1 0 0 0 0,-1 0-1 0 0,1 0 1 0 0,-1 0 0 0 0,1 0 0 0 0,-1 0 0 0 0,0 0-1 0 0,1 0 1 0 0,-1 0 0 0 0,1 0 0 0 0,-1 0 0 0 0,1 0 0 0 0,-1-1-1 0 0,0 1 1 0 0,1 0 0 0 0,-1 0 0 0 0,0-1 0 0 0,1 1-1 0 0,0-1 1 0 0,3-15-3435 0 0,-11-24 2189 0 0,1 27 1280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8T22:59:46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504 40 48 0 0,'10'-6'890'0'0,"26"-18"11187"0"0,-37 23-11789 0 0,0 1 1 0 0,0-1-1 0 0,0 0 1 0 0,0 0-1 0 0,0 1 1 0 0,0-1-1 0 0,0 0 1 0 0,0 1-1 0 0,0-1 1 0 0,0 1-1 0 0,0-1 1 0 0,0 1-1 0 0,0 0 1 0 0,-1-1-1 0 0,1 1 1 0 0,0 0-1 0 0,0 0 1 0 0,0 0-1 0 0,-1 0 1 0 0,1 0-1 0 0,0 0 1 0 0,0 0-1 0 0,0 0 1 0 0,0 1-1 0 0,-2-1 1 0 0,-34 5 1036 0 0,-15 4-789 0 0,34-7-85 0 0,-1 1 1 0 0,1 1-1 0 0,0 0 0 0 0,0 2 1 0 0,0 0-1 0 0,-22 11 0 0 0,31-12-305 0 0,0 1-1 0 0,1-1 0 0 0,-1 2 1 0 0,1-1-1 0 0,1 1 0 0 0,-1 0 0 0 0,1 1 1 0 0,0 0-1 0 0,1 0 0 0 0,0 0 1 0 0,0 1-1 0 0,-8 17 0 0 0,11-15-203 0 0,1 0 0 0 0,0 0 0 0 0,1 0 1 0 0,0 0-1 0 0,0 0 0 0 0,1 0 0 0 0,2 12 0 0 0,-1 6-44 0 0,-1-27 94 0 0,2 1 5 0 0,-2-2-4 0 0,-4-5-11 0 0,0 1 180 0 0,0 0 0 0 0,0 0 0 0 0,-1 0 0 0 0,0 1 0 0 0,1 0 0 0 0,-8-3 0 0 0,1 0-241 0 0,-2-3 93 0 0,0 0 1 0 0,1 0 0 0 0,0-2 0 0 0,0 1-1 0 0,1-1 1 0 0,0-1 0 0 0,1 0-1 0 0,-15-21 1 0 0,50 71 163 0 0,-15-25-202 0 0,0-1 0 0 0,1 0-1 0 0,15 12 1 0 0,-22-21 21 0 0,-1 0-1 0 0,1-1 1 0 0,0 0 0 0 0,0 1 0 0 0,0-2-1 0 0,0 1 1 0 0,1 0 0 0 0,-1-1 0 0 0,1 0-1 0 0,-1 0 1 0 0,1 0 0 0 0,0 0 0 0 0,0-1-1 0 0,0 0 1 0 0,0 0 0 0 0,0 0 0 0 0,0-1-1 0 0,0 0 1 0 0,0 0 0 0 0,0 0 0 0 0,0 0-1 0 0,0-1 1 0 0,0 0 0 0 0,9-3 0 0 0,-9 2-165 0 0,10-4 637 0 0,-13 8-706 0 0,-6 6-1036 0 0,-10 3-8044 0 0,13-11 8502 0 0,0 0-1 0 0,0 1 1 0 0,1-1 0 0 0,-1 1 0 0 0,0-1-1 0 0,0 1 1 0 0,1-1 0 0 0,-1 1 0 0 0,0-1-1 0 0,0 2-814 0 0,0-2 815 0 0,1 1-1 0 0,-1 0 1 0 0,1 0 0 0 0,-1-1 0 0 0,1 1-1 0 0,0 0 1 0 0,-1 1 0 0 0,2 5-1326 0 0,4 3 3370 0 0,-1-4-1461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8T22:59:47.8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1814 16 0 0,'-2'-23'5150'0'0,"-2"-29"-4148"0"0,18-207 13 0 0,-8 214-840 0 0,2-1 0 0 0,2 1 0 0 0,26-70 0 0 0,-35 111-121 0 0,1 0 1 0 0,0 0 0 0 0,-1 0 0 0 0,1 0-1 0 0,1 0 1 0 0,-1 1 0 0 0,1-1-1 0 0,-1 1 1 0 0,1-1 0 0 0,0 1 0 0 0,0 0-1 0 0,0 0 1 0 0,1 0 0 0 0,-1 1-1 0 0,1-1 1 0 0,-1 1 0 0 0,1 0 0 0 0,0 0-1 0 0,5-2 1 0 0,-2 3 28 0 0,-1-1 0 0 0,1 1 0 0 0,0 1-1 0 0,0 0 1 0 0,0 0 0 0 0,-1 0 0 0 0,1 0 0 0 0,0 1-1 0 0,0 1 1 0 0,-1-1 0 0 0,11 4 0 0 0,131 50 457 0 0,-97-34-381 0 0,72 20-1 0 0,-104-37-100 0 0,1 0-1 0 0,0-1 1 0 0,0-1 0 0 0,0-1 0 0 0,0-1 0 0 0,0 0 0 0 0,29-5-1 0 0,-21-1 3 0 0,0 0 0 0 0,-1-2 0 0 0,0-1-1 0 0,0-2 1 0 0,-1 0 0 0 0,0-1 0 0 0,-1-2 0 0 0,-1-1-1 0 0,0-1 1 0 0,-1 0 0 0 0,0-2 0 0 0,20-22 0 0 0,17-24-40 0 0,-2-2 1 0 0,75-115 0 0 0,-40 51-147 0 0,-74 105 158 0 0,1 1-1 0 0,1 0 0 0 0,1 1 1 0 0,1 1-1 0 0,1 2 0 0 0,1 0 0 0 0,1 2 1 0 0,0 0-1 0 0,1 2 0 0 0,1 1 1 0 0,1 1-1 0 0,31-10 0 0 0,174-46 701 0 0,25-10-398 0 0,38-41-1753 0 0,20-8-9908 0 0,-303 124 10988 0 0,-1 1 63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8T22:59:53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3 120 0 0,'-18'-3'1142'0'0,"14"6"-125"0"0,20 15 83 0 0,1-1-1489 0 0,-12-12 225 0 0,-1 1 0 0 0,1 0 0 0 0,-1 1 0 0 0,-1-1 0 0 0,1 1 0 0 0,-1-1 0 0 0,0 1 0 0 0,-1 0 0 0 0,1 0 0 0 0,-1 0 0 0 0,-1 1 0 0 0,1-1 0 0 0,-1 0 0 0 0,-1 1 1 0 0,1-1-1 0 0,-2 9 0 0 0,0-3-15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8T22:59:53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3 167 16 0 0,'0'0'1511'0'0,"-1"-11"1913"0"0,0-15-3267 0 0,1 14-199 0 0,1 1 0 0 0,1-1 0 0 0,6-21 0 0 0,-7 28 6 0 0,0 0 0 0 0,1 1 0 0 0,0-1-1 0 0,0 0 1 0 0,0 1 0 0 0,0 0-1 0 0,1-1 1 0 0,-1 1 0 0 0,1 0 0 0 0,0 0-1 0 0,5-5 1 0 0,-6 9 35 0 0,0-1 0 0 0,0 0 0 0 0,-1 1 0 0 0,1 0 0 0 0,0-1 0 0 0,0 1 0 0 0,0 0 0 0 0,0 0 0 0 0,-1 0 0 0 0,1 0 0 0 0,0 0 0 0 0,0 0 0 0 0,0 1 0 0 0,-1-1 0 0 0,1 1 0 0 0,0-1 0 0 0,0 1 0 0 0,-1 0 0 0 0,1-1 0 0 0,0 1 0 0 0,-1 0 0 0 0,1 0 0 0 0,-1 0 0 0 0,1 1 0 0 0,-1-1 0 0 0,1 0 0 0 0,-1 0 0 0 0,0 1 0 0 0,0-1 0 0 0,0 1 0 0 0,0-1 0 0 0,2 3 0 0 0,4 5 103 0 0,-1 0 0 0 0,1 0-1 0 0,9 20 1 0 0,-10-14 120 0 0,-1-1 1 0 0,-1 0-1 0 0,0 1 0 0 0,-1 0 1 0 0,-1 0-1 0 0,0 0 0 0 0,-1 0 1 0 0,0 1-1 0 0,-2-1 0 0 0,1 0 1 0 0,-2 0-1 0 0,0 0 0 0 0,-1 0 1 0 0,-6 20-1 0 0,9-35-209 0 0,0 0 1 0 0,-1 0-1 0 0,1 0 0 0 0,0 0 0 0 0,0 0 1 0 0,0-1-1 0 0,0 1 0 0 0,0 0 1 0 0,0 0-1 0 0,0 0 0 0 0,0 0 0 0 0,0 0 1 0 0,0 0-1 0 0,0-1 0 0 0,0 1 1 0 0,-1 0-1 0 0,1 0 0 0 0,0 0 0 0 0,0 0 1 0 0,0 0-1 0 0,0 0 0 0 0,0 0 0 0 0,0 0 1 0 0,0 0-1 0 0,-1 0 0 0 0,1-1 1 0 0,0 1-1 0 0,0 0 0 0 0,0 0 0 0 0,0 0 1 0 0,0 0-1 0 0,-1 0 0 0 0,1 0 1 0 0,0 0-1 0 0,0 0 0 0 0,0 0 0 0 0,0 0 1 0 0,-1 0-1 0 0,1 0 0 0 0,0 0 0 0 0,0 1 1 0 0,0-1-1 0 0,0 0 0 0 0,0 0 1 0 0,0 0-1 0 0,-1 0 0 0 0,1 0 0 0 0,0 0 1 0 0,0 0-1 0 0,0 0 0 0 0,0 0 0 0 0,0 0 1 0 0,0 1-1 0 0,0-1 0 0 0,-1 0 1 0 0,1 0-1 0 0,0 0 0 0 0,0 0 0 0 0,0 0 1 0 0,0 0-1 0 0,0 1 0 0 0,0-1 1 0 0,0 0-1 0 0,0 0 0 0 0,0 0 0 0 0,0 0 1 0 0,0 0-1 0 0,0 1 0 0 0,0-1 0 0 0,-8-20 113 0 0,-2-26-482 0 0,4 13 10 0 0,3 18 90 0 0,0 0 0 0 0,1-1 1 0 0,1 1-1 0 0,0 0 0 0 0,3-29 0 0 0,-2 44 253 0 0,0-1 0 0 0,0 1 0 0 0,0-1 0 0 0,0 1 0 0 0,0-1 0 0 0,0 1 0 0 0,1-1 0 0 0,-1 1 0 0 0,0-1-1 0 0,0 1 1 0 0,1-1 0 0 0,-1 1 0 0 0,0 0 0 0 0,0-1 0 0 0,1 1 0 0 0,-1 0 0 0 0,0-1 0 0 0,1 1 0 0 0,-1 0 0 0 0,1-1 0 0 0,-1 1 0 0 0,0 0 0 0 0,1-1 0 0 0,-1 1 0 0 0,1 0 0 0 0,-1 0 0 0 0,1 0 0 0 0,-1 0 0 0 0,1-1-1 0 0,-1 1 1 0 0,0 0 0 0 0,1 0 0 0 0,0 0 0 0 0,20 8 137 0 0,23 24 324 0 0,-39-27-401 0 0,12 10 180 0 0,-1 1 1 0 0,0 1-1 0 0,-2 0 0 0 0,20 30 0 0 0,-34-47-200 0 0,1 1 0 0 0,-1-1 1 0 0,0 0-1 0 0,1 1 0 0 0,-1-1 1 0 0,0 1-1 0 0,0-1 0 0 0,0 1 1 0 0,0-1-1 0 0,1 1 0 0 0,-1-1 1 0 0,0 1-1 0 0,0-1 0 0 0,0 0 1 0 0,0 1-1 0 0,0-1 0 0 0,0 1 1 0 0,0-1-1 0 0,0 1 0 0 0,0-1 1 0 0,0 1-1 0 0,0-1 0 0 0,-1 1 1 0 0,1-1-1 0 0,0 1 0 0 0,0-1 1 0 0,0 1-1 0 0,-1-1 0 0 0,1 0 1 0 0,0 1-1 0 0,0-1 0 0 0,-1 1 1 0 0,1-1-1 0 0,0 0 0 0 0,-1 1 1 0 0,1-1-1 0 0,0 0 0 0 0,-1 0 1 0 0,1 1-1 0 0,-1-1 0 0 0,-28 9 296 0 0,-37-5-835 0 0,64-4 502 0 0,-12 0-371 0 0,-1-1 0 0 0,1 0 0 0 0,0-1 0 0 0,0-1 0 0 0,0 0 0 0 0,-22-9 0 0 0,33 11 243 0 0,0 0 0 0 0,1 0 0 0 0,-1 0 1 0 0,1-1-1 0 0,0 1 0 0 0,-1-1 0 0 0,1 0 1 0 0,0 0-1 0 0,0 0 0 0 0,0 0 0 0 0,0 0 1 0 0,0 0-1 0 0,1 0 0 0 0,-1 0 0 0 0,0-1 1 0 0,-1-4-1 0 0,3 5 13 0 0,-1-1 0 0 0,1 0 1 0 0,0 0-1 0 0,0 0 0 0 0,0 0 0 0 0,0 1 0 0 0,0-1 1 0 0,1 0-1 0 0,-1 0 0 0 0,1 1 0 0 0,0-1 0 0 0,0 0 1 0 0,0 1-1 0 0,0-1 0 0 0,0 0 0 0 0,0 1 0 0 0,1 0 1 0 0,0-1-1 0 0,-1 1 0 0 0,4-3 0 0 0,11-16-405 0 0,2 0-1 0 0,0 1 1 0 0,1 1-1 0 0,27-20 0 0 0,-21 20 308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8T22:59:48.5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1 120 172 0 0,'-1'-80'1840'0'0,"2"40"4573"0"0,11 77-1897 0 0,41 264 1800 0 0,10 70-5006 0 0,-43-230-3211 0 0,-3-47-6668 0 0,-22-113 471 0 0,-15-53 6411 0 0,14 50 1451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8T22:59:48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14 209 60 0 0,'-6'-17'-496'0'0,"5"15"939"0"0,0-1 1 0 0,0 0 0 0 0,0 0 0 0 0,0 1 0 0 0,0-1 0 0 0,1 0 0 0 0,-1 0 0 0 0,1 0 0 0 0,0 0 0 0 0,0-3 0 0 0,1 4-233 0 0,-1 1 0 0 0,1 0 0 0 0,0 0 0 0 0,0-1 0 0 0,0 1 0 0 0,0 0 0 0 0,0 0 0 0 0,0 0 0 0 0,0 0 0 0 0,0 0 0 0 0,0 1 0 0 0,0-1 0 0 0,1 0 0 0 0,-1 0 0 0 0,0 1 0 0 0,1-1 0 0 0,-1 1 0 0 0,0-1 0 0 0,1 1 0 0 0,-1 0 0 0 0,0-1 0 0 0,1 1 0 0 0,-1 0 0 0 0,1 0 0 0 0,1 0 0 0 0,234-42 6227 0 0,-1-4-4574 0 0,-5 1-1867 0 0,-224 43-387 0 0,0 1 0 0 0,0 0 0 0 0,0 0 0 0 0,0 1 1 0 0,0 0-1 0 0,0 0 0 0 0,0 0 0 0 0,0 1 0 0 0,0 0 0 0 0,12 4 0 0 0,-17-4 73 0 0,1 0 1 0 0,-1 1-1 0 0,1-1 0 0 0,-1 1 1 0 0,0 0-1 0 0,0 0 1 0 0,0 0-1 0 0,0 0 0 0 0,0 0 1 0 0,0 0-1 0 0,-1 0 0 0 0,1 1 1 0 0,-1-1-1 0 0,1 1 1 0 0,-1-1-1 0 0,0 1 0 0 0,0 0 1 0 0,0-1-1 0 0,0 1 1 0 0,-1 0-1 0 0,1 0 0 0 0,-1-1 1 0 0,1 1-1 0 0,-1 0 1 0 0,0 0-1 0 0,0 0 0 0 0,-1 0 1 0 0,0 4-1 0 0,-2 20-720 0 0,-1-1 0 0 0,-2 0 0 0 0,-11 36 0 0 0,11-42 795 0 0,-3 8-17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8T22:59:49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66 718 176 0 0,'-66'55'4515'0'0,"73"-52"-4036"0"0,-1 0 1 0 0,1-1-1 0 0,0 1 0 0 0,-1-1 1 0 0,1-1-1 0 0,8 2 0 0 0,70 6 601 0 0,1-4 0 0 0,130-8 0 0 0,-210 3-941 0 0,-1-1 1 0 0,1 0-1 0 0,0 1 1 0 0,-1-2 0 0 0,1 1-1 0 0,-1-1 1 0 0,1 0-1 0 0,-1 0 1 0 0,0 0 0 0 0,0-1-1 0 0,0 1 1 0 0,0-2-1 0 0,0 1 1 0 0,-1 0 0 0 0,1-1-1 0 0,-1 0 1 0 0,0 0-1 0 0,0 0 1 0 0,0 0 0 0 0,-1-1-1 0 0,0 1 1 0 0,1-1-1 0 0,-2 0 1 0 0,5-9-1 0 0,-1-3 378 0 0,0 0 0 0 0,-2 0 0 0 0,0-1 0 0 0,-1 1 0 0 0,-1-1 0 0 0,0-30 0 0 0,-1-7 14 0 0,-3 1 0 0 0,-2 0 0 0 0,-2 0 1 0 0,-3 0-1 0 0,-2 1 0 0 0,-2 0 0 0 0,-33-82 0 0 0,28 99-909 0 0,1 16-4115 0 0,23 32-4635 0 0,6 15 4613 0 0,38 45 683 0 0,-42-59 3591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8T22:59:49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27 232 0 0,'3'-22'1025'0'0,"-2"18"2582"0"0,0 11-416 0 0,0 6-2403 0 0,1 1-351 0 0,24 199 3233 0 0,15-3-4076 0 0,-38-198 29 0 0,15 46-1553 0 0,-17-54 1574 0 0,1 0 1 0 0,0 0-1 0 0,0 0 0 0 0,0 0 1 0 0,0-1-1 0 0,0 1 0 0 0,1-1 1 0 0,0 1-1 0 0,-1-1 0 0 0,1 0 1 0 0,4 3-1 0 0,-7-6 284 0 0,0 0 0 0 0,1 0-1 0 0,-1 1 1 0 0,0-1 0 0 0,0 0-1 0 0,0 0 1 0 0,0 0 0 0 0,1 0-1 0 0,-1 0 1 0 0,0 0-1 0 0,0 0 1 0 0,0 0 0 0 0,1 0-1 0 0,-1 0 1 0 0,0 0 0 0 0,0 0-1 0 0,0 0 1 0 0,1 0 0 0 0,-1 0-1 0 0,0 0 1 0 0,0 0 0 0 0,0 0-1 0 0,1 0 1 0 0,-1 0 0 0 0,0 0-1 0 0,0 0 1 0 0,0 0 0 0 0,0 0-1 0 0,1 0 1 0 0,-1-1 0 0 0,0 1-1 0 0,0 0 1 0 0,0 0 0 0 0,0 0-1 0 0,1 0 1 0 0,-1 0 0 0 0,0-1-1 0 0,0 1 1 0 0,0 0 0 0 0,0 0-1 0 0,0 0 1 0 0,0 0 0 0 0,0-1-1 0 0,0 1 1 0 0,0 0 0 0 0,1 0-1 0 0,-1 0 1 0 0,0-1 0 0 0,0 1-1 0 0,0 0 1 0 0,0 0 0 0 0,1-19-1206 0 0,-4-16 553 0 0,-1 24 532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8T22:59:49.9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3 597 160 0 0,'-3'6'5776'0'0,"10"-5"-3600"0"0,20-6-2342 0 0,-15 3 861 0 0,52-11 109 0 0,79-12 587 0 0,-129 24-1263 0 0,0 0 0 0 0,0 1 0 0 0,0 0 0 0 0,0 1 1 0 0,0 1-1 0 0,0 0 0 0 0,25 7 0 0 0,-39-8-113 0 0,0-1 0 0 0,0 0-1 0 0,0 0 1 0 0,0 0 0 0 0,0 0 0 0 0,0 0 0 0 0,1 0-1 0 0,-1 0 1 0 0,0 0 0 0 0,0 0 0 0 0,0 0-1 0 0,0 0 1 0 0,0 0 0 0 0,0 0 0 0 0,1 0-1 0 0,-1 0 1 0 0,0 0 0 0 0,0 0 0 0 0,0 0 0 0 0,0 0-1 0 0,0 0 1 0 0,0 0 0 0 0,0 0 0 0 0,1 0-1 0 0,-1 0 1 0 0,0-1 0 0 0,0 1 0 0 0,0 0 0 0 0,0 0-1 0 0,0 0 1 0 0,0 0 0 0 0,0 0 0 0 0,0 0-1 0 0,1 0 1 0 0,-1 0 0 0 0,0 0 0 0 0,0-1 0 0 0,0 1-1 0 0,0 0 1 0 0,0 0 0 0 0,0 0 0 0 0,0 0-1 0 0,0 0 1 0 0,0 0 0 0 0,0 0 0 0 0,0-1-1 0 0,0 1 1 0 0,0 0 0 0 0,0 0 0 0 0,0 0 0 0 0,0 0-1 0 0,0 0 1 0 0,0 0 0 0 0,0-1 0 0 0,0 1-1 0 0,0 0 1 0 0,0 0 0 0 0,0 0 0 0 0,0 0 0 0 0,0 0-1 0 0,-6-16 517 0 0,-18-31-135 0 0,7 15-223 0 0,4 1-163 0 0,1-1 0 0 0,2 0 1 0 0,0-1-1 0 0,-7-54 0 0 0,15 67-69 0 0,0-1 0 0 0,1 1 0 0 0,2 0 0 0 0,0-1 0 0 0,0 1 0 0 0,2 0 0 0 0,1 0 0 0 0,12-39 0 0 0,-11 48-380 0 0,0-10 1742 0 0,-6 21-1231 0 0,0-1 0 0 0,1 1-1 0 0,-1-1 1 0 0,0 1 0 0 0,0-1-1 0 0,0 1 1 0 0,0 0-1 0 0,1-1 1 0 0,-1 1 0 0 0,0 0-1 0 0,0 0 1 0 0,0-1-1 0 0,0 1 1 0 0,0 0 0 0 0,0 0-1 0 0,0 0 1 0 0,0 0 0 0 0,0 0-1 0 0,1 1 1 0 0,-1-1-1 0 0,0 0 1 0 0,0 0 0 0 0,0 1-1 0 0,0-1 1 0 0,0 0 0 0 0,-1 1-1 0 0,-43 13 790 0 0,36-10-1617 0 0,1-1 1 0 0,-1 1-1 0 0,1 1 0 0 0,0 0 0 0 0,0 0 1 0 0,-7 7-1 0 0,12-10 484 0 0,1 0 0 0 0,0 0 1 0 0,0 0-1 0 0,0 0 0 0 0,0 0 0 0 0,0 1 0 0 0,1-1 1 0 0,-1 1-1 0 0,1-1 0 0 0,-1 1 0 0 0,1-1 1 0 0,0 1-1 0 0,0 0 0 0 0,0 0 0 0 0,1 0 0 0 0,-1 0 1 0 0,0 0-1 0 0,1-1 0 0 0,0 1 0 0 0,0 0 0 0 0,0 0 1 0 0,0 0-1 0 0,0 0 0 0 0,1 0 0 0 0,-1 0 0 0 0,1 0 1 0 0,0 0-1 0 0,0 0 0 0 0,0-1 0 0 0,0 1 1 0 0,0 0-1 0 0,1-1 0 0 0,-1 1 0 0 0,1-1 0 0 0,0 1 1 0 0,-1-1-1 0 0,1 0 0 0 0,0 0 0 0 0,3 3 0 0 0,12 11-335 0 0,-7-8 375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8T22:59:50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20 0 0,'2'3'333'0'0,"1"1"0"0"0,-1-1 1 0 0,1 0-1 0 0,-1 1 0 0 0,0-1 0 0 0,-1 1 1 0 0,1 0-1 0 0,-1-1 0 0 0,1 1 0 0 0,-1 0 1 0 0,1 5-1 0 0,7 55 2921 0 0,-4-24-2164 0 0,-1-21-325 0 0,0-1-1 0 0,12 31 0 0 0,-14-44-888 0 0,0-1 1 0 0,0 0-1 0 0,0 0 1 0 0,0 1-1 0 0,1-1 1 0 0,0 0-1 0 0,0-1 1 0 0,0 1-1 0 0,0-1 1 0 0,0 1-1 0 0,1-1 1 0 0,-1 0-1 0 0,1 0 1 0 0,0 0-1 0 0,0-1 1 0 0,7 4-1 0 0,-10-6 32 0 0,-1 0-1 0 0,1 1 1 0 0,-1-1 0 0 0,0 0-1 0 0,1 0 1 0 0,-1 0 0 0 0,1 0-1 0 0,-1 0 1 0 0,1 0 0 0 0,-1 0-1 0 0,1 0 1 0 0,-1 0 0 0 0,1 0-1 0 0,-1 0 1 0 0,0 0 0 0 0,1 0-1 0 0,-1 0 1 0 0,1 0 0 0 0,-1 0-1 0 0,1-1 1 0 0,-1 1 0 0 0,0 0-1 0 0,1 0 1 0 0,-1 0 0 0 0,1-1-1 0 0,-1 1 1 0 0,0 0 0 0 0,1-1-1 0 0,-1 1 1 0 0,0 0 0 0 0,1-1-1 0 0,-1 1 1 0 0,0 0 0 0 0,0-1-1 0 0,1 1 1 0 0,-1 0-1 0 0,0-1 1 0 0,0 0 0 0 0,3-24-2113 0 0,-13-24 344 0 0,0 20 1282 0 0,4 12 345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8T22:59:50.6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71 24 0 0,'-8'-7'5155'0'0,"17"17"-3234"0"0,21 17-1053 0 0,159 81-852 0 0,-189-108-44 0 0,1 0-1 0 0,-1 1 0 0 0,0-1 1 0 0,0 0-1 0 0,0 0 1 0 0,0 0-1 0 0,1 0 1 0 0,-1 0-1 0 0,0 0 1 0 0,0 0-1 0 0,1 1 0 0 0,-1-1 1 0 0,0 0-1 0 0,0 0 1 0 0,0 0-1 0 0,1 0 1 0 0,-1 0-1 0 0,0 0 1 0 0,0 0-1 0 0,0 0 0 0 0,1 0 1 0 0,-1 0-1 0 0,0 0 1 0 0,0 0-1 0 0,1-1 1 0 0,-1 1-1 0 0,0 0 1 0 0,0 0-1 0 0,0 0 0 0 0,1 0 1 0 0,-1 0-1 0 0,0 0 1 0 0,0 0-1 0 0,0 0 1 0 0,0-1-1 0 0,1 1 1 0 0,-1 0-1 0 0,0 0 0 0 0,0 0 1 0 0,0 0-1 0 0,0-1 1 0 0,0 1-1 0 0,1 0 1 0 0,-1 0-1 0 0,0 0 1 0 0,0-1-1 0 0,0 1 0 0 0,0 0 1 0 0,0 0-1 0 0,0-1 1 0 0,0 1-1 0 0,0 0 1 0 0,0 0-1 0 0,0 0 1 0 0,0-1-1 0 0,0 1 0 0 0,0 0 1 0 0,0-1-1 0 0,-2-25-737 0 0,-13-43 340 0 0,13 58 245 0 0,-12-27-28 0 0,11 32 330 0 0,0-1 1 0 0,0 0 0 0 0,1 0 0 0 0,0 0 0 0 0,1 0-1 0 0,-2-12 2271 0 0,8 20-2111 0 0,0 1 0 0 0,0-1 0 0 0,0 1-1 0 0,0 0 1 0 0,0 0 0 0 0,-1 1-1 0 0,7 4 1 0 0,17 7-14 0 0,-11-8-193 0 0,1 1 1 0 0,-1 1 0 0 0,-1 0 0 0 0,1 1 0 0 0,-2 1-1 0 0,22 17 1 0 0,-32-23 50 0 0,-1 0 0 0 0,1 0-1 0 0,-1 1 1 0 0,0-1 0 0 0,0 1-1 0 0,-1 0 1 0 0,1 0 0 0 0,-1 0 0 0 0,0 1-1 0 0,-1-1 1 0 0,1 1 0 0 0,-1 0-1 0 0,0-1 1 0 0,0 1 0 0 0,-1 0-1 0 0,0 0 1 0 0,0 0 0 0 0,0 0-1 0 0,-1 0 1 0 0,0 0 0 0 0,0 1 0 0 0,0-1-1 0 0,-2 7 1 0 0,-1-2 330 0 0,-1 0-1 0 0,0-1 1 0 0,0 1 0 0 0,-1-1 0 0 0,0 0-1 0 0,-1-1 1 0 0,0 1 0 0 0,-1-1 0 0 0,0 0-1 0 0,0-1 1 0 0,-1 1 0 0 0,-12 9 0 0 0,-8 5 837 0 0,0-1 1 0 0,-49 27 0 0 0,76-48-1433 0 0,0 0 0 0 0,0 0 0 0 0,0 0 0 0 0,-1 0 0 0 0,1 0 0 0 0,0 0 0 0 0,-1-1 0 0 0,1 1 0 0 0,0 0 0 0 0,-1-1 0 0 0,1 0 0 0 0,-1 1 0 0 0,1-1 0 0 0,-1 0 1 0 0,1 1-1 0 0,-1-1 0 0 0,1 0 0 0 0,-1 0 0 0 0,1 0 0 0 0,-1-1 0 0 0,-1 1 0 0 0,2-1-316 0 0,1 0 0 0 0,0 0 0 0 0,-1 0 0 0 0,1 0-1 0 0,0 0 1 0 0,0 0 0 0 0,0 0 0 0 0,-1 0 0 0 0,1 0 0 0 0,0 0 0 0 0,1 0 0 0 0,-1 0 0 0 0,0 0 0 0 0,0 0-1 0 0,0-1 1 0 0,1 1 0 0 0,-1 0 0 0 0,0 1 0 0 0,1-1 0 0 0,-1 0 0 0 0,2-2 0 0 0,22-40-9707 0 0,-9 23 10811 0 0,1 4-1397 0 0,-8 10 484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8T22:59:54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18 60 0 0,'11'-1'7891'0'0,"34"-4"-6586"0"0,-20 1-1482 0 0,1 0 0 0 0,41 1 0 0 0,-66 3-427 0 0,-20 22-7124 0 0,13-18 7463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8T22:59:54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 0 0,'0'1'226'0'0,"1"1"0"0"0,-1-1 0 0 0,1 0-1 0 0,0 1 1 0 0,-1-1 0 0 0,1 0 0 0 0,0 0 0 0 0,0 0 0 0 0,0 1-1 0 0,-1-1 1 0 0,1 0 0 0 0,0 0 0 0 0,1 0 0 0 0,-1 0 0 0 0,0-1-1 0 0,0 1 1 0 0,0 0 0 0 0,0 0 0 0 0,1-1 0 0 0,-1 1 0 0 0,0-1-1 0 0,1 1 1 0 0,-1-1 0 0 0,0 1 0 0 0,1-1 0 0 0,-1 0 0 0 0,1 0-1 0 0,-1 0 1 0 0,0 1 0 0 0,1-1 0 0 0,-1-1 0 0 0,1 1 0 0 0,-1 0-1 0 0,2-1 1 0 0,65-5 2745 0 0,-52 4-2812 0 0,-4 0 1218 0 0,13 2-5623 0 0,-25 7 685 0 0,-13 8 1119 0 0,-17 13 717 0 0,21-19 1460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8T22:59:54.9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4 0 0,'-1'0'91'0'0,"1"0"0"0"0,0 0 0 0 0,-1 1 1 0 0,1-1-1 0 0,0 0 0 0 0,-1 1 0 0 0,1-1 0 0 0,0 0 0 0 0,0 1 0 0 0,-1-1 1 0 0,1 0-1 0 0,0 1 0 0 0,0-1 0 0 0,0 1 0 0 0,-1-1 0 0 0,1 0 1 0 0,0 1-1 0 0,0-1 0 0 0,0 1 0 0 0,0-1 0 0 0,0 0 0 0 0,0 1 0 0 0,0-1 1 0 0,0 1-1 0 0,0-1 0 0 0,0 1 0 0 0,0-1 0 0 0,0 0 0 0 0,0 1 0 0 0,0-1 1 0 0,0 1-1 0 0,0-1 0 0 0,0 1 0 0 0,1-1 0 0 0,-1 1 0 0 0,16 9 3341 0 0,21-1-315 0 0,-27-9-2702 0 0,1 1 0 0 0,0-2 0 0 0,-1 1 1 0 0,16-4-1 0 0,21-1-385 0 0,-47 5-455 0 0,-9 15-8329 0 0,-21 3 7123 0 0,20-13 838 0 0,2-1 544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8T22:59:55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1 228 0 0,'-1'0'122'0'0,"1"1"-1"0"0,-1-1 1 0 0,1 1-1 0 0,-1-1 1 0 0,1 0-1 0 0,-1 1 1 0 0,1-1 0 0 0,-1 1-1 0 0,1-1 1 0 0,0 1-1 0 0,-1 0 1 0 0,1-1-1 0 0,0 1 1 0 0,-1-1-1 0 0,1 1 1 0 0,0 0 0 0 0,0-1-1 0 0,-1 1 1 0 0,1 0-1 0 0,0-1 1 0 0,0 1-1 0 0,0 0 1 0 0,0-1 0 0 0,0 1-1 0 0,0 0 1 0 0,0-1-1 0 0,0 1 1 0 0,0 0-1 0 0,1-1 1 0 0,-1 1-1 0 0,0 0 1 0 0,0-1 0 0 0,0 1-1 0 0,1 0 1 0 0,24 16 2876 0 0,45 3-533 0 0,-62-19-2497 0 0,-6 0-101 0 0,1-1 0 0 0,0 1 0 0 0,-1 0 0 0 0,1-1-1 0 0,0 1 1 0 0,-1 0 0 0 0,1 1 0 0 0,-1-1 0 0 0,1 0 0 0 0,-1 1 0 0 0,0 0 0 0 0,0-1 0 0 0,1 1 0 0 0,-1 0 0 0 0,0 0 0 0 0,-1 0 0 0 0,1 0 0 0 0,0 1 0 0 0,1 2 0 0 0,-2-3-80 0 0,-1 0-1 0 0,1 0 1 0 0,-1 0-1 0 0,0 0 1 0 0,0 0-1 0 0,0 0 1 0 0,0 1-1 0 0,0-1 1 0 0,-1 0-1 0 0,1 0 1 0 0,-1 0-1 0 0,1 0 1 0 0,-1 0-1 0 0,0 0 1 0 0,0 0-1 0 0,1 0 0 0 0,-1-1 1 0 0,-1 1-1 0 0,1 0 1 0 0,0 0-1 0 0,0-1 1 0 0,-1 1-1 0 0,1-1 1 0 0,-1 1-1 0 0,1-1 1 0 0,-1 1-1 0 0,-2 0 1 0 0,-15 13-707 0 0,12-11 697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8T22:59:55.2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0 64 0 0,'-18'9'1485'0'0,"19"-2"1533"0"0,32 6 2242 0 0,-17-8-5675 0 0,46 14 1854 0 0,31 11-446 0 0,-85-26-1846 0 0,1-1-1 0 0,-1 2 1 0 0,0-1 0 0 0,0 1 0 0 0,0 0-1 0 0,-1 1 1 0 0,12 11 0 0 0,-17-15 600 0 0,0 0 1 0 0,-1 0-1 0 0,1 1 1 0 0,-1-1-1 0 0,0 0 1 0 0,1 1-1 0 0,-1-1 0 0 0,-1 1 1 0 0,1 0-1 0 0,0-1 1 0 0,-1 1-1 0 0,1-1 1 0 0,-1 1-1 0 0,0 0 1 0 0,1 0-1 0 0,-1-1 1 0 0,-1 6-1 0 0,-1 1-23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15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477 98 168 0 0,'0'-1'157'0'0,"1"1"1"0"0,-1 0-1 0 0,0 0 0 0 0,1-1 1 0 0,-1 1-1 0 0,0 0 1 0 0,1-1-1 0 0,-1 1 0 0 0,0 0 1 0 0,0-1-1 0 0,1 1 0 0 0,-1 0 1 0 0,0-1-1 0 0,0 1 0 0 0,1 0 1 0 0,-1-1-1 0 0,0 1 0 0 0,0-1 1 0 0,0 1-1 0 0,0-1 1 0 0,0 1-1 0 0,0 0 0 0 0,0-1 1 0 0,0 1-1 0 0,0-1 0 0 0,0 1 1 0 0,0-1-1 0 0,0 1 0 0 0,0 0 1 0 0,0-1-1 0 0,0 1 0 0 0,0-1 1 0 0,0 1-1 0 0,-1-1 1 0 0,1 1-1 0 0,0 0 0 0 0,0-1 1 0 0,0 1-1 0 0,-1-1 0 0 0,-20-9 2904 0 0,-27 2-1192 0 0,26 9-1789 0 0,0 1 0 0 0,0 1 0 0 0,1 0 0 0 0,-1 2 0 0 0,1 1 0 0 0,0 0 0 0 0,0 2 0 0 0,1 0 0 0 0,0 1 0 0 0,0 1 0 0 0,1 1 0 0 0,0 1 0 0 0,-21 18-1 0 0,31-22-103 0 0,0 0-1 0 0,0 1 1 0 0,1 0-1 0 0,0 1 0 0 0,0 0 1 0 0,1 0-1 0 0,0 1 0 0 0,1 0 1 0 0,0 0-1 0 0,-7 21 0 0 0,10-22 31 0 0,1 0 0 0 0,0 0-1 0 0,0 0 1 0 0,1 1 0 0 0,1-1-1 0 0,0 0 1 0 0,0 1 0 0 0,1-1 0 0 0,0 0-1 0 0,1 0 1 0 0,0 1 0 0 0,0-1-1 0 0,1-1 1 0 0,6 16 0 0 0,-2-12 85 0 0,-1 0 0 0 0,1-1 0 0 0,1 1 0 0 0,0-1 0 0 0,1-1 0 0 0,0 1 0 0 0,1-1 0 0 0,0-1 0 0 0,1 0 0 0 0,21 15 0 0 0,6 0 28 0 0,0-2-1 0 0,50 20 0 0 0,-56-29-3 0 0,-2 2 1 0 0,1 0-1 0 0,-2 2 0 0 0,0 1 1 0 0,29 26-1 0 0,-36-23 44 0 0,-1 0 0 0 0,0 2 0 0 0,-2 1-1 0 0,0 0 1 0 0,21 42 0 0 0,-33-55-45 0 0,-1-1 0 0 0,-1 2 0 0 0,0-1 1 0 0,-1 0-1 0 0,0 1 0 0 0,-1 0 0 0 0,0 0 0 0 0,-1 0 0 0 0,-1 0 0 0 0,0 0 0 0 0,0 0 0 0 0,-2 1 1 0 0,1-1-1 0 0,-2 0 0 0 0,-4 20 0 0 0,4-26-73 0 0,-1-1 0 0 0,0 0 1 0 0,0 0-1 0 0,0 0 0 0 0,-1 0 0 0 0,0-1 1 0 0,0 1-1 0 0,0-1 0 0 0,-1 0 1 0 0,0-1-1 0 0,0 1 0 0 0,0-1 0 0 0,0 0 1 0 0,-1 0-1 0 0,0 0 0 0 0,1-1 0 0 0,-1 0 1 0 0,-1 0-1 0 0,1 0 0 0 0,0-1 0 0 0,-1 0 1 0 0,1 0-1 0 0,-1-1 0 0 0,-10 2 1 0 0,-15 1-128 0 0,-1-2 1 0 0,1-1-1 0 0,-57-5 1 0 0,70 2-106 0 0,-1 1 63 0 0,-61-5-576 0 0,62 3 461 0 0,0 0-1 0 0,0 0 0 0 0,0-2 1 0 0,-26-9-1 0 0,40 12 238 0 0,-1-1 1 0 0,0 1-1 0 0,1-1 0 0 0,0 0 0 0 0,0 0 1 0 0,0-1-1 0 0,0 1 0 0 0,0-1 1 0 0,1 0-1 0 0,-1 0 0 0 0,1-1 0 0 0,0 1 1 0 0,0-1-1 0 0,1 0 0 0 0,0 0 1 0 0,0-1-1 0 0,0 1 0 0 0,0 0 0 0 0,1-1 1 0 0,0 0-1 0 0,0 1 0 0 0,0-1 0 0 0,1 0 1 0 0,0 0-1 0 0,0 0 0 0 0,0 0 1 0 0,1 0-1 0 0,0 0 0 0 0,0-1 0 0 0,2-9 1 0 0,2-5 238 0 0,0-1-1 0 0,1 1 1 0 0,1 0 0 0 0,2 1 0 0 0,0 0 0 0 0,0 0 0 0 0,18-28 0 0 0,94-126 1481 0 0,-94 139-1355 0 0,71-89 890 0 0,69-98 993 0 0,-148 193-1648 0 0,-1-1 0 0 0,-1 0 0 0 0,-2-2 0 0 0,-1 1 0 0 0,18-67 0 0 0,-30 94-496 0 0,0-1 1 0 0,0 1 0 0 0,0-1-1 0 0,0 0 1 0 0,-1 1 0 0 0,0-1-1 0 0,0 0 1 0 0,0 0 0 0 0,-1 1-1 0 0,0-1 1 0 0,1 1 0 0 0,-2-1-1 0 0,1 0 1 0 0,0 1 0 0 0,-1 0-1 0 0,0-1 1 0 0,0 1 0 0 0,0 0-1 0 0,0 0 1 0 0,-1 0 0 0 0,0 0-1 0 0,0 0 1 0 0,0 1 0 0 0,-3-4-1 0 0,-2 2 0 0 0,0 0 1 0 0,0 0-1 0 0,0 0 0 0 0,0 1 0 0 0,-1 0 0 0 0,0 1 0 0 0,1 0 0 0 0,-1 0 1 0 0,-1 1-1 0 0,1 0 0 0 0,-10 0 0 0 0,-6-1-224 0 0,0 2-1 0 0,0 1 1 0 0,1 1-1 0 0,-1 1 1 0 0,0 1-1 0 0,1 1 1 0 0,-1 1-1 0 0,-45 16 1 0 0,39-9-5169 0 0,-43 23 0 0 0,85-25-6100 0 0,18-3 9546 0 0,-25-6 891 0 0,14 3-298 0 0,-6-2 737 0 0,1 1 1 0 0,-1 1 0 0 0,0-1-1 0 0,15 9 1 0 0,-15-6 296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39.4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1340 164 0 0,'-1'0'17'0'0,"-1"6"551"0"0,0 0 0 0 0,-1 0 0 0 0,0-1 0 0 0,0 1 0 0 0,0-1 0 0 0,-1 0 0 0 0,1 1 0 0 0,-2-2 0 0 0,1 1 0 0 0,-9 8 0 0 0,12-13-454 0 0,1 0 0 0 0,0 0 1 0 0,0 0-1 0 0,0 0 1 0 0,0 0-1 0 0,0 1 0 0 0,0-1 1 0 0,0 0-1 0 0,0 0 1 0 0,0 0-1 0 0,0 0 0 0 0,0 0 1 0 0,0 0-1 0 0,-1 1 1 0 0,1-1-1 0 0,0 0 0 0 0,0 0 1 0 0,0 0-1 0 0,0 0 1 0 0,0 0-1 0 0,0 0 0 0 0,0 1 1 0 0,0-1-1 0 0,0 0 1 0 0,0 0-1 0 0,1 0 0 0 0,-1 0 1 0 0,0 0-1 0 0,0 1 0 0 0,0-1 1 0 0,0 0-1 0 0,0 0 1 0 0,0 0-1 0 0,0 0 0 0 0,0 0 1 0 0,0 0-1 0 0,0 0 1 0 0,0 1-1 0 0,0-1 0 0 0,1 0 1 0 0,-1 0-1 0 0,0 0 1 0 0,0 0-1 0 0,0 0 0 0 0,0 0 1 0 0,0 0-1 0 0,0 0 1 0 0,0 0-1 0 0,1 0 0 0 0,-1 0 1 0 0,0 0-1 0 0,0 0 1 0 0,0 0-1 0 0,0 0 0 0 0,0 0 1 0 0,1 0-1 0 0,-1 0 1 0 0,0 0-1 0 0,17 6 1028 0 0,17 2-1518 0 0,20-1 838 0 0,0-2-1 0 0,0-3 1 0 0,0-2 0 0 0,1-2-1 0 0,57-11 1 0 0,-31-2-288 0 0,-1-2 0 0 0,132-49 0 0 0,-182 54-6 0 0,-1-1 0 0 0,0-1-1 0 0,0-1 1 0 0,-2-2 0 0 0,44-34-1 0 0,-54 37 4 0 0,-1-1 0 0 0,0-1-1 0 0,-1 0 1 0 0,-1-1-1 0 0,-1-1 1 0 0,0 0 0 0 0,-1-1-1 0 0,-1 0 1 0 0,9-24-1 0 0,12-28 547 0 0,3 1 0 0 0,3 2 0 0 0,3 1 0 0 0,98-121 0 0 0,-74 108-405 0 0,100-109 200 0 0,-143 167-648 0 0,2 1-1 0 0,0 2 1 0 0,2 0 0 0 0,0 2 0 0 0,0 0 0 0 0,33-13-1 0 0,-6 8 276 0 0,1 3-1 0 0,93-20 0 0 0,115-6 1114 0 0,-239 42-1070 0 0,0 1 0 0 0,0 0-1 0 0,0 2 1 0 0,1 1-1 0 0,-1 1 1 0 0,45 9 0 0 0,-56-8-18 0 0,0 1 1 0 0,0 1 0 0 0,0 0-1 0 0,-1 0 1 0 0,1 1 0 0 0,-1 1 0 0 0,-1-1-1 0 0,1 2 1 0 0,-1 0 0 0 0,0 0-1 0 0,-1 1 1 0 0,0 0 0 0 0,-1 0-1 0 0,10 14 1 0 0,10 19 521 0 0,-2 1 0 0 0,33 72 0 0 0,27 101 299 0 0,13 26-634 0 0,-63-166-200 0 0,3-2 1 0 0,4-2-1 0 0,61 80 1 0 0,-82-123-157 0 0,2-2 0 0 0,1-1 0 0 0,1-1 0 0 0,2-1 0 0 0,0-1 1 0 0,1-2-1 0 0,1 0 0 0 0,1-3 0 0 0,65 30 0 0 0,-66-36 31 0 0,1-2 0 0 0,58 13 0 0 0,-77-21-291 0 0,1 0 0 0 0,0-1 1 0 0,0 0-1 0 0,0-1 0 0 0,-1 0 0 0 0,1-1 1 0 0,0-1-1 0 0,0 0 0 0 0,-1 0 0 0 0,15-6 1 0 0,-26 8-141 0 0,1-1 0 0 0,0 0 1 0 0,0 0-1 0 0,-1 0 0 0 0,1 0 1 0 0,-1-1-1 0 0,1 1 0 0 0,-1 0 0 0 0,1-1 1 0 0,-1 1-1 0 0,0-1 0 0 0,1 1 1 0 0,0-3-1 0 0,0 1-613 0 0,-1 0 1 0 0,0 0 0 0 0,0 0-1 0 0,0 0 1 0 0,0 0-1 0 0,0 0 1 0 0,-1 0 0 0 0,1 0-1 0 0,-1-1 1 0 0,0 1-1 0 0,0 0 1 0 0,0 0 0 0 0,0 0-1 0 0,-1 0 1 0 0,1-1-1 0 0,-1 1 1 0 0,0 0-1 0 0,0 0 1 0 0,0 0 0 0 0,-2-5-1 0 0,-14-9-1429 0 0,13 15 2153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46.7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544 1 32 0 0,'6'-1'962'0'0,"17"10"11836"0"0,-62-11-5384 0 0,16 0-6240 0 0,0 1-1 0 0,0 1 1 0 0,1 1 0 0 0,-35 6-1 0 0,33-2-894 0 0,0 1-1 0 0,0 1 0 0 0,0 1 0 0 0,-23 11 0 0 0,28-10-483 0 0,1 1-1 0 0,0 0 1 0 0,0 1-1 0 0,1 1 1 0 0,1 1-1 0 0,0 1 1 0 0,1 0-1 0 0,0 1 1 0 0,1 0-1 0 0,1 1 1 0 0,0 0-1 0 0,-13 24 1 0 0,23-33 148 0 0,-1-1-1 0 0,1 1 1 0 0,0 0 0 0 0,1 1 0 0 0,-1-1 0 0 0,1 0 0 0 0,1 1-1 0 0,0-1 1 0 0,0 1 0 0 0,0-1 0 0 0,1 1 0 0 0,0 0 0 0 0,0-1-1 0 0,1 1 1 0 0,0-1 0 0 0,0 1 0 0 0,1-1 0 0 0,0 0 0 0 0,0 1-1 0 0,1-1 1 0 0,4 8 0 0 0,1-2 229 0 0,0 1-1 0 0,1-1 0 0 0,1 0 1 0 0,0-1-1 0 0,1 0 1 0 0,0-1-1 0 0,0 0 1 0 0,1-1-1 0 0,15 10 0 0 0,21 14 64 0 0,-3-4-154 0 0,-1 3-1 0 0,-2 1 1 0 0,-1 2-1 0 0,40 46 1 0 0,-67-65 11 0 0,0 0 1 0 0,-1 1-1 0 0,-1 0 1 0 0,-1 0 0 0 0,-1 2-1 0 0,10 23 1 0 0,-18-36 13 0 0,0 0 0 0 0,0 0 1 0 0,0 0-1 0 0,-1 0 0 0 0,0 0 0 0 0,0 0 1 0 0,-1 0-1 0 0,0 1 0 0 0,0-1 1 0 0,-1 0-1 0 0,0 0 0 0 0,0 0 1 0 0,-1 0-1 0 0,0 0 0 0 0,0 0 1 0 0,0 0-1 0 0,-1 0 0 0 0,0-1 0 0 0,0 1 1 0 0,-1-1-1 0 0,0 0 0 0 0,-6 8 1 0 0,4-8-115 0 0,-1 1 1 0 0,0-1 0 0 0,0 0-1 0 0,0-1 1 0 0,-1 0 0 0 0,1 0-1 0 0,-1-1 1 0 0,0 0-1 0 0,-1 0 1 0 0,1-1 0 0 0,-14 4-1 0 0,4-2-290 0 0,-1-1 0 0 0,0 0 0 0 0,0-2 0 0 0,-28 1 0 0 0,40-3 215 0 0,-1 0 0 0 0,0-1-1 0 0,0 0 1 0 0,1-1 0 0 0,-1 0 0 0 0,0 0 0 0 0,1 0 0 0 0,0-1 0 0 0,0 0-1 0 0,-1 0 1 0 0,2-1 0 0 0,-1 0 0 0 0,0 0 0 0 0,1-1 0 0 0,-8-6-1 0 0,11 7 84 0 0,-1 1-1 0 0,1-1 0 0 0,0 0 0 0 0,0 0 0 0 0,1 0 0 0 0,-1 0 1 0 0,1-1-1 0 0,0 1 0 0 0,0-1 0 0 0,0 1 0 0 0,0-1 0 0 0,1 0 1 0 0,0 1-1 0 0,0-1 0 0 0,0 0 0 0 0,1 0 0 0 0,0 0 0 0 0,0 0 1 0 0,0 0-1 0 0,0 0 0 0 0,1 1 0 0 0,0-1 0 0 0,0 0 0 0 0,0 0 1 0 0,2-5-1 0 0,7-15 46 0 0,1 1-1 0 0,0 0 1 0 0,2 1 0 0 0,1 0 0 0 0,16-20 0 0 0,94-104 2 0 0,-2 1 542 0 0,-105 122-420 0 0,-1-1 0 0 0,-1 0 0 0 0,-1-1 1 0 0,-2-1-1 0 0,12-33 0 0 0,-18 41 42 0 0,-1-1 0 0 0,-1-1 0 0 0,0 1-1 0 0,-2-1 1 0 0,0 0 0 0 0,-1 1 0 0 0,-1-1 0 0 0,-4-23-1 0 0,4 42-63 0 0,0-1-1 0 0,-1 0 0 0 0,1 1 0 0 0,-1-1 0 0 0,0 1 1 0 0,0 0-1 0 0,0-1 0 0 0,0 1 0 0 0,0-1 0 0 0,0 1 1 0 0,-1 0-1 0 0,1 0 0 0 0,-1 0 0 0 0,-2-2 0 0 0,2 2-805 0 0,-1 0 0 0 0,0 0 0 0 0,1 0 0 0 0,-1 1 0 0 0,0 0 0 0 0,0-1-1 0 0,0 1 1 0 0,0 0 0 0 0,0 0 0 0 0,-1 0 0 0 0,1 1 0 0 0,0-1 0 0 0,0 1-1 0 0,0 0 1 0 0,-7 0 0 0 0,0 1-2446 0 0,0 0 0 0 0,0 1 0 0 0,0 0 0 0 0,-13 4 0 0 0,-11 7-3554 0 0,30-11 6405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53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10 778 192 0 0,'-4'15'-665'0'0,"-2"-1"5145"0"0,13-32 2147 0 0,89-209-3647 0 0,-9 19-5401 0 0,66-94-6455 0 0,-151 298 8875 0 0,1-1 0 0 0,0 0 1 0 0,-1 0-1 0 0,0 1 0 0 0,0-1 0 0 0,-1-1 1 0 0,1 1-1 0 0,0-7 0 0 0,-3 12 175 0 0,-1 1 1 0 0,0 0-1 0 0,0-1 0 0 0,1 1 0 0 0,-1 0 0 0 0,0 0 0 0 0,1 0 0 0 0,-1 0 1 0 0,1 0-1 0 0,-1 0 0 0 0,1 1 0 0 0,0-1 0 0 0,0 0 0 0 0,-3 4 0 0 0,2-2 14 0 0,-1 1 0 0 0,1-1 0 0 0,0 1-1 0 0,1 0 1 0 0,-1 0 0 0 0,1 0 0 0 0,-1 0-1 0 0,1 0 1 0 0,0 0 0 0 0,0 0 0 0 0,1 1-1 0 0,0-1 1 0 0,-1 0 0 0 0,1 0 0 0 0,1 1-1 0 0,-1-1 1 0 0,1 5 0 0 0,1-2-12 0 0,0 0 1 0 0,1 0-1 0 0,0-1 1 0 0,0 1-1 0 0,0-1 0 0 0,1 0 1 0 0,-1 0-1 0 0,2 0 1 0 0,7 9-1 0 0,-2-4-51 0 0,1-1 1 0 0,0 0-1 0 0,0-1 0 0 0,1 0 0 0 0,1-1 0 0 0,-1 0 1 0 0,1-1-1 0 0,1 0 0 0 0,19 6 0 0 0,-16-8-136 0 0,1-1 0 0 0,0-1 0 0 0,0-1 0 0 0,0 0 0 0 0,0-2 0 0 0,0 0 0 0 0,0-1 0 0 0,19-3 0 0 0,-14 0-1024 0 0,0 0 0 0 0,-1-2-1 0 0,26-10 1 0 0,-46 16 862 0 0,-1-1 0 0 0,1 0 0 0 0,0 1 0 0 0,-1-1 0 0 0,1 0 0 0 0,0 0 0 0 0,-1 0 0 0 0,1 0 1 0 0,-1 0-1 0 0,1-1 0 0 0,-1 1 0 0 0,0 0 0 0 0,0-1 0 0 0,1 1 0 0 0,-1 0 0 0 0,1-3 0 0 0,-2 3 66 0 0,1 0 0 0 0,-1 0 0 0 0,0 0 0 0 0,0 0 0 0 0,0 0 0 0 0,0 0 0 0 0,0 0 0 0 0,0 0 0 0 0,0-1 1 0 0,0 1-1 0 0,0 0 0 0 0,0 0 0 0 0,-1 0 0 0 0,1 0 0 0 0,0 0 0 0 0,-1 0 0 0 0,1 0 0 0 0,-1 0 0 0 0,1 0 0 0 0,-2-1 0 0 0,-1-2-77 0 0,-1-1 1 0 0,0 1-1 0 0,0 0 1 0 0,0 1-1 0 0,0-1 0 0 0,-1 1 1 0 0,1 0-1 0 0,-11-5 0 0 0,-4-2-27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46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0 198 196 0 0,'7'-123'2245'0'0,"-7"57"3956"0"0,0 57-19 0 0,7 64-5174 0 0,1 100 0 0 0,-7-72-698 0 0,108 1229 2306 0 0,-3-344-3006 0 0,-68-553-4974 0 0,-32-377 3780 0 0,-4-28 855 0 0,0-1 0 0 0,-1 1 0 0 0,0-1 0 0 0,0 1 0 0 0,-1 0 0 0 0,-1 12 0 0 0,1-22 674 0 0,0 1 1 0 0,0-1 0 0 0,0 0-1 0 0,0 0 1 0 0,0 0 0 0 0,-1 0 0 0 0,1 0-1 0 0,0 0 1 0 0,0 0 0 0 0,0 0-1 0 0,0 1 1 0 0,0-1 0 0 0,0 0-1 0 0,0 0 1 0 0,0 0 0 0 0,0 0-1 0 0,0 0 1 0 0,0 0 0 0 0,0 0-1 0 0,-1 0 1 0 0,1 0 0 0 0,0 0 0 0 0,0 0-1 0 0,0 0 1 0 0,0 0 0 0 0,0 0-1 0 0,0 1 1 0 0,0-1 0 0 0,-1 0-1 0 0,1 0 1 0 0,0 0 0 0 0,0 0-1 0 0,0 0 1 0 0,0 0 0 0 0,0 0 0 0 0,0 0-1 0 0,0 0 1 0 0,-1-1 0 0 0,1 1-1 0 0,0 0 1 0 0,0 0 0 0 0,0 0-1 0 0,0 0 1 0 0,0 0 0 0 0,0 0-1 0 0,0 0 1 0 0,0 0 0 0 0,-1 0 0 0 0,1 0-1 0 0,0 0 1 0 0,0 0 0 0 0,0 0-1 0 0,0 0 1 0 0,0-1 0 0 0,0 1-1 0 0,0 0 1 0 0,0 0 0 0 0,0 0-1 0 0,0 0 1 0 0,0 0 0 0 0,0 0 0 0 0,0 0-1 0 0,0 0 1 0 0,0-1 0 0 0,0 1-1 0 0,-1 0 1 0 0,-7-14-1236 0 0,-8-18 477 0 0,-22-75-511 0 0,26 74 1113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47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91 157 192 0 0,'-38'14'666'0'0,"32"-11"-80"0"0,0-1 0 0 0,0 1-1 0 0,-1-1 1 0 0,1-1 0 0 0,-1 1 0 0 0,-7 0-1 0 0,201 3 2795 0 0,74-2-2743 0 0,-115-10-269 0 0,0-7-1 0 0,0-7 1 0 0,168-46-1 0 0,-217 40-312 0 0,-51 12-631 0 0,2 2 0 0 0,0 2 0 0 0,70-7-1 0 0,-113 18 259 0 0,-1-1 0 0 0,0 2 0 0 0,1-1 0 0 0,-1 0 0 0 0,0 1 0 0 0,0 0 0 0 0,0 0 0 0 0,0 0 0 0 0,1 0 0 0 0,-1 1 0 0 0,4 2 0 0 0,-7-4 217 0 0,0 1 0 0 0,-1-1 1 0 0,1 1-1 0 0,-1-1 1 0 0,1 0-1 0 0,-1 1 1 0 0,1 0-1 0 0,-1-1 0 0 0,1 1 1 0 0,-1-1-1 0 0,0 1 1 0 0,1 0-1 0 0,-1-1 0 0 0,0 1 1 0 0,1-1-1 0 0,-1 1 1 0 0,0 0-1 0 0,0 0 1 0 0,0-1-1 0 0,0 1 0 0 0,1 0 1 0 0,-1-1-1 0 0,0 1 1 0 0,0 0-1 0 0,-1-1 1 0 0,1 2-1 0 0,-1 0 16 0 0,1 0 0 0 0,-1 0 1 0 0,0 0-1 0 0,0 0 0 0 0,-1 0 0 0 0,1 0 0 0 0,0 0 1 0 0,-1-1-1 0 0,1 1 0 0 0,-1 0 0 0 0,0-1 1 0 0,-3 3-1 0 0,-5 4-174 0 0,-3 0 33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48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0 36 0 0,'-8'3'4310'0'0,"-1"0"-4001"0"0,0 0 0 0 0,0 0 1 0 0,1 1-1 0 0,0 0 0 0 0,0 1 1 0 0,0 0-1 0 0,0 0 0 0 0,-8 7 0 0 0,13-9-260 0 0,0 0-1 0 0,1 1 0 0 0,-1-1 0 0 0,1 0 1 0 0,-1 1-1 0 0,1 0 0 0 0,0-1 1 0 0,0 1-1 0 0,1 0 0 0 0,-1 0 0 0 0,1 0 1 0 0,0 1-1 0 0,0-1 0 0 0,0 0 1 0 0,0 0-1 0 0,1 0 0 0 0,0 1 0 0 0,0-1 1 0 0,0 0-1 0 0,0 1 0 0 0,1-1 1 0 0,-1 0-1 0 0,1 0 0 0 0,0 1 0 0 0,0-1 1 0 0,1 0-1 0 0,0 0 0 0 0,-1 0 1 0 0,1-1-1 0 0,0 1 0 0 0,1 0 0 0 0,-1-1 1 0 0,1 1-1 0 0,-1-1 0 0 0,1 0 1 0 0,0 0-1 0 0,0 0 0 0 0,1 0 0 0 0,-1 0 1 0 0,1-1-1 0 0,-1 0 0 0 0,1 1 1 0 0,0-1-1 0 0,0-1 0 0 0,0 1 0 0 0,0 0 1 0 0,0-1-1 0 0,0 0 0 0 0,4 1 1 0 0,1 0-63 0 0,-1-1 0 0 0,1 0 0 0 0,0 0 1 0 0,0-1-1 0 0,-1 0 0 0 0,1-1 0 0 0,0 0 1 0 0,-1 0-1 0 0,1-1 0 0 0,-1 0 1 0 0,1 0-1 0 0,-1-1 0 0 0,15-7 0 0 0,-19 9 43 0 0,0-1-1 0 0,-1 0 1 0 0,1 0-1 0 0,0 0 0 0 0,-1-1 1 0 0,0 0-1 0 0,1 1 1 0 0,-1-1-1 0 0,0 0 0 0 0,0 0 1 0 0,-1-1-1 0 0,1 1 0 0 0,-1 0 1 0 0,0-1-1 0 0,1 0 1 0 0,-1 1-1 0 0,-1-1 0 0 0,1 0 1 0 0,-1 0-1 0 0,1 0 1 0 0,-1 0-1 0 0,0 0 0 0 0,-1-1 1 0 0,1 1-1 0 0,-1 0 1 0 0,0 0-1 0 0,0 0 0 0 0,0-1 1 0 0,0 1-1 0 0,-2-5 1 0 0,0 4-653 0 0,1 16-703 0 0,1-9 1061 0 0,1 1-1 0 0,-1 0 0 0 0,0 0 0 0 0,1-1 0 0 0,0 1 0 0 0,0 0 0 0 0,-1-1 0 0 0,2 1 0 0 0,-1-1 0 0 0,2 4 0 0 0,36 32-4772 0 0,-39-38 4817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48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66 160 0 0,'3'-1'304'0'0,"0"0"0"0"0,-1 0-1 0 0,1-1 1 0 0,-1 1 0 0 0,0 0 0 0 0,1-1-1 0 0,-1 0 1 0 0,0 1 0 0 0,0-1 0 0 0,0 0-1 0 0,0 0 1 0 0,0 0 0 0 0,0 0 0 0 0,-1 0-1 0 0,1-1 1 0 0,-1 1 0 0 0,1-1 0 0 0,-1 1-1 0 0,0-1 1 0 0,0 1 0 0 0,0-1 0 0 0,0 1 0 0 0,-1-1-1 0 0,2-3 1 0 0,0-6-1788 0 0,-5 25-118 0 0,-11 30-864 0 0,-34 33 481 0 0,38-62 1780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48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 32 0 0,'1'-3'156'0'0,"0"0"0"0"0,0 0 0 0 0,0 0 0 0 0,0 1-1 0 0,1-1 1 0 0,-1 0 0 0 0,1 1 0 0 0,0-1 0 0 0,0 1 0 0 0,-1 0 0 0 0,2 0 0 0 0,-1-1 0 0 0,0 1-1 0 0,0 1 1 0 0,1-1 0 0 0,-1 0 0 0 0,1 0 0 0 0,-1 1 0 0 0,1 0 0 0 0,0-1 0 0 0,-1 1 0 0 0,5-1-1 0 0,1 1-170 0 0,-1 1 0 0 0,1-1 0 0 0,0 2 0 0 0,0-1 0 0 0,-1 1-1 0 0,15 3 1 0 0,3 0 223 0 0,16 0-1182 0 0,49-2 0 0 0,-89-2 648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48.9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1 112 0 0,'-2'42'1067'0'0,"1"-30"-1104"0"0,0 1-1 0 0,1-1 1 0 0,0 0 0 0 0,0 0-1 0 0,2 0 1 0 0,-1 1 0 0 0,2-1 0 0 0,6 20-1 0 0,-1-19-554 0 0,-8-12 429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49.7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17 168 0 0,'4'-6'3078'0'0,"2"-4"785"0"0,0 25-2140 0 0,-1 19-1079 0 0,-5-34-594 0 0,2 18 288 0 0,-2-12-222 0 0,0 0 0 0 0,1 1 0 0 0,0-1 0 0 0,0 0 0 0 0,1 0 0 0 0,3 10 0 0 0,-4-15-117 0 0,0 0 0 0 0,0 0 0 0 0,-1 0 0 0 0,1 0 0 0 0,0 0 1 0 0,0 0-1 0 0,0 0 0 0 0,0 0 0 0 0,1 0 0 0 0,-1 0 0 0 0,0 0 0 0 0,0-1 0 0 0,0 1 0 0 0,1-1 0 0 0,-1 1 0 0 0,0-1 0 0 0,1 1 1 0 0,-1-1-1 0 0,0 1 0 0 0,1-1 0 0 0,-1 0 0 0 0,1 0 0 0 0,-1 0 0 0 0,0 0 0 0 0,1 0 0 0 0,-1 0 0 0 0,1 0 0 0 0,-1-1 0 0 0,0 1 0 0 0,1 0 1 0 0,-1-1-1 0 0,0 1 0 0 0,1-1 0 0 0,-1 1 0 0 0,2-2 0 0 0,-1 1-85 0 0,3-1-385 0 0,0 0 1 0 0,0 0-1 0 0,0 1 1 0 0,0 0-1 0 0,0 0 1 0 0,0 0-1 0 0,0 0 0 0 0,6 1 1 0 0,-10 0 367 0 0,0 1 1 0 0,1-1-1 0 0,-1 1 0 0 0,0 0 1 0 0,1-1-1 0 0,-1 1 1 0 0,0 0-1 0 0,0 0 0 0 0,0 0 1 0 0,0 0-1 0 0,0 0 1 0 0,0 0-1 0 0,0 0 0 0 0,0 0 1 0 0,0 0-1 0 0,0 0 0 0 0,0 0 1 0 0,-1 1-1 0 0,1-1 1 0 0,0 0-1 0 0,-1 1 0 0 0,1-1 1 0 0,-1 0-1 0 0,0 1 0 0 0,1-1 1 0 0,-1 1-1 0 0,0-1 1 0 0,0 0-1 0 0,0 1 0 0 0,0-1 1 0 0,0 1-1 0 0,0-1 0 0 0,0 1 1 0 0,-1 1-1 0 0,1 3-138 0 0,0 0-1 0 0,0 0 1 0 0,-1 0-1 0 0,0 0 0 0 0,0 0 1 0 0,0 0-1 0 0,-1 0 1 0 0,0 0-1 0 0,-3 7 1 0 0,2-7 682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50.0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80 0 0,'-2'77'3965'0'0,"-4"1"-3355"0"0,-2 78-1487 0 0,9-143 976 0 0,1-1 0 0 0,0 0 0 0 0,0 0 0 0 0,1 0 0 0 0,1-1 0 0 0,7 19 0 0 0,-4-13-250 0 0,-4-5-672 0 0,-1 0 0 0 0,0 0 0 0 0,-1 0 0 0 0,0 25 0 0 0,-1-28 626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50.1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0 140 0 0,'13'160'7097'0'0,"-12"-91"-8293"0"0,1-39-709 0 0,1 1 1 0 0,9 36-1 0 0,-9-54 1690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50.2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36 0 0,'5'82'2228'0'0,"-3"1"0"0"0,-11 94 0 0 0,-7-29-2266 0 0,12-114-748 0 0,1 44 0 0 0,4-54-51 0 0,1 1 0 0 0,1 0 0 0 0,1 0 0 0 0,12 39 0 0 0,-4-24 116 0 0,-9-27 529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50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42 24 0 0,'-3'-22'1774'0'0,"2"21"-1592"0"0,1 0 1 0 0,0 1-1 0 0,0-1 0 0 0,0 0 0 0 0,0 1 0 0 0,-1-1 0 0 0,1 0 0 0 0,0 1 0 0 0,0-1 0 0 0,0 0 0 0 0,0 1 1 0 0,1-1-1 0 0,-1 0 0 0 0,0 1 0 0 0,0-1 0 0 0,0 0 0 0 0,0 1 0 0 0,1-1 0 0 0,-1 1 0 0 0,0-1 0 0 0,1 0 1 0 0,-1 1-1 0 0,0-1 0 0 0,1 1 0 0 0,-1-1 0 0 0,1 1 0 0 0,-1-1 0 0 0,1 1 0 0 0,0-1 0 0 0,2 3 34 0 0,-1 1-1 0 0,1-1 0 0 0,-1 1 0 0 0,0 0 1 0 0,0 0-1 0 0,0 0 0 0 0,-1 0 0 0 0,1 0 1 0 0,-1 0-1 0 0,1 1 0 0 0,-1-1 0 0 0,0 0 1 0 0,0 5-1 0 0,1-3 38 0 0,8 30 1235 0 0,9 60 0 0 0,-15-67-928 0 0,1-1 0 0 0,1 0 0 0 0,2 0 0 0 0,13 33 0 0 0,-21-60-566 0 0,1 1 0 0 0,-1 0 0 0 0,0-1 0 0 0,0 1 0 0 0,1-1 0 0 0,-1 1-1 0 0,0-1 1 0 0,1 1 0 0 0,-1-1 0 0 0,1 1 0 0 0,-1-1 0 0 0,1 0 0 0 0,-1 1 0 0 0,1-1 0 0 0,-1 1 0 0 0,1-1 0 0 0,-1 0-1 0 0,1 0 1 0 0,-1 1 0 0 0,1-1 0 0 0,0 0 0 0 0,-1 0 0 0 0,1 1 0 0 0,-1-1 0 0 0,1 0 0 0 0,0 0 0 0 0,-1 0-1 0 0,1 0 1 0 0,-1 0 0 0 0,1 0 0 0 0,0 0 0 0 0,-1 0 0 0 0,1 0 0 0 0,0-1 0 0 0,-1 1 0 0 0,1 0 0 0 0,-1 0 0 0 0,1 0-1 0 0,0-1 1 0 0,-1 1 0 0 0,1 0 0 0 0,-1-1 0 0 0,1 1 0 0 0,-1 0 0 0 0,1-1 0 0 0,-1 1 0 0 0,0-1 0 0 0,1 1-1 0 0,-1-1 1 0 0,1 1 0 0 0,-1-1 0 0 0,0 1 0 0 0,1-1 0 0 0,30-42 113 0 0,-11 15-42 0 0,-19 28-66 0 0,-1 0-1 0 0,1-1 0 0 0,-1 1 0 0 0,1 0 1 0 0,-1 0-1 0 0,1-1 0 0 0,0 1 0 0 0,-1 0 0 0 0,1 0 1 0 0,-1 0-1 0 0,1 0 0 0 0,0 0 0 0 0,-1 0 1 0 0,1 0-1 0 0,-1 0 0 0 0,1 0 0 0 0,0 0 1 0 0,-1 0-1 0 0,1 0 0 0 0,0 0 0 0 0,-1 0 0 0 0,1 1 1 0 0,-1-1-1 0 0,1 0 0 0 0,-1 0 0 0 0,1 1 1 0 0,0-1-1 0 0,-1 0 0 0 0,1 1 0 0 0,0 0 0 0 0,14 21 43 0 0,1 28-41 0 0,-11-18-394 0 0,14 56-4356 0 0,-18-83 4093 0 0,1 0 0 0 0,0 0-1 0 0,0-1 1 0 0,0 1 0 0 0,0 0 0 0 0,1-1 0 0 0,0 0-1 0 0,0 0 1 0 0,0 0 0 0 0,0 0 0 0 0,1 0-1 0 0,-1 0 1 0 0,1-1 0 0 0,4 3 0 0 0,3-2-71 0 0,-4-2 457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51.2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30 168 24 0 0,'2'0'430'0'0,"-1"0"1"0"0,0 0-1 0 0,0 0 1 0 0,1 0-1 0 0,-1 0 0 0 0,0-1 1 0 0,0 1-1 0 0,0-1 0 0 0,1 1 1 0 0,-1-1-1 0 0,0 1 1 0 0,0-1-1 0 0,0 0 0 0 0,0 1 1 0 0,0-1-1 0 0,0 0 0 0 0,2-1 1 0 0,9-24 3118 0 0,-2-43-2757 0 0,-7 33-147 0 0,6 8-605 0 0,-5 44-536 0 0,-2 48-943 0 0,-2-63 1419 0 0,-1 41-1918 0 0,-1 1 0 0 0,-11 56 0 0 0,9-78 1271 0 0,-1-1-1 0 0,0 0 0 0 0,-2-1 1 0 0,-1 1-1 0 0,0-1 1 0 0,-21 34-1 0 0,18-35 429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51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1 176 0 0,'5'10'5920'0'0,"20"50"-3469"0"0,-20-44-2093 0 0,-3-10-213 0 0,0 1-1 0 0,1 0 1 0 0,-1-1 0 0 0,1 1-1 0 0,1-1 1 0 0,4 7 0 0 0,-7-11-296 0 0,1-1 0 0 0,-1 1 1 0 0,1-1-1 0 0,0 1 0 0 0,0-1 1 0 0,0 1-1 0 0,0-1 0 0 0,0 0 1 0 0,0 0-1 0 0,0 0 0 0 0,0 0 0 0 0,0-1 1 0 0,0 1-1 0 0,0 0 0 0 0,1-1 1 0 0,-1 0-1 0 0,0 1 0 0 0,1-1 1 0 0,-1 0-1 0 0,0 0 0 0 0,0 0 1 0 0,1-1-1 0 0,2 0 0 0 0,-1 1-118 0 0,0 0 0 0 0,0 0 0 0 0,0 1-1 0 0,1-1 1 0 0,-1 1 0 0 0,0 0 0 0 0,0 0 0 0 0,0 0-1 0 0,0 1 1 0 0,0-1 0 0 0,-1 1 0 0 0,1 0-1 0 0,0 0 1 0 0,-1 0 0 0 0,6 5 0 0 0,1 1-170 0 0,-1 0-1 0 0,0 1 1 0 0,15 18 0 0 0,-15-15 246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51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0 136 0 0,'5'6'412'0'0,"-1"1"-1"0"0,1-2 1 0 0,0 1 0 0 0,0 0 0 0 0,0-1-1 0 0,10 7 1 0 0,-13-11-326 0 0,0 0 0 0 0,1 0 0 0 0,-1 0 0 0 0,1 0 0 0 0,-1 0-1 0 0,1-1 1 0 0,-1 1 0 0 0,1-1 0 0 0,0 0 0 0 0,-1 1 0 0 0,1-1 0 0 0,-1 0 0 0 0,1-1 0 0 0,0 1 0 0 0,-1 0-1 0 0,1-1 1 0 0,-1 1 0 0 0,1-1 0 0 0,-1 0 0 0 0,1 0 0 0 0,3-2 0 0 0,25-8-1704 0 0,-29 11 1480 0 0,-1-1 1 0 0,0 1-1 0 0,0-1 1 0 0,1 1-1 0 0,-1 0 1 0 0,0 0-1 0 0,1 0 1 0 0,-1-1-1 0 0,0 1 1 0 0,1 1-1 0 0,-1-1 1 0 0,0 0-1 0 0,1 0 1 0 0,-1 0-1 0 0,0 1 1 0 0,0-1-1 0 0,1 1 1 0 0,-1-1-1 0 0,0 1 1 0 0,0-1-1 0 0,3 2 1 0 0,-1 2-68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55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24 0 0,'4'-14'553'0'0,"-2"14"588"0"0,0 25 827 0 0,-2-12-2199 0 0,14 436 2870 0 0,-6-104-1814 0 0,4 182-725 0 0,11 200-2899 0 0,-21-699 2341 0 0,2 63-959 0 0,-4-83 1222 0 0,0 0 1 0 0,-1 0-1 0 0,0 0 1 0 0,-1 0-1 0 0,0 0 1 0 0,0-1-1 0 0,0 1 1 0 0,-6 10-1 0 0,2-10-65 0 0,0-2 30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56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1 251 208 0 0,'0'-2'164'0'0,"0"1"0"0"0,0-1 1 0 0,1 0-1 0 0,-1 1 0 0 0,0-1 0 0 0,1 1 0 0 0,0-1 0 0 0,-1 1 1 0 0,1-1-1 0 0,0 1 0 0 0,0-1 0 0 0,0 1 0 0 0,0-1 0 0 0,0 1 1 0 0,0 0-1 0 0,2-2 0 0 0,0 2 39 0 0,0 0 1 0 0,0 0 0 0 0,0 0-1 0 0,0 1 1 0 0,0-1-1 0 0,0 1 1 0 0,0 0-1 0 0,1 0 1 0 0,3 0-1 0 0,823-19 2371 0 0,-349 4-2484 0 0,187 4 78 0 0,949-40 411 0 0,-1100 12-230 0 0,907-42-1806 0 0,-1375 80 824 0 0,-11-1-644 0 0,0 2-1 0 0,1 2 1 0 0,47 7-1 0 0,-73-2 157 0 0,-17-4 856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56.9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79 519 168 0 0,'-2'-1'216'0'0,"1"1"-1"0"0,-1-1 1 0 0,1 0 0 0 0,-1 1-1 0 0,1-1 1 0 0,-1 0 0 0 0,1 0 0 0 0,0 0-1 0 0,0 0 1 0 0,-1 0 0 0 0,1 0-1 0 0,0 0 1 0 0,0 0 0 0 0,0-1-1 0 0,0 1 1 0 0,0 0 0 0 0,1-1-1 0 0,-1 1 1 0 0,0-1 0 0 0,0 1-1 0 0,1-1 1 0 0,-1 1 0 0 0,1-1 0 0 0,-1-2-1 0 0,-12-49 1592 0 0,10 37-1077 0 0,-3-8-161 0 0,-2-6 86 0 0,1 0-1 0 0,2 0 1 0 0,0 0 0 0 0,2 0 0 0 0,2-45-1 0 0,2 68-639 0 0,1 0-1 0 0,0 0 0 0 0,1 0 0 0 0,-1 0 0 0 0,1 1 1 0 0,1-1-1 0 0,-1 1 0 0 0,1 0 0 0 0,0 0 0 0 0,1 0 1 0 0,-1 0-1 0 0,1 1 0 0 0,0 0 0 0 0,1 0 0 0 0,-1 0 0 0 0,1 1 1 0 0,0 0-1 0 0,0 0 0 0 0,0 0 0 0 0,1 1 0 0 0,6-3 1 0 0,4-3-25 0 0,1 2 1 0 0,0 0 0 0 0,1 2-1 0 0,-1 0 1 0 0,1 0 0 0 0,34-2-1 0 0,-49 7 23 0 0,1-1 0 0 0,-1 1 1 0 0,1 0-1 0 0,-1 0 0 0 0,1 1 0 0 0,-1-1 0 0 0,1 1 0 0 0,-1 0 1 0 0,0 0-1 0 0,1 0 0 0 0,-1 1 0 0 0,0 0 0 0 0,0 0 0 0 0,0 0 1 0 0,7 5-1 0 0,-9-5 43 0 0,1 1 1 0 0,-1 0-1 0 0,0-1 1 0 0,0 1-1 0 0,-1 0 1 0 0,1 0-1 0 0,-1 1 1 0 0,1-1-1 0 0,-1 0 1 0 0,0 0-1 0 0,0 1 1 0 0,0-1-1 0 0,-1 0 1 0 0,1 1 0 0 0,-1-1-1 0 0,0 1 1 0 0,0-1-1 0 0,0 1 1 0 0,0-1-1 0 0,-2 6 1 0 0,-7 50 1673 0 0,-31 101 1 0 0,23-98-882 0 0,-12 75 0 0 0,28-137-980 0 0,1 1 1 0 0,0-1-1 0 0,0 1 1 0 0,0-1-1 0 0,0 1 1 0 0,0-1-1 0 0,-1 1 1 0 0,1 0-1 0 0,0-1 1 0 0,0 1-1 0 0,0-1 1 0 0,0 1-1 0 0,1-1 1 0 0,-1 1-1 0 0,0 0 1 0 0,0-1-1 0 0,0 1 1 0 0,0-1-1 0 0,1 1 1 0 0,-1-1-1 0 0,0 1 1 0 0,0-1-1 0 0,1 1 1 0 0,-1-1-1 0 0,0 1 1 0 0,1-1-1 0 0,-1 1 1 0 0,1-1-1 0 0,-1 0 0 0 0,0 1 1 0 0,1-1-1 0 0,-1 0 1 0 0,1 1-1 0 0,-1-1 1 0 0,1 0-1 0 0,-1 0 1 0 0,1 1-1 0 0,-1-1 1 0 0,2 0-1 0 0,25-8-5358 0 0,-19 3 4198 0 0,0 0 1 0 0,0 0 0 0 0,-1-1-1 0 0,12-11 1 0 0,5-22-591 0 0,-19 30 1622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57.4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1 870 196 0 0,'0'9'-432'0'0,"1"9"4721"0"0,-1-18-4191 0 0,1 0 0 0 0,-1 0 0 0 0,1 0-1 0 0,0-1 1 0 0,-1 1 0 0 0,1 0-1 0 0,-1 0 1 0 0,1-1 0 0 0,-1 1 0 0 0,1 0-1 0 0,-1-1 1 0 0,1 1 0 0 0,-1 0-1 0 0,0-1 1 0 0,1 1 0 0 0,-1-1 0 0 0,0 1-1 0 0,1-1 1 0 0,-1 1 0 0 0,0-1-1 0 0,1 1 1 0 0,-1-1 0 0 0,0 1 0 0 0,0-1-1 0 0,0 1 1 0 0,1-1 0 0 0,-1 0-1 0 0,0 1 1 0 0,0-1 0 0 0,0 1 0 0 0,0-1-1 0 0,0 0 1 0 0,7-20 239 0 0,-2-1 1 0 0,0 1-1 0 0,-1-1 0 0 0,-1 0 0 0 0,-1 0 1 0 0,-1 0-1 0 0,-3-32 0 0 0,2 26-44 0 0,-24-440 4770 0 0,23 465-4962 0 0,0 0 0 0 0,1 0-1 0 0,0 0 1 0 0,0 0 0 0 0,0 0 0 0 0,0 0 0 0 0,0 0 0 0 0,1 0-1 0 0,-1 0 1 0 0,1 0 0 0 0,0 0 0 0 0,0 0 0 0 0,2-5-1 0 0,1 4-100 0 0,-1 1-1 0 0,1 0 0 0 0,0 0 1 0 0,-1 0-1 0 0,1 0 0 0 0,0 1 1 0 0,1-1-1 0 0,4-1 1 0 0,24-14-14 0 0,0 2 0 0 0,1 1 0 0 0,0 2 0 0 0,1 1 0 0 0,1 2 0 0 0,62-10 0 0 0,-97 19 13 0 0,1 1 1 0 0,0 0-1 0 0,0 0 0 0 0,-1 0 0 0 0,1 0 1 0 0,0 0-1 0 0,0 0 0 0 0,-1 0 0 0 0,1 1 1 0 0,0-1-1 0 0,0 1 0 0 0,-1-1 0 0 0,1 1 1 0 0,0-1-1 0 0,-1 1 0 0 0,1 0 0 0 0,-1 0 1 0 0,1 0-1 0 0,-1 0 0 0 0,1 0 0 0 0,-1 0 1 0 0,0 0-1 0 0,1 1 0 0 0,-1-1 0 0 0,0 0 1 0 0,0 1-1 0 0,0-1 0 0 0,0 1 0 0 0,0-1 1 0 0,0 1-1 0 0,-1 0 0 0 0,1-1 0 0 0,-1 1 1 0 0,1 0-1 0 0,-1-1 0 0 0,1 1 0 0 0,-1 0 1 0 0,0 0-1 0 0,0-1 0 0 0,0 1 0 0 0,0 0 1 0 0,0 0-1 0 0,0 3 0 0 0,-2 10-50 0 0,0 0 0 0 0,-1 0-1 0 0,-1 0 1 0 0,-7 18 0 0 0,5-14 83 0 0,-27 89-32 0 0,-65 247 27 0 0,97-346-573 0 0,-1-1 0 0 0,1 0 0 0 0,1 0 0 0 0,0 1 0 0 0,0 10 0 0 0,0-18 255 0 0,0 0-1 0 0,0 1 0 0 0,0-1 0 0 0,1 1 1 0 0,-1-1-1 0 0,0 0 0 0 0,0 1 1 0 0,1-1-1 0 0,-1 1 0 0 0,1-1 0 0 0,-1 0 1 0 0,1 1-1 0 0,0-1 0 0 0,-1 0 1 0 0,1 0-1 0 0,0 0 0 0 0,0 1 0 0 0,0-1 1 0 0,0 0-1 0 0,0 0 0 0 0,0 0 0 0 0,0 0 1 0 0,0-1-1 0 0,0 1 0 0 0,0 0 1 0 0,1 0-1 0 0,-1-1 0 0 0,0 1 0 0 0,1-1 1 0 0,-1 1-1 0 0,0-1 0 0 0,1 1 1 0 0,-1-1-1 0 0,0 0 0 0 0,1 0 0 0 0,-1 0 1 0 0,1 0-1 0 0,-1 0 0 0 0,2 0 0 0 0,11-6-914 0 0,-10 3 951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58.0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 1334 176 0 0,'1'6'3517'0'0,"1"-12"-1311"0"0,5-31-509 0 0,6-56-866 0 0,-4-353 1742 0 0,-15 358-1219 0 0,-4 0 0 0 0,-4 0 1 0 0,-25-88-1 0 0,34 161-1132 0 0,1-1-1 0 0,0 0 1 0 0,1 0 0 0 0,1 0-1 0 0,0-25 1 0 0,2 36-230 0 0,1-1-1 0 0,0 1 1 0 0,0 0 0 0 0,0 0 0 0 0,1 0-1 0 0,-1 0 1 0 0,1 0 0 0 0,1 0-1 0 0,-1 0 1 0 0,1 1 0 0 0,-1-1 0 0 0,1 1-1 0 0,1-1 1 0 0,-1 1 0 0 0,1 0-1 0 0,-1 1 1 0 0,1-1 0 0 0,0 0 0 0 0,0 1-1 0 0,8-5 1 0 0,12-6-30 0 0,2 0 0 0 0,-1 2 0 0 0,1 1 1 0 0,1 1-1 0 0,0 1 0 0 0,1 1 0 0 0,-1 1 0 0 0,1 2 0 0 0,1 1 0 0 0,-1 1 1 0 0,0 1-1 0 0,41 4 0 0 0,-63-2-1 0 0,1 0 0 0 0,0 1 0 0 0,0 1 0 0 0,-1-1 0 0 0,1 1 0 0 0,-1 0 0 0 0,1 0 0 0 0,-1 1 0 0 0,0 0 0 0 0,0 0 0 0 0,0 0-1 0 0,-1 1 1 0 0,1 0 0 0 0,-1 0 0 0 0,8 7 0 0 0,-10-7 18 0 0,0 0 0 0 0,0 1 0 0 0,0-1 0 0 0,-1 1 0 0 0,0 0 0 0 0,0-1 0 0 0,0 1 0 0 0,0 0 0 0 0,-1 0 0 0 0,0 0 0 0 0,0 1 0 0 0,0-1 0 0 0,-1 0 0 0 0,1 0 0 0 0,-1 0 0 0 0,0 1 0 0 0,-1-1 0 0 0,1 0 0 0 0,-1 0 0 0 0,-3 8 0 0 0,-16 57 36 0 0,-3-1 0 0 0,-39 80 0 0 0,-18 48 727 0 0,62-144-471 0 0,2 0 1 0 0,3 0 0 0 0,1 1 0 0 0,-5 74-1 0 0,17-120-708 0 0,1 0 0 0 0,0 0 0 0 0,0 0 0 0 0,0 0 0 0 0,1 0 0 0 0,0 0 0 0 0,0 0 0 0 0,1 0-1 0 0,5 9 1 0 0,-7-14 31 0 0,0-1 0 0 0,1 1-1 0 0,-1 0 1 0 0,1-1-1 0 0,0 1 1 0 0,0-1 0 0 0,0 1-1 0 0,0-1 1 0 0,0 0-1 0 0,0 0 1 0 0,1 0 0 0 0,-1 0-1 0 0,1 0 1 0 0,-1 0-1 0 0,1-1 1 0 0,0 1 0 0 0,-1-1-1 0 0,1 0 1 0 0,0 0-1 0 0,0 0 1 0 0,0 0 0 0 0,0 0-1 0 0,0-1 1 0 0,0 1-1 0 0,0-1 1 0 0,1 0 0 0 0,2 0-1 0 0,-4 0 299 0 0,-1 0-1 0 0,0-1 0 0 0,0 1 1 0 0,0 0-1 0 0,0-1 0 0 0,0 1 0 0 0,0-1 1 0 0,0 1-1 0 0,0-1 0 0 0,0 1 1 0 0,0-1-1 0 0,0 0 0 0 0,0 1 1 0 0,0-1-1 0 0,-1 0 0 0 0,1 0 1 0 0,0 0-1 0 0,0 1 0 0 0,0-3 1 0 0,1-1-125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58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62 679 136 0 0,'2'29'4451'0'0,"-2"-45"-3611"0"0,-2-77 401 0 0,-4 1 1 0 0,-3 0-1 0 0,-31-125 0 0 0,39 212-1122 0 0,-1 0 0 0 0,1 0 0 0 0,0 0 0 0 0,1 0-1 0 0,-1 0 1 0 0,1 0 0 0 0,0 0 0 0 0,1-9 0 0 0,0 12-109 0 0,0-1-1 0 0,1 0 1 0 0,-1 0 0 0 0,1 1 0 0 0,0-1 0 0 0,0 1 0 0 0,0 0 0 0 0,0-1 0 0 0,0 1-1 0 0,0 0 1 0 0,1 0 0 0 0,-1 0 0 0 0,1 1 0 0 0,-1-1 0 0 0,5-2 0 0 0,21-13 59 0 0,2 1 1 0 0,0 1-1 0 0,1 2 0 0 0,0 1 1 0 0,1 1-1 0 0,49-9 1 0 0,-80 19-58 0 0,1 1 1 0 0,0-1-1 0 0,0 1 0 0 0,0 0 1 0 0,-1 0-1 0 0,1 0 0 0 0,0 0 1 0 0,0 0-1 0 0,-1 0 0 0 0,1 1 1 0 0,0-1-1 0 0,0 1 1 0 0,-1-1-1 0 0,1 1 0 0 0,0-1 1 0 0,-1 1-1 0 0,1 0 0 0 0,-1 0 1 0 0,1 0-1 0 0,-1 0 1 0 0,1 0-1 0 0,-1 0 0 0 0,0 0 1 0 0,1 1-1 0 0,-1-1 0 0 0,0 0 1 0 0,0 1-1 0 0,0-1 1 0 0,0 1-1 0 0,0-1 0 0 0,0 1 1 0 0,0-1-1 0 0,-1 1 0 0 0,1 0 1 0 0,-1-1-1 0 0,1 1 1 0 0,-1 0-1 0 0,1 0 0 0 0,-1-1 1 0 0,0 1-1 0 0,0 0 0 0 0,0 0 1 0 0,0-1-1 0 0,0 3 1 0 0,-1 11 238 0 0,0 1 1 0 0,-1-1 0 0 0,0 0 0 0 0,-6 18 0 0 0,5-19-29 0 0,-20 75 829 0 0,13-52-1280 0 0,1 0 1 0 0,1 1-1 0 0,-4 75 1 0 0,12-108-335 0 0,1 0 0 0 0,-1 0 0 0 0,1 0 0 0 0,0-1 0 0 0,1 1 0 0 0,-1 0 0 0 0,1-1 0 0 0,0 1 0 0 0,0-1 0 0 0,5 7 0 0 0,-6-8 196 0 0,1-1 0 0 0,-1 0 0 0 0,1 0 0 0 0,0 1 0 0 0,0-1 0 0 0,0 0 0 0 0,0-1 0 0 0,0 1 0 0 0,0 0-1 0 0,1-1 1 0 0,-1 1 0 0 0,0-1 0 0 0,1 0 0 0 0,-1 1 0 0 0,1-1 0 0 0,0 0 0 0 0,-1-1 0 0 0,1 1 0 0 0,0 0 0 0 0,4-1 0 0 0,-3 0 88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8:58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31 472 16 0 0,'-9'24'2521'0'0,"5"-35"111"0"0,4-49 528 0 0,1 44-3568 0 0,-19-259 3283 0 0,18 272-2847 0 0,-1-1 0 0 0,1 0 0 0 0,0 1 0 0 0,0-1 1 0 0,0 0-1 0 0,1 1 0 0 0,-1-1 0 0 0,1 1 0 0 0,0-1 0 0 0,0 1 1 0 0,0-1-1 0 0,0 1 0 0 0,1-1 0 0 0,0 1 0 0 0,-1 0 0 0 0,1 0 1 0 0,0 0-1 0 0,0 0 0 0 0,1 0 0 0 0,2-3 0 0 0,3 0 43 0 0,0 0-1 0 0,0 1 1 0 0,0-1 0 0 0,1 2-1 0 0,0-1 1 0 0,13-4-1 0 0,-13 5-26 0 0,0 1 0 0 0,1 0 0 0 0,0 1 0 0 0,0 0 1 0 0,-1 0-1 0 0,1 1 0 0 0,0 0 0 0 0,0 1 0 0 0,16 1 0 0 0,-22 0-23 0 0,0-1 0 0 0,-1 1-1 0 0,1-1 1 0 0,0 1 0 0 0,-1 0 0 0 0,1 1 0 0 0,-1-1 0 0 0,1 1-1 0 0,-1-1 1 0 0,0 1 0 0 0,0 0 0 0 0,0 0 0 0 0,0 1-1 0 0,0-1 1 0 0,0 1 0 0 0,-1-1 0 0 0,1 1 0 0 0,-1 0 0 0 0,1 0-1 0 0,-1 0 1 0 0,0 0 0 0 0,0 0 0 0 0,-1 0 0 0 0,1 1 0 0 0,-1-1-1 0 0,1 1 1 0 0,-1-1 0 0 0,1 6 0 0 0,1 22 1125 0 0,-1 1 0 0 0,-1-1 1 0 0,-2 0-1 0 0,-1 1 0 0 0,-11 55 1 0 0,0 17 512 0 0,12-96-2532 0 0,-1 15-106 0 0,-2-17-4031 0 0,-30-30-9264 0 0,27 18 14015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00.5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1546 24 0 0,'-34'18'3224'0'0,"27"-6"6897"0"0,11-11-10013 0 0,0 0 1 0 0,0 0-1 0 0,0 0 0 0 0,0 0 0 0 0,1-1 1 0 0,-1 0-1 0 0,0 0 0 0 0,6 0 0 0 0,-9 0-26 0 0,56 0 932 0 0,201-9 4312 0 0,-227 5-4542 0 0,0-1-1 0 0,-1-2 1 0 0,1-1-1 0 0,-1-1 0 0 0,-1-2 1 0 0,37-18-1 0 0,-43 16-284 0 0,0-2 1 0 0,-1 0-1 0 0,0-2 0 0 0,-1 0 1 0 0,-1-2-1 0 0,-1 0 0 0 0,0-1 0 0 0,27-39 1 0 0,-10 4 10 0 0,-2 0-1 0 0,39-92 1 0 0,111-238-19 0 0,-160 333-491 0 0,3 1 0 0 0,1 2 0 0 0,3 1 0 0 0,2 2 0 0 0,57-64 0 0 0,-45 63-36 0 0,-25 24-95 0 0,1 1 1 0 0,2 1 0 0 0,0 1-1 0 0,1 1 1 0 0,44-27 0 0 0,-32 27-93 0 0,1 2 1 0 0,74-24-1 0 0,-76 32 436 0 0,0 2-1 0 0,1 0 0 0 0,0 3 0 0 0,0 1 1 0 0,0 2-1 0 0,43 3 0 0 0,-48 0-217 0 0,0 2 0 0 0,0 1 0 0 0,-1 1 0 0 0,0 2 0 0 0,0 1 1 0 0,46 21-1 0 0,-55-20 8 0 0,0 2 1 0 0,-1 0-1 0 0,-1 1 0 0 0,0 1 1 0 0,0 1-1 0 0,-2 1 1 0 0,0 0-1 0 0,-1 1 1 0 0,20 27-1 0 0,-14-11-1 0 0,-1 0 0 0 0,-1 2 0 0 0,-2 0 0 0 0,14 41 0 0 0,44 157-261 0 0,-38-107-206 0 0,-10-40 188 0 0,81 233 1201 0 0,-20-111-857 0 0,-65-163-67 0 0,1-1 0 0 0,2 0 0 0 0,37 44 0 0 0,-43-62 0 0 0,2-1 0 0 0,1-1 0 0 0,1-1 0 0 0,1-2 0 0 0,50 33 0 0 0,-58-43-235 0 0,37 24 336 0 0,89 40 0 0 0,-122-66-1351 0 0,0-1 1 0 0,25 5-1 0 0,-47-13 993 0 0,0 0 1 0 0,1 0 0 0 0,-1 0-1 0 0,0 0 1 0 0,1 0-1 0 0,-1 0 1 0 0,1 0 0 0 0,-1 0-1 0 0,0 0 1 0 0,1 0 0 0 0,-1 0-1 0 0,1 0 1 0 0,-1 0 0 0 0,0 0-1 0 0,1-1 1 0 0,-1 1 0 0 0,0 0-1 0 0,1 0 1 0 0,-1 0-1 0 0,0 0 1 0 0,1-1 0 0 0,-1 1-1 0 0,0 0 1 0 0,1 0 0 0 0,-1-1-1 0 0,0 1 1 0 0,0 0 0 0 0,1-1-1 0 0,-1 1 1 0 0,0 0 0 0 0,0-1-1 0 0,1 1 1 0 0,-1 0-1 0 0,0-1 1 0 0,0 0 0 0 0,1-19-7000 0 0,-8-17 358 0 0,-2 13 5635 0 0,-1 0 1 0 0,0 1-1 0 0,-15-22 0 0 0,21 39 1147 0 0,-11-21-215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01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8 514 60 0 0,'-7'59'4401'0'0,"30"-95"-1559"0"0,-22 35-2835 0 0,19-37 252 0 0,2 0 0 0 0,2 1 0 0 0,55-65 1 0 0,-71 93-146 0 0,1 0 0 0 0,0 1 1 0 0,1 0-1 0 0,0 1 0 0 0,0-1 0 0 0,0 2 1 0 0,1 0-1 0 0,0 0 0 0 0,0 1 1 0 0,1 0-1 0 0,0 1 0 0 0,0 0 1 0 0,0 1-1 0 0,0 1 0 0 0,0-1 0 0 0,0 2 1 0 0,1 0-1 0 0,22 1 0 0 0,4 5 1123 0 0,-1 2-1 0 0,69 20 0 0 0,-65-14 822 0 0,82 12 0 0 0,-109-23-1780 0 0,-1-2 0 0 0,0 1 0 0 0,0-2 0 0 0,0 1 1 0 0,1-2-1 0 0,-1 0 0 0 0,0-1 0 0 0,0 0 0 0 0,25-11 0 0 0,-31 11-171 0 0,-1-1 1 0 0,0 0-1 0 0,0-1 1 0 0,0 1-1 0 0,-1-2 1 0 0,1 1-1 0 0,8-10 1 0 0,-8 7-1096 0 0,0-1 0 0 0,0 0 0 0 0,-1 0 0 0 0,0-1 0 0 0,7-16 0 0 0,-10 19 202 0 0,0 0-1 0 0,0 0 1 0 0,-1 0 0 0 0,0 0-1 0 0,0 0 1 0 0,-1 0 0 0 0,0-1-1 0 0,0 1 1 0 0,0 0-1 0 0,-1-1 1 0 0,0 1 0 0 0,-1-1-1 0 0,0 1 1 0 0,0 0 0 0 0,-1-1-1 0 0,1 1 1 0 0,-1 0-1 0 0,-1 0 1 0 0,-6-13 0 0 0,5 13 473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04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149 1714 24 0 0,'-91'177'2652'0'0,"34"-58"3617"0"0,166-356-1113 0 0,143-354-1681 0 0,45-74 702 0 0,-120 277-2955 0 0,-119 259 609 0 0,-88 176 1753 0 0,16-24-3440 0 0,2 2-1 0 0,0 0 1 0 0,2 0 0 0 0,-10 38-1 0 0,-19 108-441 0 0,34-145 191 0 0,-12 92-497 0 0,16-107 463 0 0,0 0-1 0 0,1 0 1 0 0,1 0 0 0 0,0 1 0 0 0,0-1-1 0 0,1-1 1 0 0,1 1 0 0 0,4 15 0 0 0,-6-25 123 0 0,-1 0 0 0 0,1 0 0 0 0,-1 1 0 0 0,1-1 0 0 0,-1 0 0 0 0,1 0 0 0 0,0 0 0 0 0,0 0 0 0 0,-1 0 0 0 0,1 0 0 0 0,0 0 0 0 0,0 0 0 0 0,0-1 0 0 0,0 1 0 0 0,0 0 0 0 0,0 0 0 0 0,0-1 0 0 0,0 1 0 0 0,0-1 0 0 0,1 1-1 0 0,-1-1 1 0 0,0 1 0 0 0,0-1 0 0 0,0 0 0 0 0,3 1 0 0 0,-1-1 19 0 0,0-1 0 0 0,-1 1-1 0 0,1-1 1 0 0,0 1-1 0 0,-1-1 1 0 0,1 0-1 0 0,0 0 1 0 0,-1 0-1 0 0,1 0 1 0 0,-1-1-1 0 0,3-1 1 0 0,6-5 95 0 0,0 0 1 0 0,-1 0-1 0 0,16-19 1 0 0,-9 6 6 0 0,0-2 0 0 0,-1 0 0 0 0,-1 0 0 0 0,-2-2 0 0 0,12-27 0 0 0,46-136-270 0 0,-57 150 41 0 0,57-154-997 0 0,-78 222 1614 0 0,-6 50-1 0 0,5-24-125 0 0,-38 180 482 0 0,-11 73-4460 0 0,56-286-164 0 0,2-22 3252 0 0,-1 0 0 0 0,0 0 0 0 0,0 0 1 0 0,0-1-1 0 0,0 1 0 0 0,1 0 0 0 0,-1 0 1 0 0,0 0-1 0 0,1 0 0 0 0,-1-1 0 0 0,1 1 0 0 0,-1 0 1 0 0,1 0-1 0 0,-1-1 0 0 0,1 1 0 0 0,-1 0 0 0 0,1-1 1 0 0,0 1-1 0 0,-1-1 0 0 0,1 1 0 0 0,1 0 1 0 0,-1 0-16 0 0,0-1 1 0 0,1 0-1 0 0,-1 0 1 0 0,0 0 0 0 0,0 1-1 0 0,1-1 1 0 0,-1 0 0 0 0,0 0-1 0 0,0-1 1 0 0,1 1 0 0 0,-1 0-1 0 0,0 0 1 0 0,0-1 0 0 0,0 1-1 0 0,1 0 1 0 0,0-1 0 0 0,17-10 986 0 0,-10 5-769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04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0 232 0 0,'-105'310'8903'0'0,"93"-255"-8155"0"0,10-18-4464 0 0,27-52-395 0 0,-2-23 2432 0 0,-16 24 1422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04.7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466 355 232 0 0,'1'0'81'0'0,"0"0"0"0"0,0 0 0 0 0,0 0 0 0 0,0 0 0 0 0,0 0 0 0 0,0 1 0 0 0,0-1 0 0 0,0 0 0 0 0,0 0 0 0 0,0 1 0 0 0,0-1 0 0 0,0 0 1 0 0,-1 1-1 0 0,1-1 0 0 0,0 1 0 0 0,0 0 0 0 0,0-1 0 0 0,0 1 0 0 0,-1 0 0 0 0,1-1 0 0 0,0 1 0 0 0,-1 0 0 0 0,1 0 0 0 0,-1-1 0 0 0,1 1 0 0 0,0 0 0 0 0,-1 0 0 0 0,0 0 0 0 0,1 0 0 0 0,-1 0 0 0 0,0 0 0 0 0,1 0 0 0 0,-1 0 0 0 0,0 0 0 0 0,0 0 0 0 0,0 0 0 0 0,0 2 1 0 0,10 48 2365 0 0,-9-43-1961 0 0,16 188 3455 0 0,-13-122-1479 0 0,17 93 1 0 0,-27-199-1781 0 0,-43-180 530 0 0,39 177-1095 0 0,-1 0 0 0 0,-2 1 1 0 0,-2 0-1 0 0,-31-52 1 0 0,17 44-54 0 0,-2 2 1 0 0,-2 1-1 0 0,-2 1 1 0 0,-1 3-1 0 0,-60-47 1 0 0,-38-10 5708 0 0,142 93-313 0 0,16 0-4016 0 0,2 0-1239 0 0,95 10 835 0 0,240-11 1 0 0,120-47-1363 0 0,-402 41-2871 0 0,-61 6 629 0 0,0 0 0 0 0,1 2 0 0 0,-1 0 0 0 0,22 6-1 0 0,-29-5 1016 0 0,0 1 0 0 0,1 0 0 0 0,-1 1 0 0 0,-1 0-1 0 0,1 0 1 0 0,-1 1 0 0 0,13 10 0 0 0,-14-8 1062 0 0,1 0 0 0 0,-2 1 0 0 0,1 0 1 0 0,10 15-1 0 0,17 33-717 0 0,-18-25 805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08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1533 124 0 0,'1'-3'498'0'0,"1"-1"0"0"0,0 1 0 0 0,0-1 0 0 0,0 1 0 0 0,1 0 0 0 0,-1 0 0 0 0,1 0-1 0 0,4-5 1 0 0,11-12 912 0 0,104-163 4113 0 0,32-54-684 0 0,-12-11-1230 0 0,184-335-1096 0 0,-203 356 266 0 0,-136 233 1493 0 0,-34 9-3326 0 0,-18 8-1564 0 0,-271 105 3038 0 0,336-128-2415 0 0,0 0 0 0 0,0 0-1 0 0,0 0 1 0 0,-1 0 0 0 0,1 0 0 0 0,0 0 0 0 0,0 0 0 0 0,0 0 0 0 0,-1 1 0 0 0,1-1 0 0 0,0 0 0 0 0,0 0 0 0 0,0 0 0 0 0,0 0 0 0 0,0 0 0 0 0,-1 0 0 0 0,1 0 0 0 0,0 0 0 0 0,0 0-1 0 0,0 1 1 0 0,0-1 0 0 0,0 0 0 0 0,-1 0 0 0 0,1 0 0 0 0,0 0 0 0 0,0 0 0 0 0,0 1 0 0 0,0-1 0 0 0,0 0 0 0 0,0 0 0 0 0,0 0 0 0 0,0 0 0 0 0,0 1 0 0 0,0-1 0 0 0,0 0 0 0 0,0 0-1 0 0,0 0 1 0 0,0 0 0 0 0,0 1 0 0 0,0-1 0 0 0,0 0 0 0 0,0 0 0 0 0,0 0 0 0 0,0 1 0 0 0,0-1 0 0 0,0 0 0 0 0,0 0 0 0 0,0 0 0 0 0,0 0 0 0 0,0 1 0 0 0,0-1 0 0 0,0 0 0 0 0,0 0-1 0 0,0 0 1 0 0,1 0 0 0 0,-1 0 0 0 0,0 1 0 0 0,17 8-8 0 0,35 8-319 0 0,-38-12 271 0 0,29 9-464 0 0,49 10 1 0 0,-78-21 461 0 0,-1-1 0 0 0,0 0 0 0 0,1-1 0 0 0,-1-1 0 0 0,1 0 0 0 0,-1-1 0 0 0,1 0 0 0 0,17-5 0 0 0,-29 6 71 0 0,0-1 1 0 0,0 1-1 0 0,0 0 0 0 0,0-1 0 0 0,0 1 1 0 0,0-1-1 0 0,0 0 0 0 0,-1 0 0 0 0,1 0 1 0 0,0 0-1 0 0,0 0 0 0 0,-1 0 0 0 0,1 0 1 0 0,-1-1-1 0 0,1 1 0 0 0,-1 0 0 0 0,1-1 0 0 0,-1 1 1 0 0,0-1-1 0 0,0 0 0 0 0,0 1 0 0 0,2-4 1 0 0,-3 3-11 0 0,0 0 1 0 0,0 0-1 0 0,0 1 0 0 0,-1-1 1 0 0,1 0-1 0 0,0 0 1 0 0,-1 1-1 0 0,0-1 1 0 0,1 0-1 0 0,-1 1 1 0 0,0-1-1 0 0,0 0 0 0 0,0 1 1 0 0,0-1-1 0 0,0 1 1 0 0,0-1-1 0 0,0 1 1 0 0,0 0-1 0 0,-3-3 1 0 0,-4-2-119 0 0,0-1 1 0 0,0 1-1 0 0,-1 0 1 0 0,0 0-1 0 0,0 1 1 0 0,0 1-1 0 0,-15-6 1 0 0,-6 3-986 0 0,-1 7-5027 0 0,30 0 5746 0 0,0 0 0 0 0,0 0 0 0 0,0 0 0 0 0,-1 1 0 0 0,1-1 0 0 0,0 0 0 0 0,0 1 0 0 0,0-1-1 0 0,0 1 1 0 0,0 0 0 0 0,0-1 0 0 0,0 1 0 0 0,0 0 0 0 0,0-1 0 0 0,0 1 0 0 0,0 0 0 0 0,1 0 0 0 0,-1 0-1 0 0,0 0 1 0 0,0 0 0 0 0,1 0 0 0 0,-1 0 0 0 0,1 0 0 0 0,-1 0 0 0 0,1 0 0 0 0,-1 0 0 0 0,1 0 0 0 0,0 0 0 0 0,-1 1-1 0 0,1-1 1 0 0,0 0 0 0 0,0 0 0 0 0,0 0 0 0 0,0 1 0 0 0,0-1 0 0 0,0 0 0 0 0,0 0 0 0 0,1 0 0 0 0,-1 0 0 0 0,0 1-1 0 0,1-1 1 0 0,-1 0 0 0 0,0 0 0 0 0,1 0 0 0 0,-1 0 0 0 0,2 1 0 0 0,2 9-462 0 0,0-1 0 0 0,0-1 1 0 0,1 1-1 0 0,0 0 0 0 0,8 9 0 0 0,-4-8 555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09.3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1559 204 0 0,'-10'27'2729'0'0,"14"-26"716"0"0,9-13-1818 0 0,4-8-831 0 0,-1-1-1 0 0,-1-1 1 0 0,-1 0-1 0 0,-1-1 1 0 0,15-35-1 0 0,42-131 990 0 0,-48 125-1169 0 0,10-26 178 0 0,57-165-1205 0 0,138-277 0 0 0,-216 509 481 0 0,111-198 1031 0 0,-164 246 3962 0 0,-88 33-3241 0 0,64-29 405 0 0,51-23-1726 0 0,1 0 0 0 0,1 2 1 0 0,-1 0-1 0 0,1 0 1 0 0,-12 12-1 0 0,24-20-526 0 0,43 24-713 0 0,-27-18 686 0 0,0-1 0 0 0,1-1 0 0 0,0-1 0 0 0,0 0 1 0 0,0-1-1 0 0,0 0 0 0 0,1-2 0 0 0,-1 0 1 0 0,0 0-1 0 0,0-2 0 0 0,0 0 0 0 0,0-1 1 0 0,27-7-1 0 0,-40 9 76 0 0,0 0 0 0 0,0 0 0 0 0,0-1 0 0 0,-1 1 0 0 0,1 0-1 0 0,0-1 1 0 0,0 0 0 0 0,-1 1 0 0 0,1-1 0 0 0,-1 0 0 0 0,1-1 0 0 0,-1 1 0 0 0,0 0 0 0 0,0-1 0 0 0,0 1 0 0 0,0-1 0 0 0,0 1 0 0 0,-1-1 0 0 0,1 0 0 0 0,1-4 0 0 0,-3 3 5 0 0,1 1 0 0 0,-1 0 0 0 0,0 0 0 0 0,0-1 0 0 0,0 1 0 0 0,-1 0 0 0 0,1-1 0 0 0,-1 1 0 0 0,0 0 0 0 0,0 0 0 0 0,0 0 0 0 0,0 0 1 0 0,0 0-1 0 0,-1 0 0 0 0,1 0 0 0 0,-4-4 0 0 0,-1-2 17 0 0,-1 0 0 0 0,0 0-1 0 0,-1 1 1 0 0,0 0 0 0 0,-1 0 0 0 0,1 1 0 0 0,-1 0 0 0 0,-1 1 0 0 0,1 0-1 0 0,-14-7 1 0 0,3 5-150 0 0,-1 0 0 0 0,1 1 0 0 0,-1 2 0 0 0,-35-6 0 0 0,26 9-3915 0 0,0 5-3769 0 0,18 6-2168 0 0,5 18 4989 0 0,5-15 4177 0 0,0-6 519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27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33 764 120 0 0,'-12'22'833'0'0,"9"-18"-396"0"0,0 0 1 0 0,1 1-1 0 0,0-1 1 0 0,-1 1-1 0 0,1 0 0 0 0,1 0 1 0 0,-1 0-1 0 0,0 5 1741 0 0,30-52 478 0 0,0-12-1811 0 0,-2-1 0 0 0,-3-1 0 0 0,20-73 1 0 0,-17 49-170 0 0,4-10-107 0 0,66-186 510 0 0,-99 287-505 0 0,0-1-1 0 0,0 1 1 0 0,1-1 0 0 0,-1 17 0 0 0,2-11-638 0 0,1-1 0 0 0,1 0 0 0 0,0 0-1 0 0,7 30 1 0 0,16 20-215 0 0,-23-63 241 0 0,0 0 1 0 0,0 0-1 0 0,0 0 1 0 0,0 0 0 0 0,0 0-1 0 0,1 0 1 0 0,-1 0-1 0 0,1 0 1 0 0,-1 0 0 0 0,1-1-1 0 0,0 1 1 0 0,-1-1-1 0 0,1 1 1 0 0,0-1 0 0 0,0 0-1 0 0,0 0 1 0 0,0 1-1 0 0,1-1 1 0 0,-1-1 0 0 0,0 1-1 0 0,5 1 1 0 0,-4-2 6 0 0,0 0 1 0 0,0 0 0 0 0,0-1-1 0 0,0 1 1 0 0,0-1-1 0 0,0 0 1 0 0,0 0-1 0 0,0 0 1 0 0,0 0 0 0 0,0 0-1 0 0,-1-1 1 0 0,1 1-1 0 0,0-1 1 0 0,3-3 0 0 0,4-3 3 0 0,0-1 0 0 0,-1 0 0 0 0,0-1 0 0 0,0 0 0 0 0,-1-1 1 0 0,10-16-1 0 0,69-152-34 0 0,-67 133 61 0 0,-20 108 2712 0 0,-35 149-52 0 0,17-112-3011 0 0,3 0-3550 0 0,15-98 3570 0 0,0-1 0 0 0,0 1 0 0 0,-1 0 0 0 0,1 0 1 0 0,0-1-1 0 0,0 1 0 0 0,0 0 0 0 0,0 0 0 0 0,0 0 1 0 0,0-1-1 0 0,0 1 0 0 0,0 0 0 0 0,0 0 0 0 0,1-1 1 0 0,-1 1-1 0 0,0 0 0 0 0,0 0 0 0 0,1-1 0 0 0,-1 1 1 0 0,0 0-1 0 0,1-1 0 0 0,-1 1 0 0 0,1 0 1 0 0,-1-1-1 0 0,0 1 0 0 0,1-1 0 0 0,0 1 0 0 0,-1 0 1 0 0,1-1-1 0 0,-1 0 0 0 0,1 1 0 0 0,0-1 0 0 0,-1 1 1 0 0,1-1-1 0 0,1 1 0 0 0,14-4-5152 0 0,-4-5 6392 0 0,-6 4-1170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27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 96 0 0,'1'-2'30'0'0,"4"-7"1662"0"0,-4 4-3303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28.5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96 0 0,'-2'11'4994'0'0,"-8"36"-3438"0"0,-23 101 1933 0 0,25-49-5751 0 0,7-98 2179 0 0,1-1-1 0 0,0 0 1 0 0,0 0 0 0 0,0 0 0 0 0,0 0 0 0 0,0 1 0 0 0,0-1 0 0 0,0 0-1 0 0,0 0 1 0 0,0 0 0 0 0,0 0 0 0 0,0 1 0 0 0,0-1 0 0 0,0 0 0 0 0,0 0-1 0 0,0 0 1 0 0,0 1 0 0 0,0-1 0 0 0,0 0 0 0 0,0 0 0 0 0,0 0 0 0 0,0 0-1 0 0,0 1 1 0 0,0-1 0 0 0,0 0 0 0 0,0 0 0 0 0,0 0 0 0 0,0 0 0 0 0,0 1-1 0 0,0-1 1 0 0,0 0 0 0 0,1 0 0 0 0,-1 0 0 0 0,0 0 0 0 0,0 0 0 0 0,0 1-1 0 0,0-1 1 0 0,0 0 0 0 0,1 0 0 0 0,-1 0 0 0 0,0 0 0 0 0,0 0 0 0 0,0 0-1 0 0,0 0 1 0 0,1 0 0 0 0,-1 0 0 0 0,0 0 0 0 0,0 1 0 0 0,0-1 0 0 0,1 0-1 0 0,-1 0 1 0 0,0 0 0 0 0,0 0 0 0 0,0 0 0 0 0,0 0 0 0 0,1-1 0 0 0,-1 1-1 0 0,0 0 1 0 0,0 0 0 0 0,0 0 0 0 0,1 0 0 0 0,-1 0 0 0 0,0 0 0 0 0,0 0-1 0 0,0 0 1 0 0,0 0 0 0 0,0 0 0 0 0,1-1 0 0 0,7-9-1766 0 0,-6 7 1634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28.9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0 196 0 0,'-6'16'5583'0'0,"-13"32"-5436"0"0,18-45-82 0 0,0-1-1 0 0,1 1 1 0 0,-1-1 0 0 0,1 1-1 0 0,-1-1 1 0 0,1 1 0 0 0,0-1 0 0 0,0 1-1 0 0,0-1 1 0 0,0 1 0 0 0,1-1-1 0 0,-1 1 1 0 0,1-1 0 0 0,-1 1 0 0 0,1-1-1 0 0,0 0 1 0 0,0 1 0 0 0,0-1-1 0 0,0 0 1 0 0,0 0 0 0 0,1 0 0 0 0,-1 0-1 0 0,1 0 1 0 0,-1 0 0 0 0,1 0-1 0 0,0 0 1 0 0,0 0 0 0 0,0-1 0 0 0,0 1-1 0 0,0-1 1 0 0,0 1 0 0 0,0-1-1 0 0,0 0 1 0 0,1 0 0 0 0,-1 0 0 0 0,0 0-1 0 0,1 0 1 0 0,-1-1 0 0 0,1 1-1 0 0,-1-1 1 0 0,1 1 0 0 0,-1-1 0 0 0,1 0-1 0 0,-1 0 1 0 0,1 0 0 0 0,-1 0-1 0 0,1-1 1 0 0,-1 1 0 0 0,1-1 0 0 0,-1 0-1 0 0,1 1 1 0 0,-1-1 0 0 0,0 0-1 0 0,1 0 1 0 0,-1 0 0 0 0,0-1 0 0 0,0 1-1 0 0,0-1 1 0 0,0 1 0 0 0,0-1-1 0 0,0 1 1 0 0,0-1 0 0 0,-1 0-1 0 0,1 0 1 0 0,2-3 0 0 0,-3 3 61 0 0,1 0 0 0 0,-1 0 1 0 0,1 0-1 0 0,-1 0 0 0 0,0 0 0 0 0,0 0 0 0 0,0-1 1 0 0,0 1-1 0 0,-1 0 0 0 0,1-1 0 0 0,-1 1 0 0 0,1 0 1 0 0,-1-1-1 0 0,0 1 0 0 0,0 0 0 0 0,0-1 0 0 0,0 1 1 0 0,0-1-1 0 0,0 1 0 0 0,-1 0 0 0 0,1-1 0 0 0,-1 1 1 0 0,1 0-1 0 0,-1 0 0 0 0,0-1 0 0 0,0 1 0 0 0,0 0 1 0 0,0 0-1 0 0,-1 0 0 0 0,1 0 0 0 0,-3-2 0 0 0,2 2-94 0 0,1 1-1 0 0,-2-1 0 0 0,1 1 1 0 0,0-1-1 0 0,0 1 0 0 0,0 0 1 0 0,-1 0-1 0 0,1 0 0 0 0,0 0 0 0 0,-1 1 1 0 0,1-1-1 0 0,-4 0 0 0 0,2 1-368 0 0,0 0 1 0 0,0 0-1 0 0,0 0 0 0 0,1 0 0 0 0,-1 1 0 0 0,0-1 0 0 0,0 1 0 0 0,0 0 1 0 0,-4 2-1 0 0,6-2 117 0 0,0-1 0 0 0,0 1 0 0 0,1 0 0 0 0,-1 0 1 0 0,1 0-1 0 0,-1 0 0 0 0,0 0 0 0 0,1 0 0 0 0,0 0 1 0 0,-1 1-1 0 0,1-1 0 0 0,0 1 0 0 0,0-1 0 0 0,-1 1 1 0 0,1-1-1 0 0,0 1 0 0 0,0-1 0 0 0,1 1 0 0 0,-1 0 1 0 0,0 0-1 0 0,1-1 0 0 0,-1 1 0 0 0,1 0 0 0 0,-1 0 1 0 0,1 0-1 0 0,0 0 0 0 0,0 0 0 0 0,0-1 0 0 0,0 1 1 0 0,0 0-1 0 0,1 4 0 0 0,-1-3 20 0 0,1 0 1 0 0,0 0-1 0 0,0-1 0 0 0,0 1 0 0 0,0 0 1 0 0,1 0-1 0 0,-1-1 0 0 0,1 1 0 0 0,0-1 1 0 0,0 1-1 0 0,-1-1 0 0 0,1 0 0 0 0,1 1 1 0 0,-1-1-1 0 0,0 0 0 0 0,0 0 1 0 0,1-1-1 0 0,-1 1 0 0 0,5 1 0 0 0,1 1-1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29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54 40 0 0,'21'-17'751'0'0,"-5"3"2636"0"0,-62 31-1848 0 0,43-16-1477 0 0,0 1 1 0 0,0 0 0 0 0,0 1 0 0 0,1-1-1 0 0,-1 0 1 0 0,0 1 0 0 0,1-1 0 0 0,0 1 0 0 0,0 0-1 0 0,0 0 1 0 0,0 0 0 0 0,0 0 0 0 0,0 0-1 0 0,1 0 1 0 0,0 1 0 0 0,-1-1 0 0 0,1 0-1 0 0,0 1 1 0 0,1-1 0 0 0,-1 1 0 0 0,1-1 0 0 0,-1 1-1 0 0,1-1 1 0 0,1 8 0 0 0,0-8 24 0 0,-1 0 0 0 0,1 0 1 0 0,1 0-1 0 0,-1 0 0 0 0,0 0 0 0 0,1 0 0 0 0,-1 0 1 0 0,1-1-1 0 0,0 1 0 0 0,0 0 0 0 0,0-1 0 0 0,0 0 1 0 0,1 1-1 0 0,-1-1 0 0 0,0 0 0 0 0,1 0 0 0 0,0 0 1 0 0,-1-1-1 0 0,1 1 0 0 0,0-1 0 0 0,0 1 0 0 0,0-1 1 0 0,0 0-1 0 0,0 0 0 0 0,0 0 0 0 0,0-1 0 0 0,5 1 1 0 0,2 0-35 0 0,-1 0 1 0 0,1-1-1 0 0,-1-1 1 0 0,1 0 0 0 0,-1 0-1 0 0,0-1 1 0 0,0 0-1 0 0,1 0 1 0 0,-1-1 0 0 0,-1 0-1 0 0,1-1 1 0 0,9-5-1 0 0,-14 7-26 0 0,0 0 1 0 0,1 0-1 0 0,-1-1 0 0 0,0 0 0 0 0,-1 1 0 0 0,1-1 0 0 0,0-1 0 0 0,-1 1 0 0 0,0 0 0 0 0,1-1 0 0 0,-2 0 1 0 0,1 0-1 0 0,0 0 0 0 0,-1 0 0 0 0,1 0 0 0 0,-1 0 0 0 0,0 0 0 0 0,-1-1 0 0 0,1 1 0 0 0,-1-1 1 0 0,0 0-1 0 0,0 1 0 0 0,0-1 0 0 0,-1 0 0 0 0,1-8 0 0 0,-2 11 25 0 0,1 0 1 0 0,0 1-1 0 0,-1-1 1 0 0,1 0-1 0 0,-1 0 1 0 0,0 0-1 0 0,1 0 0 0 0,-1 0 1 0 0,0 1-1 0 0,0-1 1 0 0,0 0-1 0 0,0 1 0 0 0,-1-1 1 0 0,1 1-1 0 0,0-1 1 0 0,-1 1-1 0 0,1 0 1 0 0,-1 0-1 0 0,1-1 0 0 0,-1 1 1 0 0,-1-1-1 0 0,-2 0-25 0 0,1 0-1 0 0,0 1 0 0 0,-1 0 0 0 0,1-1 1 0 0,-1 1-1 0 0,0 1 0 0 0,1-1 0 0 0,-9 1 1 0 0,-4 0-542 0 0,-1 1 1 0 0,0 2 0 0 0,-27 6 0 0 0,-6 7-1856 0 0,48-15 1903 0 0,-1 1-1 0 0,1-1 1 0 0,0 1-1 0 0,-1 0 1 0 0,1 0-1 0 0,0 0 1 0 0,0 0-1 0 0,0 1 1 0 0,0-1-1 0 0,1 1 1 0 0,-5 5-1 0 0,7-8-84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49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1248 212 0 0,'-26'61'2444'0'0,"22"-36"3802"0"0,23-54-4539 0 0,-10 17-1504 0 0,68-132 1314 0 0,86-224-1 0 0,-78 162-1082 0 0,-10 36-337 0 0,140-235 1 0 0,-263 441 12 0 0,10-10-220 0 0,-54 27 1 0 0,92-52 99 0 0,0-1 0 0 0,0 1 0 0 0,0-1 1 0 0,1 1-1 0 0,-1-1 0 0 0,0 0 1 0 0,0 1-1 0 0,0-1 0 0 0,1 1 0 0 0,-1-1 1 0 0,0 0-1 0 0,0 1 0 0 0,1-1 1 0 0,-1 0-1 0 0,0 1 0 0 0,1-1 0 0 0,-1 0 1 0 0,1 1-1 0 0,-1-1 0 0 0,0 0 1 0 0,1 0-1 0 0,-1 0 0 0 0,1 1 0 0 0,-1-1 1 0 0,0 0-1 0 0,1 0 0 0 0,-1 0 1 0 0,1 0-1 0 0,-1 0 0 0 0,1 0 0 0 0,-1 0 1 0 0,1 0-1 0 0,-1 0 0 0 0,1 0 1 0 0,-1 0-1 0 0,0 0 0 0 0,2 0 0 0 0,20 6-127 0 0,-3-4 118 0 0,-1 0 0 0 0,1-1 0 0 0,-1 0 0 0 0,1-2 0 0 0,-1 0 0 0 0,1-2 0 0 0,-1 0 0 0 0,0 0 0 0 0,0-2 0 0 0,32-12 0 0 0,-50 17 29 0 0,1 0 0 0 0,-1 0 0 0 0,0 0 0 0 0,1 0 0 0 0,-1-1 0 0 0,1 1 0 0 0,-1 0 0 0 0,0 0 0 0 0,1 0 0 0 0,-1 0 0 0 0,0-1 0 0 0,1 1 0 0 0,-1 0 0 0 0,0 0 0 0 0,1-1 0 0 0,-1 1 0 0 0,0 0 0 0 0,1-1 0 0 0,-1 1 0 0 0,0 0-1 0 0,0-1 1 0 0,1 1 0 0 0,-1 0 0 0 0,0-1 0 0 0,0 1 0 0 0,0 0 0 0 0,0-1 0 0 0,1 1 0 0 0,-1-1 0 0 0,0 1 0 0 0,0 0 0 0 0,0-1 0 0 0,0 1 0 0 0,0-1 0 0 0,0 1 0 0 0,0 0 0 0 0,0-1 0 0 0,0 1 0 0 0,0-1 0 0 0,0 1 0 0 0,-1-1 0 0 0,1 0 0 0 0,-19-12 398 0 0,-32-5-15 0 0,50 18-397 0 0,-26-6-374 0 0,0 0 1 0 0,0 2 0 0 0,-1 1-1 0 0,-39 1 1 0 0,-51 9-4228 0 0,104-4 2300 0 0,17 2-1060 0 0,22 3 1021 0 0,-15-5 2095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30.6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414 314 104 0 0,'5'-23'3086'0'0,"-14"39"2170"0"0,-6 22-655 0 0,10-21-5180 0 0,-5 24 2159 0 0,-5 51-1 0 0,-2 13 961 0 0,8-126-1785 0 0,-12-33-815 0 0,9 17 47 0 0,-1 0 0 0 0,-2 1 0 0 0,-1 1-1 0 0,-2 0 1 0 0,-2 2 0 0 0,-1 0 0 0 0,-1 1 0 0 0,-2 1 0 0 0,-40-40 0 0 0,39 45-60 0 0,-15-14-65 0 0,12 21 2890 0 0,34 17-2485 0 0,0 1-1 0 0,0 1 1 0 0,1-1 0 0 0,-1 1-1 0 0,0 0 1 0 0,0 1 0 0 0,11 1-1 0 0,9 0 367 0 0,65-4 2255 0 0,119-18 0 0 0,-12-17-4676 0 0,-197 37 1412 0 0,1-1-1 0 0,-1 1 1 0 0,0 0 0 0 0,0-1-1 0 0,0 1 1 0 0,1 0 0 0 0,-1 0 0 0 0,0 0-1 0 0,1 0 1 0 0,-1 0 0 0 0,0 0-1 0 0,0 1 1 0 0,1-1 0 0 0,-1 0-1 0 0,0 0 1 0 0,0 1 0 0 0,0-1 0 0 0,0 1-1 0 0,1-1 1 0 0,-1 1 0 0 0,0 0-1 0 0,0-1 1 0 0,0 1 0 0 0,0 0 0 0 0,2 2-1 0 0,-2-1-160 0 0,0 0 0 0 0,-1 0 0 0 0,1 0 0 0 0,0 0 1 0 0,0 0-1 0 0,-1 0 0 0 0,0 0 0 0 0,1 0 0 0 0,-1 1 0 0 0,0-1 0 0 0,0 0 0 0 0,0 0 0 0 0,-1 5 0 0 0,-2 10-1403 0 0,-1 0 0 0 0,0 0 0 0 0,-9 20 0 0 0,8-21 1603 0 0,-34 97-1826 0 0,28-82 1866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30.9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0 88 0 0,'5'3'9766'0'0,"-2"-1"-7782"0"0,-1 7-1607 0 0,-1-1-1 0 0,0 1 1 0 0,-1-1 0 0 0,0 1 0 0 0,0 0 0 0 0,-1-1-1 0 0,-2 14 1 0 0,0-2-445 0 0,-4 13-1219 0 0,0 7-6443 0 0,25-49 2297 0 0,-13 4 5207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31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2 101 108 0 0,'77'-81'10038'0'0,"-97"116"-8004"0"0,18-30-1924 0 0,-1 1 0 0 0,1-1 0 0 0,0 1 0 0 0,1-1-1 0 0,-1 1 1 0 0,1-1 0 0 0,0 1 0 0 0,0 0-1 0 0,1 11 1 0 0,0-16-87 0 0,0 0 0 0 0,1 0 1 0 0,-1 1-1 0 0,1-1 0 0 0,-1 0 0 0 0,1 0 0 0 0,-1 1 0 0 0,1-1 0 0 0,0 0 0 0 0,0 0 1 0 0,-1 0-1 0 0,1 0 0 0 0,0 0 0 0 0,0 0 0 0 0,0 0 0 0 0,0-1 0 0 0,0 1 0 0 0,2 1 1 0 0,0 0-32 0 0,0-1 1 0 0,0 0 0 0 0,1 0 0 0 0,-1 0-1 0 0,0 0 1 0 0,1-1 0 0 0,-1 1 0 0 0,1-1-1 0 0,6 0 1 0 0,-4 0 2 0 0,0-1 0 0 0,1 0 1 0 0,-1 0-1 0 0,0-1 0 0 0,0 0 0 0 0,0 0 0 0 0,0 0 0 0 0,-1-1 0 0 0,1 1 0 0 0,0-1 0 0 0,-1-1 0 0 0,6-4 1 0 0,-7 6 1 0 0,-1-1 1 0 0,0 0 0 0 0,0 1 0 0 0,1-1 0 0 0,-2-1 0 0 0,1 1 0 0 0,0 0 0 0 0,-1-1 0 0 0,0 1 0 0 0,1-1 0 0 0,-1 0 0 0 0,-1 0 0 0 0,1 0 0 0 0,-1 0 0 0 0,1 0 0 0 0,-1 0 0 0 0,0 0 0 0 0,0-8 0 0 0,0 12-6 0 0,-1-1 0 0 0,0 1 0 0 0,0 0 0 0 0,0 0 0 0 0,0-1 0 0 0,0 1 0 0 0,0 0 0 0 0,0-1 0 0 0,0 1 0 0 0,0 0 0 0 0,-1 0 0 0 0,1-1 0 0 0,0 1 1 0 0,0 0-1 0 0,0-1 0 0 0,0 1 0 0 0,0 0 0 0 0,0 0 0 0 0,0-1 0 0 0,-1 1 0 0 0,1 0 0 0 0,0 0 0 0 0,0-1 0 0 0,0 1 0 0 0,-1 0 0 0 0,1 0 0 0 0,0 0 1 0 0,0 0-1 0 0,-1-1 0 0 0,1 1 0 0 0,0 0 0 0 0,0 0 0 0 0,-1 0 0 0 0,1 0 0 0 0,0 0 0 0 0,-1 0 0 0 0,1 0 0 0 0,0-1 0 0 0,-14 7-1094 0 0,-7 14-850 0 0,20-17 1935 0 0,0 1 0 0 0,0-1 1 0 0,0 0-1 0 0,1 0 0 0 0,0 0 0 0 0,-1 1 0 0 0,1-1 1 0 0,1 0-1 0 0,-1 0 0 0 0,0 0 0 0 0,1 1 0 0 0,-1-1 1 0 0,1 0-1 0 0,0 0 0 0 0,0 0 0 0 0,1 0 0 0 0,-1 0 1 0 0,0 0-1 0 0,1 0 0 0 0,0-1 0 0 0,0 1 0 0 0,0 0 1 0 0,0-1-1 0 0,2 3 0 0 0,1 1 147 0 0,0-1 0 0 0,0 0 0 0 0,1 0 0 0 0,0-1 0 0 0,-1 0 0 0 0,2 0 0 0 0,-1 0 0 0 0,0 0 0 0 0,12 3 0 0 0,-13-5-41 0 0,0-1 0 0 0,0-1 1 0 0,0 1-1 0 0,0-1 0 0 0,1 0 0 0 0,-1 0 1 0 0,0 0-1 0 0,0-1 0 0 0,0 1 0 0 0,0-1 1 0 0,0-1-1 0 0,0 1 0 0 0,6-3 0 0 0,-8 3-10 0 0,0 0 0 0 0,0-1-1 0 0,0 1 1 0 0,0-1 0 0 0,0 0 0 0 0,-1 1-1 0 0,1-1 1 0 0,0-1 0 0 0,-1 1 0 0 0,0 0-1 0 0,1-1 1 0 0,-1 1 0 0 0,0-1 0 0 0,0 1-1 0 0,0-1 1 0 0,-1 0 0 0 0,1 0 0 0 0,0 0-1 0 0,-1 0 1 0 0,0 0 0 0 0,1-6 0 0 0,-2 7-36 0 0,0-1 0 0 0,0 0 0 0 0,-1 1 1 0 0,1-1-1 0 0,-1 0 0 0 0,0 1 0 0 0,0-1 0 0 0,0 1 1 0 0,0-1-1 0 0,0 1 0 0 0,0-1 0 0 0,-1 1 1 0 0,1 0-1 0 0,-1 0 0 0 0,0 0 0 0 0,0 0 1 0 0,1 0-1 0 0,-1 0 0 0 0,-1 0 0 0 0,1 0 0 0 0,0 1 1 0 0,0-1-1 0 0,-4-1 0 0 0,-61-32-2116 0 0,59 32 1476 0 0,-8-4-670 0 0,-1 1 1 0 0,0 1 0 0 0,0 1-1 0 0,0 0 1 0 0,-1 1 0 0 0,-22-1-1 0 0,-58 3-1883 0 0,73 1 3104 0 0,2 0-197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50.4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1044 172 0 0,'0'0'120'0'0,"0"0"0"0"0,0 1 0 0 0,-1-1 0 0 0,1 0 0 0 0,0 1-1 0 0,-1-1 1 0 0,1 0 0 0 0,0 0 0 0 0,-1 1 0 0 0,1-1 0 0 0,0 0 0 0 0,-1 0 0 0 0,1 0 0 0 0,-1 1 0 0 0,1-1 0 0 0,0 0-1 0 0,-1 0 1 0 0,1 0 0 0 0,-1 0 0 0 0,1 0 0 0 0,0 0 0 0 0,-1 0 0 0 0,1 0 0 0 0,-1 0 0 0 0,1 0 0 0 0,0 0-1 0 0,-1 0 1 0 0,1 0 0 0 0,-1 0 0 0 0,1 0 0 0 0,0-1 0 0 0,-1 1 0 0 0,1 0 0 0 0,-1 0 0 0 0,1 0 0 0 0,0-1 0 0 0,-1 1-1 0 0,1 0 1 0 0,0 0 0 0 0,0-1 0 0 0,-1 1 0 0 0,1 0 0 0 0,0-1 0 0 0,-1 1 0 0 0,1 0 0 0 0,0-1 0 0 0,0 1-1 0 0,6-27 3392 0 0,-5 24-3924 0 0,31-79 1399 0 0,2 1 0 0 0,67-111 0 0 0,111-140-335 0 0,-175 278-686 0 0,2 2 0 0 0,2 2 0 0 0,75-72 0 0 0,-135 114 4222 0 0,-37-1-2683 0 0,-22-4-771 0 0,39 6-261 0 0,-76-3 0 0 0,114 10-447 0 0,4 2-28 0 0,0 0-1 0 0,0 0 1 0 0,0 0 0 0 0,0-1-1 0 0,0 1 1 0 0,1-1 0 0 0,-1 0-1 0 0,6 2 1 0 0,-1 0-32 0 0,189 59-191 0 0,-106-36-324 0 0,-109-20-6629 0 0,-27 7 1733 0 0,-35-17 293 0 0,51 1 4297 0 0,19 2 608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06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 0 200 0 0,'-3'1'233'0'0,"-1"0"0"0"0,1 0 1 0 0,-1 0-1 0 0,1 1 0 0 0,-1-1 0 0 0,1 1 1 0 0,0 0-1 0 0,0 0 0 0 0,0 0 0 0 0,0 0 0 0 0,0 1 1 0 0,0-1-1 0 0,0 1 0 0 0,1 0 0 0 0,-1-1 0 0 0,1 1 1 0 0,-3 6-1 0 0,-33 56 1758 0 0,35-60-2031 0 0,1 0 0 0 0,0 0-1 0 0,1 0 1 0 0,-1 0 0 0 0,1 0 0 0 0,0 0-1 0 0,0 0 1 0 0,1 0 0 0 0,-1 0 0 0 0,1 0-1 0 0,0 1 1 0 0,1-1 0 0 0,-1 0 0 0 0,1 0-1 0 0,0 0 1 0 0,0 0 0 0 0,1 0 0 0 0,-1 0-1 0 0,1 0 1 0 0,0 0 0 0 0,1-1 0 0 0,-1 1-1 0 0,6 7 1 0 0,-4-7-206 0 0,0-1 0 0 0,1 1 0 0 0,0-1 0 0 0,0 0 0 0 0,0 0 0 0 0,0 0 0 0 0,1-1 0 0 0,-1 1 0 0 0,1-2 0 0 0,0 1 0 0 0,0 0 0 0 0,0-1-1 0 0,0 0 1 0 0,1-1 0 0 0,-1 1 0 0 0,0-1 0 0 0,1-1 0 0 0,-1 1 0 0 0,7-1 0 0 0,3 0 10 0 0,0-3 30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0:59:06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 63 52 0 0,'-4'-5'276'0'0,"0"0"0"0"0,0 1 1 0 0,-1-1-1 0 0,0 1 0 0 0,0 0 0 0 0,0 0 0 0 0,-1 1 1 0 0,1 0-1 0 0,-1 0 0 0 0,0 0 0 0 0,1 0 1 0 0,-1 1-1 0 0,-1 0 0 0 0,1 0 0 0 0,0 1 0 0 0,0 0 1 0 0,-12-1-1 0 0,17 2-235 0 0,7-6-4788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1:00:10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4057 1 156 0 0,'-6'2'11629'0'0,"-2"10"-10598"0"0,2-3-252 0 0,-2 0-601 0 0,-1 0 0 0 0,-1 0 1 0 0,0-1-1 0 0,0 0 0 0 0,0-1 1 0 0,-1 0-1 0 0,-17 8 1 0 0,-89 34-1 0 0,88-38-131 0 0,-238 80-1003 0 0,-290 57 1 0 0,414-113 794 0 0,-283 57 16 0 0,-3-18 0 0 0,-573 24 0 0 0,790-88 729 0 0,-386-31 0 0 0,482 4 315 0 0,152 38-1262 0 0,-10-3 318 0 0,-21-15 50 0 0,-1 1-1 0 0,1-1 0 0 0,-1 1 0 0 0,0 0 0 0 0,0 1 1 0 0,0-1-1 0 0,-1 1 0 0 0,1-1 0 0 0,-1 1 1 0 0,0 0-1 0 0,-1 0 0 0 0,4 7 0 0 0,-6-9-12 0 0,1-1-1 0 0,-1 1 1 0 0,1-1-1 0 0,-1 0 1 0 0,0 1-1 0 0,0-1 1 0 0,0 1-1 0 0,0-1 1 0 0,-1 1-1 0 0,1-1 0 0 0,0 1 1 0 0,-1-1-1 0 0,0 0 1 0 0,0 1-1 0 0,0-1 1 0 0,0 0-1 0 0,0 0 1 0 0,0 0-1 0 0,0 0 1 0 0,-1 0-1 0 0,1 0 1 0 0,-1 0-1 0 0,1 0 1 0 0,-1 0-1 0 0,0 0 0 0 0,0-1 1 0 0,0 1-1 0 0,0-1 1 0 0,0 0-1 0 0,0 1 1 0 0,-3 0-1 0 0,2-1-33 0 0,-1 0 0 0 0,1 0 0 0 0,-1 0 0 0 0,1 0 0 0 0,-1-1 0 0 0,1 1 0 0 0,-1-1 0 0 0,1 0 0 0 0,-1 0 0 0 0,0-1 0 0 0,1 1 0 0 0,-1-1 0 0 0,1 0 0 0 0,-1 1 0 0 0,1-2 0 0 0,-7-2 0 0 0,2 1-12 0 0,0 0 1 0 0,0-1 0 0 0,0 0-1 0 0,1-1 1 0 0,-14-9 0 0 0,21 13 26 0 0,57 0-324 0 0,170 10-316 0 0,-227-9 679 0 0,1 0 0 0 0,-1 0 1 0 0,0 1-1 0 0,0-1 0 0 0,0 0 0 0 0,0 0 0 0 0,0 0 0 0 0,0 0 0 0 0,1 0 0 0 0,-1 0 0 0 0,0 0 0 0 0,0 0 0 0 0,0 0 0 0 0,0 0 0 0 0,0 0 0 0 0,0 0 0 0 0,1 0 0 0 0,-1 0 0 0 0,0 0 0 0 0,0 0 0 0 0,0 0 0 0 0,0-1 0 0 0,0 1 0 0 0,0 0 0 0 0,1 0 0 0 0,-1 0 0 0 0,0 0 0 0 0,0 0 0 0 0,0 0 0 0 0,0 0 0 0 0,0 0 0 0 0,0 0 0 0 0,0 0 0 0 0,0 0 0 0 0,0-1 0 0 0,1 1 0 0 0,-1 0 0 0 0,0 0 0 0 0,0 0 0 0 0,0 0 0 0 0,0 0 0 0 0,0 0 1 0 0,0-1-1 0 0,0 1 0 0 0,0 0 0 0 0,0 0 0 0 0,0 0 0 0 0,0 0 0 0 0,0 0 0 0 0,0 0 0 0 0,0-1 0 0 0,0 1 0 0 0,0 0 0 0 0,0 0 0 0 0,0 0 0 0 0,0 0 0 0 0,0 0 0 0 0,0 0 0 0 0,0-1 0 0 0,0 1 0 0 0,-1 0 0 0 0,1 0 0 0 0,0 0 0 0 0,0 0 0 0 0,0 0 0 0 0,0 0 0 0 0,0 0 0 0 0,0-1 0 0 0,-14-11 455 0 0,-37-21-119 0 0,27 18-164 0 0,0-1-131 0 0,16 12-89 0 0,1 0-1 0 0,-1-1 1 0 0,1 0-1 0 0,0 0 0 0 0,1 0 1 0 0,-1-1-1 0 0,1 0 1 0 0,0-1-1 0 0,1 1 0 0 0,-1-1 1 0 0,-7-13-1 0 0,13 19 22 0 0,0 1 0 0 0,-1-1 0 0 0,1 1 1 0 0,0-1-1 0 0,0 1 0 0 0,0-1 0 0 0,0 1 0 0 0,0-1 0 0 0,0 1 0 0 0,0-1 0 0 0,0 1 0 0 0,0-1 0 0 0,0 1 0 0 0,0-1 0 0 0,0 1 0 0 0,0-1 1 0 0,0 1-1 0 0,0-1 0 0 0,1 1 0 0 0,-1 0 0 0 0,0-1 0 0 0,0 1 0 0 0,1-1 0 0 0,-1 1 0 0 0,0-1 0 0 0,0 1 0 0 0,1 0 0 0 0,-1-1 0 0 0,1 1 1 0 0,-1 0-1 0 0,0-1 0 0 0,1 1 0 0 0,-1 0 0 0 0,1-1 0 0 0,0 1 0 0 0,23-5-247 0 0,26 10-12 0 0,139 38 164 0 0,-238-78-384 0 0,-40-12-893 0 0,57 32 1018 0 0,-58-38 1 0 0,127 66 433 0 0,41 14 436 0 0,-57-18-334 0 0,-7-3 33 0 0,-1 1 0 0 0,1 0 0 0 0,-1 1 1 0 0,17 13-1 0 0,-30-20-183 0 0,0-1-1 0 0,1 0 1 0 0,-1 0 0 0 0,0 0 0 0 0,0 0 0 0 0,0 1 0 0 0,0-1 0 0 0,0 0-1 0 0,1 0 1 0 0,-1 0 0 0 0,0 1 0 0 0,0-1 0 0 0,0 0 0 0 0,0 0-1 0 0,0 0 1 0 0,0 1 0 0 0,0-1 0 0 0,0 0 0 0 0,0 0 0 0 0,0 1 0 0 0,0-1-1 0 0,0 0 1 0 0,0 0 0 0 0,0 0 0 0 0,0 1 0 0 0,0-1 0 0 0,0 0 0 0 0,0 0-1 0 0,0 1 1 0 0,-1-1 0 0 0,1 0 0 0 0,0 0 0 0 0,0 0 0 0 0,0 0-1 0 0,0 1 1 0 0,0-1 0 0 0,0 0 0 0 0,-1 0 0 0 0,1 0 0 0 0,0 0 0 0 0,0 1-1 0 0,0-1 1 0 0,-1 0 0 0 0,-13 8 190 0 0,-17 1-263 0 0,18-6-79 0 0,0-1 0 0 0,0 0 1 0 0,0-1-1 0 0,0-1 0 0 0,0 0 1 0 0,0-1-1 0 0,0 0 0 0 0,0-1 1 0 0,0 0-1 0 0,-20-7 0 0 0,33 8 49 0 0,41 21-642 0 0,31 6 38 0 0,-24-11-2508 0 0,-54-16-1384 0 0,-12-2 3771 0 0,5 1 359 0 0,4 0 243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1:00:13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153 118 108 0 0,'-10'-36'626'0'0,"9"29"-103"0"0,-1 0 0 0 0,0 0 1 0 0,0 0-1 0 0,0 0 0 0 0,-1 0 1 0 0,0 0-1 0 0,-1 1 0 0 0,1 0 1 0 0,-1-1-1 0 0,-6-6 2241 0 0,8 34-2392 0 0,0 0 0 0 0,-2 0 0 0 0,-7 25-1 0 0,-2 16-609 0 0,-19 135-2422 0 0,-11 348 0 0 0,54-470-1476 0 0,-10-75 3905 0 0,3 0 26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1:00:13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60 138 12 0 0,'6'-48'695'0'0,"4"-42"3718"0"0,-7 129-3478 0 0,-39 547 652 0 0,10-262-1698 0 0,22-262-230 0 0,-6 98-1097 0 0,8-55-260 0 0,4-99-668 0 0,4-14 1489 0 0,4-13 307 0 0,-7 13 381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1:00:14.1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57 172 0 0,'2'-9'293'0'0,"-2"5"-71"0"0,1 1-1 0 0,-1 0 0 0 0,1-1 1 0 0,0 1-1 0 0,0-1 1 0 0,0 1-1 0 0,1 0 1 0 0,-1 0-1 0 0,1 0 0 0 0,0-1 1 0 0,0 2-1 0 0,4-6 1 0 0,-6 8-174 0 0,1 1 1 0 0,0 0 0 0 0,0 0 0 0 0,-1 0 0 0 0,1 0 0 0 0,0 0-1 0 0,-1 0 1 0 0,1 0 0 0 0,-1 0 0 0 0,1 0 0 0 0,-1 0 0 0 0,1 0-1 0 0,-1 0 1 0 0,0 0 0 0 0,1 0 0 0 0,-1 0 0 0 0,0 0 0 0 0,0 0-1 0 0,0 0 1 0 0,0 0 0 0 0,0 3 0 0 0,1 28 302 0 0,-1-30-306 0 0,-22 368 2282 0 0,6-182-1785 0 0,-9 147-137 0 0,-15 271-3238 0 0,39-580 2591 0 0,-1-14 17 0 0,1-1 0 0 0,1 1 0 0 0,0 0 1 0 0,0-1-1 0 0,1 1 0 0 0,1-1 1 0 0,0 1-1 0 0,6 20 0 0 0,-8-32 171 0 0,1 0 1 0 0,-1 0-1 0 0,1 0 0 0 0,-1 0 0 0 0,0 0 0 0 0,1 0 0 0 0,-1 0 0 0 0,1 0 0 0 0,-1 0 0 0 0,0 0 1 0 0,1-1-1 0 0,-1 1 0 0 0,1 0 0 0 0,-1 0 0 0 0,0 0 0 0 0,1-1 0 0 0,-1 1 0 0 0,0 0 1 0 0,1 0-1 0 0,-1-1 0 0 0,0 1 0 0 0,1 0 0 0 0,-1 0 0 0 0,0-1 0 0 0,0 1 0 0 0,1 0 0 0 0,-1-1 1 0 0,0 1-1 0 0,0-1 0 0 0,0 1 0 0 0,1 0 0 0 0,-1-1 0 0 0,0 1 0 0 0,0-1 0 0 0,0 1 1 0 0,0 0-1 0 0,0-1 0 0 0,0 1 0 0 0,0-1 0 0 0,0 1 0 0 0,0 0 0 0 0,0-2 0 0 0,8-21-398 0 0,-4 10 251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1:00:14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80 68 0 0,'7'-22'338'0'0,"-6"17"-64"0"0,0-1-1 0 0,1 1 1 0 0,-1 0 0 0 0,1 0-1 0 0,1 0 1 0 0,-1 0-1 0 0,1 0 1 0 0,-1 1-1 0 0,7-9 1 0 0,-8 13-73 0 0,0 1-139 0 0,-1 0 0 0 0,1-1-1 0 0,0 1 1 0 0,0 0 0 0 0,-1 0 0 0 0,1 0 0 0 0,0 0 0 0 0,-1 0 0 0 0,1-1-1 0 0,-1 1 1 0 0,1 0 0 0 0,-1 0 0 0 0,0 1 0 0 0,1-1 0 0 0,-1 0-1 0 0,0 0 1 0 0,0 0 0 0 0,0 0 0 0 0,1 0 0 0 0,-1 0 0 0 0,-1 2-1 0 0,4 35 526 0 0,-3-29-348 0 0,1 129 1466 0 0,-22 183 0 0 0,20-304-1675 0 0,-77 581 637 0 0,33-291-2534 0 0,41-281 1447 0 0,1-7-245 0 0,0 0 1 0 0,2 0-1 0 0,0 0 1 0 0,3 33-1 0 0,1-50-1964 0 0,1-8 1891 0 0,3-11 424 0 0,-4 6 105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1:00:14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92 108 0 0,'5'-12'561'0'0,"1"0"-1"0"0,0 1 1 0 0,1 0-1 0 0,0 1 1 0 0,1 0-1 0 0,13-15 1 0 0,-20 25-526 0 0,-1 0 0 0 0,1 0 0 0 0,-1 0 1 0 0,0 0-1 0 0,1 0 0 0 0,-1 1 0 0 0,1-1 0 0 0,-1 0 1 0 0,0 0-1 0 0,1 1 0 0 0,-1-1 0 0 0,1 0 0 0 0,-1 0 1 0 0,0 1-1 0 0,1-1 0 0 0,-1 0 0 0 0,0 1 0 0 0,0-1 1 0 0,1 1-1 0 0,-1-1 0 0 0,0 0 0 0 0,0 1 0 0 0,0-1 1 0 0,1 1-1 0 0,-1-1 0 0 0,0 0 0 0 0,0 1 0 0 0,0-1 1 0 0,0 1-1 0 0,0-1 0 0 0,0 1 0 0 0,0-1 0 0 0,0 1 1 0 0,0-1-1 0 0,0 0 0 0 0,0 1 0 0 0,0-1 0 0 0,0 1 1 0 0,-1-1-1 0 0,1 1 0 0 0,2 21 512 0 0,-7 65 926 0 0,-26 144 0 0 0,16-139-1228 0 0,-22 145-116 0 0,-54 390-209 0 0,47-207-1999 0 0,42-387 987 0 0,0 0 0 0 0,3-1 1 0 0,5 48-1 0 0,-5-80 1027 0 0,-1 0 0 0 0,0 0 0 0 0,0 0 0 0 0,0-1 0 0 0,0 1 0 0 0,0 0 0 0 0,0 0 0 0 0,0 0 0 0 0,0 0 0 0 0,0 0 1 0 0,0 0-1 0 0,1 0 0 0 0,-1 0 0 0 0,0 0 0 0 0,0 0 0 0 0,0 0 0 0 0,0 0 0 0 0,0 0 0 0 0,0 0 0 0 0,0 0 0 0 0,0 0 1 0 0,0 0-1 0 0,1 0 0 0 0,-1 0 0 0 0,0 0 0 0 0,0 0 0 0 0,0 0 0 0 0,0 1 0 0 0,0-1 0 0 0,0 0 0 0 0,0 0 0 0 0,0 0 0 0 0,0 0 1 0 0,0 0-1 0 0,0 0 0 0 0,0 0 0 0 0,1 0 0 0 0,-1 0 0 0 0,0 0 0 0 0,0 0 0 0 0,0 0 208 0 0,2-5-356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8-19T01:00:15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10 120 0 0,'0'-1'52'0'0,"0"1"-1"0"0,0 0 1 0 0,0-1 0 0 0,0 1-1 0 0,1-1 1 0 0,-1 1-1 0 0,0 0 1 0 0,0-1 0 0 0,0 1-1 0 0,0 0 1 0 0,0-1 0 0 0,1 1-1 0 0,-1 0 1 0 0,0-1-1 0 0,0 1 1 0 0,0 0 0 0 0,1-1-1 0 0,-1 1 1 0 0,0 0 0 0 0,1 0-1 0 0,-1-1 1 0 0,0 1 0 0 0,1 0-1 0 0,-1 0 1 0 0,0 0-1 0 0,1-1 1 0 0,-1 1 0 0 0,0 0-1 0 0,1 0 1 0 0,-1 0 0 0 0,0 0-1 0 0,1 0 1 0 0,-1 0 0 0 0,1 0-1 0 0,-1 0 1 0 0,0 0-1 0 0,1 0 1 0 0,-1 0 0 0 0,0 0-1 0 0,1 0 1 0 0,-1 0 0 0 0,1 0-1 0 0,5 20 1682 0 0,-4 41-67 0 0,-2-55-1673 0 0,-6 111 1812 0 0,-26 149-1 0 0,18-167-1505 0 0,-52 494-128 0 0,56-414-3727 0 0,17 239 1 0 0,2-290 1092 0 0,-9-115 2258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20569f7507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220569f7507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20569f7507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220569f7507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20569f7507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220569f7507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20569f7507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220569f7507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0569f7507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220569f7507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70D60262-53BE-A31F-0E87-9EE48D4A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20569f7507_1_58:notes">
            <a:extLst>
              <a:ext uri="{FF2B5EF4-FFF2-40B4-BE49-F238E27FC236}">
                <a16:creationId xmlns:a16="http://schemas.microsoft.com/office/drawing/2014/main" id="{FC6CC617-624E-253E-BC1F-F2ADF62AFB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220569f7507_1_58:notes">
            <a:extLst>
              <a:ext uri="{FF2B5EF4-FFF2-40B4-BE49-F238E27FC236}">
                <a16:creationId xmlns:a16="http://schemas.microsoft.com/office/drawing/2014/main" id="{C3A2C141-FCAD-8E5D-F487-F0977380D7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906874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20569f7507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220569f7507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20569f7507_1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220569f7507_1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20569f7507_1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220569f7507_1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20569f7507_1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220569f7507_1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>
          <a:extLst>
            <a:ext uri="{FF2B5EF4-FFF2-40B4-BE49-F238E27FC236}">
              <a16:creationId xmlns:a16="http://schemas.microsoft.com/office/drawing/2014/main" id="{221A1879-2E44-5792-0D93-E96EE640D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20569f7507_1_129:notes">
            <a:extLst>
              <a:ext uri="{FF2B5EF4-FFF2-40B4-BE49-F238E27FC236}">
                <a16:creationId xmlns:a16="http://schemas.microsoft.com/office/drawing/2014/main" id="{F2A404AD-DD5B-70E3-471D-A5DBA47F22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220569f7507_1_129:notes">
            <a:extLst>
              <a:ext uri="{FF2B5EF4-FFF2-40B4-BE49-F238E27FC236}">
                <a16:creationId xmlns:a16="http://schemas.microsoft.com/office/drawing/2014/main" id="{676E64D4-E608-D8C8-0805-4CD7A6B219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50534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20569f7507_1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220569f7507_1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20569f7507_1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220569f7507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20569f7507_1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220569f7507_1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>
          <a:extLst>
            <a:ext uri="{FF2B5EF4-FFF2-40B4-BE49-F238E27FC236}">
              <a16:creationId xmlns:a16="http://schemas.microsoft.com/office/drawing/2014/main" id="{5E35F0FC-1D34-97CF-D03D-A11563767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20569f7507_1_154:notes">
            <a:extLst>
              <a:ext uri="{FF2B5EF4-FFF2-40B4-BE49-F238E27FC236}">
                <a16:creationId xmlns:a16="http://schemas.microsoft.com/office/drawing/2014/main" id="{5A46CD1D-7E77-C4CF-8C7E-D795E0D250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220569f7507_1_154:notes">
            <a:extLst>
              <a:ext uri="{FF2B5EF4-FFF2-40B4-BE49-F238E27FC236}">
                <a16:creationId xmlns:a16="http://schemas.microsoft.com/office/drawing/2014/main" id="{466A0C52-5B8D-E741-156F-EE2F00B3F4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06988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22D88B79-09AE-7890-1DEE-519042BD5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0569f7507_1_172:notes">
            <a:extLst>
              <a:ext uri="{FF2B5EF4-FFF2-40B4-BE49-F238E27FC236}">
                <a16:creationId xmlns:a16="http://schemas.microsoft.com/office/drawing/2014/main" id="{E1F92B08-F286-0DC9-0C1F-CD6EBD044D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20569f7507_1_172:notes">
            <a:extLst>
              <a:ext uri="{FF2B5EF4-FFF2-40B4-BE49-F238E27FC236}">
                <a16:creationId xmlns:a16="http://schemas.microsoft.com/office/drawing/2014/main" id="{09051D2C-EB3A-4F4A-2199-DABA9E007A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89156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32A47DB7-3E53-8DC9-E4DE-2E24C80AF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0569f7507_1_172:notes">
            <a:extLst>
              <a:ext uri="{FF2B5EF4-FFF2-40B4-BE49-F238E27FC236}">
                <a16:creationId xmlns:a16="http://schemas.microsoft.com/office/drawing/2014/main" id="{9EE5F0C6-BA2F-6757-B892-10E0EED707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20569f7507_1_172:notes">
            <a:extLst>
              <a:ext uri="{FF2B5EF4-FFF2-40B4-BE49-F238E27FC236}">
                <a16:creationId xmlns:a16="http://schemas.microsoft.com/office/drawing/2014/main" id="{316685EC-8797-926C-6C6E-925A270EE6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86841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B7D11466-8DA2-D427-CAB2-3045095AB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0569f7507_1_172:notes">
            <a:extLst>
              <a:ext uri="{FF2B5EF4-FFF2-40B4-BE49-F238E27FC236}">
                <a16:creationId xmlns:a16="http://schemas.microsoft.com/office/drawing/2014/main" id="{3B552CDE-1EA3-45C8-BBB8-655DE1A54E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20569f7507_1_172:notes">
            <a:extLst>
              <a:ext uri="{FF2B5EF4-FFF2-40B4-BE49-F238E27FC236}">
                <a16:creationId xmlns:a16="http://schemas.microsoft.com/office/drawing/2014/main" id="{975EE83C-BC78-394E-1B6E-EE99BAD48D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46601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3BE3F212-7E99-B338-E3FA-7A72AFD94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0569f7507_1_172:notes">
            <a:extLst>
              <a:ext uri="{FF2B5EF4-FFF2-40B4-BE49-F238E27FC236}">
                <a16:creationId xmlns:a16="http://schemas.microsoft.com/office/drawing/2014/main" id="{4C6DA826-65B8-4CFF-71DA-24AC3BB36D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20569f7507_1_172:notes">
            <a:extLst>
              <a:ext uri="{FF2B5EF4-FFF2-40B4-BE49-F238E27FC236}">
                <a16:creationId xmlns:a16="http://schemas.microsoft.com/office/drawing/2014/main" id="{33D9940C-3146-BE31-BF2F-F654BF8389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69887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16F9C7A1-3E7C-0775-85B3-1B4F09EC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0569f7507_1_172:notes">
            <a:extLst>
              <a:ext uri="{FF2B5EF4-FFF2-40B4-BE49-F238E27FC236}">
                <a16:creationId xmlns:a16="http://schemas.microsoft.com/office/drawing/2014/main" id="{A59308E1-172E-49FB-70ED-5F1A68C0E0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20569f7507_1_172:notes">
            <a:extLst>
              <a:ext uri="{FF2B5EF4-FFF2-40B4-BE49-F238E27FC236}">
                <a16:creationId xmlns:a16="http://schemas.microsoft.com/office/drawing/2014/main" id="{4E9D069B-1367-4C16-B823-99D76D5A6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45431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2BA1C75F-5813-1393-1287-8DF1484E2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0569f7507_1_172:notes">
            <a:extLst>
              <a:ext uri="{FF2B5EF4-FFF2-40B4-BE49-F238E27FC236}">
                <a16:creationId xmlns:a16="http://schemas.microsoft.com/office/drawing/2014/main" id="{CDDBE5EE-3669-DC66-FCC2-66C14859E2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20569f7507_1_172:notes">
            <a:extLst>
              <a:ext uri="{FF2B5EF4-FFF2-40B4-BE49-F238E27FC236}">
                <a16:creationId xmlns:a16="http://schemas.microsoft.com/office/drawing/2014/main" id="{CD4C51B5-63AA-6837-3924-7C59FF54A2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08348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930AD179-A2F6-BB19-86E1-83168140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0569f7507_1_172:notes">
            <a:extLst>
              <a:ext uri="{FF2B5EF4-FFF2-40B4-BE49-F238E27FC236}">
                <a16:creationId xmlns:a16="http://schemas.microsoft.com/office/drawing/2014/main" id="{FA3A1F15-93B4-CCDD-B65A-5F1CA4E852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20569f7507_1_172:notes">
            <a:extLst>
              <a:ext uri="{FF2B5EF4-FFF2-40B4-BE49-F238E27FC236}">
                <a16:creationId xmlns:a16="http://schemas.microsoft.com/office/drawing/2014/main" id="{081BDA9D-475A-B601-33E8-3B7666AF5D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59205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11A20F22-DDD4-8AC5-90C1-7DE674A27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0569f7507_1_172:notes">
            <a:extLst>
              <a:ext uri="{FF2B5EF4-FFF2-40B4-BE49-F238E27FC236}">
                <a16:creationId xmlns:a16="http://schemas.microsoft.com/office/drawing/2014/main" id="{107F57D5-0ECC-7180-54F3-E20A2968F2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20569f7507_1_172:notes">
            <a:extLst>
              <a:ext uri="{FF2B5EF4-FFF2-40B4-BE49-F238E27FC236}">
                <a16:creationId xmlns:a16="http://schemas.microsoft.com/office/drawing/2014/main" id="{3D2FF015-2732-25BB-1056-EB398EE524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09121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F2D7B86E-1B48-4778-854D-C157B3CBE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0569f7507_1_172:notes">
            <a:extLst>
              <a:ext uri="{FF2B5EF4-FFF2-40B4-BE49-F238E27FC236}">
                <a16:creationId xmlns:a16="http://schemas.microsoft.com/office/drawing/2014/main" id="{AE7C5557-24B8-DD61-F355-6FAE0FA5C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20569f7507_1_172:notes">
            <a:extLst>
              <a:ext uri="{FF2B5EF4-FFF2-40B4-BE49-F238E27FC236}">
                <a16:creationId xmlns:a16="http://schemas.microsoft.com/office/drawing/2014/main" id="{EEE47C07-033A-30A5-26F6-09D310C7F2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86662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10B8D854-2B53-478F-039C-35304922B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0569f7507_1_172:notes">
            <a:extLst>
              <a:ext uri="{FF2B5EF4-FFF2-40B4-BE49-F238E27FC236}">
                <a16:creationId xmlns:a16="http://schemas.microsoft.com/office/drawing/2014/main" id="{B3A3588C-A7C8-4686-F403-E3DB13B4AC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20569f7507_1_172:notes">
            <a:extLst>
              <a:ext uri="{FF2B5EF4-FFF2-40B4-BE49-F238E27FC236}">
                <a16:creationId xmlns:a16="http://schemas.microsoft.com/office/drawing/2014/main" id="{ED2C6846-A5CC-BBF9-A2D2-620AB86EF9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95684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20569f7507_1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220569f7507_1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20569f7507_1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20569f7507_1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20569f7507_1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220569f7507_1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20569f7507_1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g220569f7507_1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3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7058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3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4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5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4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4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6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8" name="Google Shape;28;p4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7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4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8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8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8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9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4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0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0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50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50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5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1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1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1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5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2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52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5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1c03c1d1e6_1_13"/>
          <p:cNvSpPr txBox="1">
            <a:spLocks noGrp="1"/>
          </p:cNvSpPr>
          <p:nvPr>
            <p:ph type="title"/>
          </p:nvPr>
        </p:nvSpPr>
        <p:spPr>
          <a:xfrm>
            <a:off x="856060" y="463888"/>
            <a:ext cx="7429499" cy="110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5" name="Google Shape;65;g21c03c1d1e6_1_13"/>
          <p:cNvSpPr txBox="1">
            <a:spLocks noGrp="1"/>
          </p:cNvSpPr>
          <p:nvPr>
            <p:ph type="body" idx="1"/>
          </p:nvPr>
        </p:nvSpPr>
        <p:spPr>
          <a:xfrm>
            <a:off x="856059" y="1687115"/>
            <a:ext cx="7429499" cy="265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 sz="1100"/>
            </a:lvl1pPr>
            <a:lvl2pPr marL="914400" lvl="1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 sz="1100"/>
            </a:lvl2pPr>
            <a:lvl3pPr marL="1371600" lvl="2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 sz="1100"/>
            </a:lvl3pPr>
            <a:lvl4pPr marL="1828800" lvl="3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 sz="1100"/>
            </a:lvl4pPr>
            <a:lvl5pPr marL="2286000" lvl="4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 sz="1100"/>
            </a:lvl5pPr>
            <a:lvl6pPr marL="2743200" lvl="5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 sz="1100"/>
            </a:lvl6pPr>
            <a:lvl7pPr marL="3200400" lvl="6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 sz="1100"/>
            </a:lvl7pPr>
            <a:lvl8pPr marL="3657600" lvl="7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○"/>
              <a:defRPr sz="1100"/>
            </a:lvl8pPr>
            <a:lvl9pPr marL="4114800" lvl="8" indent="-33655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700"/>
              <a:buChar char="■"/>
              <a:defRPr sz="1100"/>
            </a:lvl9pPr>
          </a:lstStyle>
          <a:p>
            <a:endParaRPr/>
          </a:p>
        </p:txBody>
      </p:sp>
      <p:sp>
        <p:nvSpPr>
          <p:cNvPr id="66" name="Google Shape;66;g21c03c1d1e6_1_13"/>
          <p:cNvSpPr txBox="1">
            <a:spLocks noGrp="1"/>
          </p:cNvSpPr>
          <p:nvPr>
            <p:ph type="dt" idx="10"/>
          </p:nvPr>
        </p:nvSpPr>
        <p:spPr>
          <a:xfrm>
            <a:off x="5592691" y="4412457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g21c03c1d1e6_1_13"/>
          <p:cNvSpPr txBox="1">
            <a:spLocks noGrp="1"/>
          </p:cNvSpPr>
          <p:nvPr>
            <p:ph type="ftr" idx="11"/>
          </p:nvPr>
        </p:nvSpPr>
        <p:spPr>
          <a:xfrm>
            <a:off x="856058" y="4412456"/>
            <a:ext cx="4679482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g21c03c1d1e6_1_13"/>
          <p:cNvSpPr txBox="1">
            <a:spLocks noGrp="1"/>
          </p:cNvSpPr>
          <p:nvPr>
            <p:ph type="sldNum" idx="12"/>
          </p:nvPr>
        </p:nvSpPr>
        <p:spPr>
          <a:xfrm>
            <a:off x="7707241" y="4412456"/>
            <a:ext cx="578317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1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42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4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7.png"/><Relationship Id="rId21" Type="http://schemas.openxmlformats.org/officeDocument/2006/relationships/image" Target="../media/image18.png"/><Relationship Id="rId34" Type="http://schemas.openxmlformats.org/officeDocument/2006/relationships/customXml" Target="../ink/ink16.xm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22.png"/><Relationship Id="rId41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11" Type="http://schemas.openxmlformats.org/officeDocument/2006/relationships/image" Target="../media/image13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6.png"/><Relationship Id="rId40" Type="http://schemas.openxmlformats.org/officeDocument/2006/relationships/customXml" Target="../ink/ink19.xml"/><Relationship Id="rId5" Type="http://schemas.openxmlformats.org/officeDocument/2006/relationships/image" Target="../media/image10.png"/><Relationship Id="rId15" Type="http://schemas.openxmlformats.org/officeDocument/2006/relationships/image" Target="../media/image15.png"/><Relationship Id="rId23" Type="http://schemas.openxmlformats.org/officeDocument/2006/relationships/image" Target="../media/image19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10" Type="http://schemas.openxmlformats.org/officeDocument/2006/relationships/customXml" Target="../ink/ink4.xml"/><Relationship Id="rId19" Type="http://schemas.openxmlformats.org/officeDocument/2006/relationships/image" Target="../media/image17.png"/><Relationship Id="rId31" Type="http://schemas.openxmlformats.org/officeDocument/2006/relationships/image" Target="../media/image23.png"/><Relationship Id="rId4" Type="http://schemas.openxmlformats.org/officeDocument/2006/relationships/customXml" Target="../ink/ink1.xml"/><Relationship Id="rId9" Type="http://schemas.openxmlformats.org/officeDocument/2006/relationships/image" Target="../media/image12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21.png"/><Relationship Id="rId30" Type="http://schemas.openxmlformats.org/officeDocument/2006/relationships/customXml" Target="../ink/ink14.xml"/><Relationship Id="rId35" Type="http://schemas.openxmlformats.org/officeDocument/2006/relationships/image" Target="../media/image25.png"/><Relationship Id="rId8" Type="http://schemas.openxmlformats.org/officeDocument/2006/relationships/customXml" Target="../ink/ink3.xml"/><Relationship Id="rId3" Type="http://schemas.openxmlformats.org/officeDocument/2006/relationships/image" Target="../media/image9.png"/><Relationship Id="rId12" Type="http://schemas.openxmlformats.org/officeDocument/2006/relationships/customXml" Target="../ink/ink5.xml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38" Type="http://schemas.openxmlformats.org/officeDocument/2006/relationships/customXml" Target="../ink/ink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1.xml"/><Relationship Id="rId21" Type="http://schemas.openxmlformats.org/officeDocument/2006/relationships/image" Target="../media/image42.png"/><Relationship Id="rId42" Type="http://schemas.openxmlformats.org/officeDocument/2006/relationships/customXml" Target="../ink/ink39.xml"/><Relationship Id="rId47" Type="http://schemas.openxmlformats.org/officeDocument/2006/relationships/image" Target="../media/image55.png"/><Relationship Id="rId63" Type="http://schemas.openxmlformats.org/officeDocument/2006/relationships/image" Target="../media/image63.png"/><Relationship Id="rId68" Type="http://schemas.openxmlformats.org/officeDocument/2006/relationships/customXml" Target="../ink/ink52.xml"/><Relationship Id="rId84" Type="http://schemas.openxmlformats.org/officeDocument/2006/relationships/customXml" Target="../ink/ink60.xml"/><Relationship Id="rId89" Type="http://schemas.openxmlformats.org/officeDocument/2006/relationships/image" Target="../media/image76.png"/><Relationship Id="rId16" Type="http://schemas.openxmlformats.org/officeDocument/2006/relationships/customXml" Target="../ink/ink26.xml"/><Relationship Id="rId11" Type="http://schemas.openxmlformats.org/officeDocument/2006/relationships/image" Target="../media/image37.png"/><Relationship Id="rId32" Type="http://schemas.openxmlformats.org/officeDocument/2006/relationships/customXml" Target="../ink/ink34.xml"/><Relationship Id="rId37" Type="http://schemas.openxmlformats.org/officeDocument/2006/relationships/image" Target="../media/image50.png"/><Relationship Id="rId53" Type="http://schemas.openxmlformats.org/officeDocument/2006/relationships/image" Target="../media/image58.png"/><Relationship Id="rId58" Type="http://schemas.openxmlformats.org/officeDocument/2006/relationships/customXml" Target="../ink/ink47.xml"/><Relationship Id="rId74" Type="http://schemas.openxmlformats.org/officeDocument/2006/relationships/customXml" Target="../ink/ink55.xml"/><Relationship Id="rId79" Type="http://schemas.openxmlformats.org/officeDocument/2006/relationships/image" Target="../media/image71.png"/><Relationship Id="rId102" Type="http://schemas.openxmlformats.org/officeDocument/2006/relationships/customXml" Target="../ink/ink69.xml"/><Relationship Id="rId5" Type="http://schemas.openxmlformats.org/officeDocument/2006/relationships/image" Target="../media/image34.png"/><Relationship Id="rId90" Type="http://schemas.openxmlformats.org/officeDocument/2006/relationships/customXml" Target="../ink/ink63.xml"/><Relationship Id="rId95" Type="http://schemas.openxmlformats.org/officeDocument/2006/relationships/image" Target="../media/image79.png"/><Relationship Id="rId22" Type="http://schemas.openxmlformats.org/officeDocument/2006/relationships/customXml" Target="../ink/ink29.xml"/><Relationship Id="rId27" Type="http://schemas.openxmlformats.org/officeDocument/2006/relationships/image" Target="../media/image45.png"/><Relationship Id="rId43" Type="http://schemas.openxmlformats.org/officeDocument/2006/relationships/image" Target="../media/image53.png"/><Relationship Id="rId48" Type="http://schemas.openxmlformats.org/officeDocument/2006/relationships/customXml" Target="../ink/ink42.xml"/><Relationship Id="rId64" Type="http://schemas.openxmlformats.org/officeDocument/2006/relationships/customXml" Target="../ink/ink50.xml"/><Relationship Id="rId69" Type="http://schemas.openxmlformats.org/officeDocument/2006/relationships/image" Target="../media/image66.png"/><Relationship Id="rId80" Type="http://schemas.openxmlformats.org/officeDocument/2006/relationships/customXml" Target="../ink/ink58.xml"/><Relationship Id="rId85" Type="http://schemas.openxmlformats.org/officeDocument/2006/relationships/image" Target="../media/image74.png"/><Relationship Id="rId12" Type="http://schemas.openxmlformats.org/officeDocument/2006/relationships/customXml" Target="../ink/ink24.xml"/><Relationship Id="rId17" Type="http://schemas.openxmlformats.org/officeDocument/2006/relationships/image" Target="../media/image40.png"/><Relationship Id="rId33" Type="http://schemas.openxmlformats.org/officeDocument/2006/relationships/image" Target="../media/image48.png"/><Relationship Id="rId38" Type="http://schemas.openxmlformats.org/officeDocument/2006/relationships/customXml" Target="../ink/ink37.xml"/><Relationship Id="rId59" Type="http://schemas.openxmlformats.org/officeDocument/2006/relationships/image" Target="../media/image61.png"/><Relationship Id="rId103" Type="http://schemas.openxmlformats.org/officeDocument/2006/relationships/image" Target="../media/image83.png"/><Relationship Id="rId20" Type="http://schemas.openxmlformats.org/officeDocument/2006/relationships/customXml" Target="../ink/ink28.xml"/><Relationship Id="rId41" Type="http://schemas.openxmlformats.org/officeDocument/2006/relationships/image" Target="../media/image52.png"/><Relationship Id="rId54" Type="http://schemas.openxmlformats.org/officeDocument/2006/relationships/customXml" Target="../ink/ink45.xml"/><Relationship Id="rId62" Type="http://schemas.openxmlformats.org/officeDocument/2006/relationships/customXml" Target="../ink/ink49.xml"/><Relationship Id="rId70" Type="http://schemas.openxmlformats.org/officeDocument/2006/relationships/customXml" Target="../ink/ink53.xml"/><Relationship Id="rId75" Type="http://schemas.openxmlformats.org/officeDocument/2006/relationships/image" Target="../media/image69.png"/><Relationship Id="rId83" Type="http://schemas.openxmlformats.org/officeDocument/2006/relationships/image" Target="../media/image73.png"/><Relationship Id="rId88" Type="http://schemas.openxmlformats.org/officeDocument/2006/relationships/customXml" Target="../ink/ink62.xml"/><Relationship Id="rId91" Type="http://schemas.openxmlformats.org/officeDocument/2006/relationships/image" Target="../media/image77.png"/><Relationship Id="rId96" Type="http://schemas.openxmlformats.org/officeDocument/2006/relationships/customXml" Target="../ink/ink66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1.xml"/><Relationship Id="rId15" Type="http://schemas.openxmlformats.org/officeDocument/2006/relationships/image" Target="../media/image39.png"/><Relationship Id="rId23" Type="http://schemas.openxmlformats.org/officeDocument/2006/relationships/image" Target="../media/image43.png"/><Relationship Id="rId28" Type="http://schemas.openxmlformats.org/officeDocument/2006/relationships/customXml" Target="../ink/ink32.xml"/><Relationship Id="rId36" Type="http://schemas.openxmlformats.org/officeDocument/2006/relationships/customXml" Target="../ink/ink36.xml"/><Relationship Id="rId49" Type="http://schemas.openxmlformats.org/officeDocument/2006/relationships/image" Target="../media/image56.png"/><Relationship Id="rId57" Type="http://schemas.openxmlformats.org/officeDocument/2006/relationships/image" Target="../media/image60.png"/><Relationship Id="rId10" Type="http://schemas.openxmlformats.org/officeDocument/2006/relationships/customXml" Target="../ink/ink23.xml"/><Relationship Id="rId31" Type="http://schemas.openxmlformats.org/officeDocument/2006/relationships/image" Target="../media/image47.png"/><Relationship Id="rId44" Type="http://schemas.openxmlformats.org/officeDocument/2006/relationships/customXml" Target="../ink/ink40.xml"/><Relationship Id="rId52" Type="http://schemas.openxmlformats.org/officeDocument/2006/relationships/customXml" Target="../ink/ink44.xml"/><Relationship Id="rId60" Type="http://schemas.openxmlformats.org/officeDocument/2006/relationships/customXml" Target="../ink/ink48.xml"/><Relationship Id="rId65" Type="http://schemas.openxmlformats.org/officeDocument/2006/relationships/image" Target="../media/image64.png"/><Relationship Id="rId73" Type="http://schemas.openxmlformats.org/officeDocument/2006/relationships/image" Target="../media/image68.png"/><Relationship Id="rId78" Type="http://schemas.openxmlformats.org/officeDocument/2006/relationships/customXml" Target="../ink/ink57.xml"/><Relationship Id="rId81" Type="http://schemas.openxmlformats.org/officeDocument/2006/relationships/image" Target="../media/image72.png"/><Relationship Id="rId86" Type="http://schemas.openxmlformats.org/officeDocument/2006/relationships/customXml" Target="../ink/ink61.xml"/><Relationship Id="rId94" Type="http://schemas.openxmlformats.org/officeDocument/2006/relationships/customXml" Target="../ink/ink65.xml"/><Relationship Id="rId99" Type="http://schemas.openxmlformats.org/officeDocument/2006/relationships/image" Target="../media/image81.png"/><Relationship Id="rId101" Type="http://schemas.openxmlformats.org/officeDocument/2006/relationships/image" Target="../media/image82.png"/><Relationship Id="rId4" Type="http://schemas.openxmlformats.org/officeDocument/2006/relationships/customXml" Target="../ink/ink20.xml"/><Relationship Id="rId9" Type="http://schemas.openxmlformats.org/officeDocument/2006/relationships/image" Target="../media/image36.png"/><Relationship Id="rId13" Type="http://schemas.openxmlformats.org/officeDocument/2006/relationships/image" Target="../media/image38.png"/><Relationship Id="rId18" Type="http://schemas.openxmlformats.org/officeDocument/2006/relationships/customXml" Target="../ink/ink27.xml"/><Relationship Id="rId39" Type="http://schemas.openxmlformats.org/officeDocument/2006/relationships/image" Target="../media/image51.png"/><Relationship Id="rId34" Type="http://schemas.openxmlformats.org/officeDocument/2006/relationships/customXml" Target="../ink/ink35.xml"/><Relationship Id="rId50" Type="http://schemas.openxmlformats.org/officeDocument/2006/relationships/customXml" Target="../ink/ink43.xml"/><Relationship Id="rId55" Type="http://schemas.openxmlformats.org/officeDocument/2006/relationships/image" Target="../media/image59.png"/><Relationship Id="rId76" Type="http://schemas.openxmlformats.org/officeDocument/2006/relationships/customXml" Target="../ink/ink56.xml"/><Relationship Id="rId97" Type="http://schemas.openxmlformats.org/officeDocument/2006/relationships/image" Target="../media/image80.png"/><Relationship Id="rId104" Type="http://schemas.openxmlformats.org/officeDocument/2006/relationships/customXml" Target="../ink/ink70.xml"/><Relationship Id="rId7" Type="http://schemas.openxmlformats.org/officeDocument/2006/relationships/image" Target="../media/image35.png"/><Relationship Id="rId71" Type="http://schemas.openxmlformats.org/officeDocument/2006/relationships/image" Target="../media/image67.png"/><Relationship Id="rId92" Type="http://schemas.openxmlformats.org/officeDocument/2006/relationships/customXml" Target="../ink/ink64.xml"/><Relationship Id="rId2" Type="http://schemas.openxmlformats.org/officeDocument/2006/relationships/notesSlide" Target="../notesSlides/notesSlide19.xml"/><Relationship Id="rId29" Type="http://schemas.openxmlformats.org/officeDocument/2006/relationships/image" Target="../media/image46.png"/><Relationship Id="rId24" Type="http://schemas.openxmlformats.org/officeDocument/2006/relationships/customXml" Target="../ink/ink30.xml"/><Relationship Id="rId40" Type="http://schemas.openxmlformats.org/officeDocument/2006/relationships/customXml" Target="../ink/ink38.xml"/><Relationship Id="rId45" Type="http://schemas.openxmlformats.org/officeDocument/2006/relationships/image" Target="../media/image54.png"/><Relationship Id="rId66" Type="http://schemas.openxmlformats.org/officeDocument/2006/relationships/customXml" Target="../ink/ink51.xml"/><Relationship Id="rId87" Type="http://schemas.openxmlformats.org/officeDocument/2006/relationships/image" Target="../media/image75.png"/><Relationship Id="rId61" Type="http://schemas.openxmlformats.org/officeDocument/2006/relationships/image" Target="../media/image62.png"/><Relationship Id="rId82" Type="http://schemas.openxmlformats.org/officeDocument/2006/relationships/customXml" Target="../ink/ink59.xml"/><Relationship Id="rId19" Type="http://schemas.openxmlformats.org/officeDocument/2006/relationships/image" Target="../media/image41.png"/><Relationship Id="rId14" Type="http://schemas.openxmlformats.org/officeDocument/2006/relationships/customXml" Target="../ink/ink25.xml"/><Relationship Id="rId30" Type="http://schemas.openxmlformats.org/officeDocument/2006/relationships/customXml" Target="../ink/ink33.xml"/><Relationship Id="rId35" Type="http://schemas.openxmlformats.org/officeDocument/2006/relationships/image" Target="../media/image49.png"/><Relationship Id="rId56" Type="http://schemas.openxmlformats.org/officeDocument/2006/relationships/customXml" Target="../ink/ink46.xml"/><Relationship Id="rId77" Type="http://schemas.openxmlformats.org/officeDocument/2006/relationships/image" Target="../media/image70.png"/><Relationship Id="rId100" Type="http://schemas.openxmlformats.org/officeDocument/2006/relationships/customXml" Target="../ink/ink68.xml"/><Relationship Id="rId105" Type="http://schemas.openxmlformats.org/officeDocument/2006/relationships/image" Target="../media/image84.png"/><Relationship Id="rId8" Type="http://schemas.openxmlformats.org/officeDocument/2006/relationships/customXml" Target="../ink/ink22.xml"/><Relationship Id="rId51" Type="http://schemas.openxmlformats.org/officeDocument/2006/relationships/image" Target="../media/image57.png"/><Relationship Id="rId72" Type="http://schemas.openxmlformats.org/officeDocument/2006/relationships/customXml" Target="../ink/ink54.xml"/><Relationship Id="rId93" Type="http://schemas.openxmlformats.org/officeDocument/2006/relationships/image" Target="../media/image78.png"/><Relationship Id="rId98" Type="http://schemas.openxmlformats.org/officeDocument/2006/relationships/customXml" Target="../ink/ink67.xml"/><Relationship Id="rId3" Type="http://schemas.openxmlformats.org/officeDocument/2006/relationships/image" Target="../media/image32.png"/><Relationship Id="rId25" Type="http://schemas.openxmlformats.org/officeDocument/2006/relationships/image" Target="../media/image44.png"/><Relationship Id="rId46" Type="http://schemas.openxmlformats.org/officeDocument/2006/relationships/customXml" Target="../ink/ink41.xml"/><Relationship Id="rId67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>
            <a:spLocks noGrp="1"/>
          </p:cNvSpPr>
          <p:nvPr>
            <p:ph type="ctrTitle"/>
          </p:nvPr>
        </p:nvSpPr>
        <p:spPr>
          <a:xfrm>
            <a:off x="1465500" y="372650"/>
            <a:ext cx="6213000" cy="9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Aprendizaje Profundo</a:t>
            </a:r>
            <a:endParaRPr/>
          </a:p>
        </p:txBody>
      </p:sp>
      <p:sp>
        <p:nvSpPr>
          <p:cNvPr id="74" name="Google Shape;74;p1"/>
          <p:cNvSpPr txBox="1">
            <a:spLocks noGrp="1"/>
          </p:cNvSpPr>
          <p:nvPr>
            <p:ph type="subTitle" idx="1"/>
          </p:nvPr>
        </p:nvSpPr>
        <p:spPr>
          <a:xfrm>
            <a:off x="460950" y="1379610"/>
            <a:ext cx="8222100" cy="16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900"/>
              <a:t>Facultad de Ingeniería</a:t>
            </a:r>
            <a:endParaRPr sz="29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900"/>
              <a:t>Universidad de Buenos Aires</a:t>
            </a:r>
            <a:endParaRPr sz="2900"/>
          </a:p>
        </p:txBody>
      </p:sp>
      <p:sp>
        <p:nvSpPr>
          <p:cNvPr id="75" name="Google Shape;75;p1"/>
          <p:cNvSpPr txBox="1">
            <a:spLocks noGrp="1"/>
          </p:cNvSpPr>
          <p:nvPr>
            <p:ph type="subTitle" idx="1"/>
          </p:nvPr>
        </p:nvSpPr>
        <p:spPr>
          <a:xfrm>
            <a:off x="198125" y="3661752"/>
            <a:ext cx="8222100" cy="13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600" dirty="0"/>
              <a:t>Profesores: </a:t>
            </a:r>
            <a:endParaRPr sz="2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dirty="0"/>
              <a:t>		</a:t>
            </a:r>
            <a:r>
              <a:rPr lang="pt-BR" sz="2600" dirty="0"/>
              <a:t>Marcos Maillot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dirty="0"/>
              <a:t>		Gerardo Vilcamiza</a:t>
            </a:r>
            <a:endParaRPr sz="2600" dirty="0"/>
          </a:p>
        </p:txBody>
      </p:sp>
      <p:pic>
        <p:nvPicPr>
          <p:cNvPr id="76" name="Google Shape;7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1900" y="2437800"/>
            <a:ext cx="1500200" cy="15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460950" y="303000"/>
            <a:ext cx="8222100" cy="9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2600"/>
              <a:buNone/>
            </a:pPr>
            <a:r>
              <a:rPr lang="en" sz="2100"/>
              <a:t>TRANSFER LEARNING</a:t>
            </a:r>
            <a:endParaRPr sz="2100"/>
          </a:p>
          <a:p>
            <a:pPr marL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2600"/>
              <a:buNone/>
            </a:pPr>
            <a:r>
              <a:rPr lang="en" sz="2100"/>
              <a:t>GENERATIVE ADVERSARIAL NETWORKS</a:t>
            </a:r>
            <a:endParaRPr sz="2100"/>
          </a:p>
        </p:txBody>
      </p:sp>
      <p:sp>
        <p:nvSpPr>
          <p:cNvPr id="82" name="Google Shape;82;p2"/>
          <p:cNvSpPr txBox="1">
            <a:spLocks noGrp="1"/>
          </p:cNvSpPr>
          <p:nvPr>
            <p:ph type="body" idx="1"/>
          </p:nvPr>
        </p:nvSpPr>
        <p:spPr>
          <a:xfrm>
            <a:off x="1381375" y="1986025"/>
            <a:ext cx="2421300" cy="30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dirty="0">
                <a:solidFill>
                  <a:schemeClr val="dk2"/>
                </a:solidFill>
              </a:rPr>
              <a:t>. Transfer learning</a:t>
            </a:r>
            <a:endParaRPr dirty="0">
              <a:solidFill>
                <a:schemeClr val="dk2"/>
              </a:solidFill>
            </a:endParaRPr>
          </a:p>
          <a:p>
            <a:pPr>
              <a:buClr>
                <a:schemeClr val="dk2"/>
              </a:buClr>
              <a:buFont typeface="Roboto"/>
              <a:buChar char="-"/>
            </a:pPr>
            <a:r>
              <a:rPr lang="en" dirty="0">
                <a:solidFill>
                  <a:schemeClr val="dk2"/>
                </a:solidFill>
              </a:rPr>
              <a:t>Ventajas</a:t>
            </a:r>
            <a:endParaRPr dirty="0">
              <a:solidFill>
                <a:schemeClr val="dk2"/>
              </a:solidFill>
            </a:endParaRPr>
          </a:p>
          <a:p>
            <a:pPr>
              <a:buClr>
                <a:schemeClr val="dk2"/>
              </a:buClr>
              <a:buFont typeface="Roboto"/>
              <a:buChar char="-"/>
            </a:pPr>
            <a:r>
              <a:rPr lang="en" dirty="0">
                <a:solidFill>
                  <a:schemeClr val="dk2"/>
                </a:solidFill>
              </a:rPr>
              <a:t>Estrategias</a:t>
            </a:r>
            <a:endParaRPr dirty="0">
              <a:solidFill>
                <a:schemeClr val="dk2"/>
              </a:solidFill>
            </a:endParaRPr>
          </a:p>
          <a:p>
            <a:pPr>
              <a:buClr>
                <a:schemeClr val="dk2"/>
              </a:buClr>
              <a:buFont typeface="Roboto"/>
              <a:buChar char="-"/>
            </a:pPr>
            <a:r>
              <a:rPr lang="en" dirty="0">
                <a:solidFill>
                  <a:schemeClr val="dk2"/>
                </a:solidFill>
              </a:rPr>
              <a:t>Ejemplo en colab</a:t>
            </a:r>
            <a:endParaRPr dirty="0">
              <a:solidFill>
                <a:schemeClr val="dk2"/>
              </a:solidFill>
            </a:endParaRPr>
          </a:p>
        </p:txBody>
      </p:sp>
      <p:pic>
        <p:nvPicPr>
          <p:cNvPr id="83" name="Google Shape;8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0475" y="4138900"/>
            <a:ext cx="790275" cy="7902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"/>
          <p:cNvSpPr txBox="1">
            <a:spLocks noGrp="1"/>
          </p:cNvSpPr>
          <p:nvPr>
            <p:ph type="body" idx="1"/>
          </p:nvPr>
        </p:nvSpPr>
        <p:spPr>
          <a:xfrm>
            <a:off x="4512875" y="1986025"/>
            <a:ext cx="3792300" cy="30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>
                <a:solidFill>
                  <a:schemeClr val="dk2"/>
                </a:solidFill>
              </a:rPr>
              <a:t>. Generative adversarial networks</a:t>
            </a:r>
            <a:endParaRPr dirty="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dirty="0">
                <a:solidFill>
                  <a:schemeClr val="dk2"/>
                </a:solidFill>
              </a:rPr>
              <a:t>Introducción</a:t>
            </a:r>
            <a:endParaRPr dirty="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dirty="0">
                <a:solidFill>
                  <a:schemeClr val="dk2"/>
                </a:solidFill>
              </a:rPr>
              <a:t>Usos</a:t>
            </a:r>
            <a:endParaRPr dirty="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dirty="0">
                <a:solidFill>
                  <a:schemeClr val="dk2"/>
                </a:solidFill>
              </a:rPr>
              <a:t>Ejemplo en colab</a:t>
            </a:r>
            <a:endParaRPr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20569f7507_1_8"/>
          <p:cNvSpPr txBox="1"/>
          <p:nvPr/>
        </p:nvSpPr>
        <p:spPr>
          <a:xfrm>
            <a:off x="2842355" y="139148"/>
            <a:ext cx="3459290" cy="60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Transfer Learning</a:t>
            </a:r>
            <a:endParaRPr sz="2400" b="0" i="0" u="none" strike="noStrike" cap="none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0" name="Google Shape;90;g220569f7507_1_8"/>
          <p:cNvSpPr txBox="1"/>
          <p:nvPr/>
        </p:nvSpPr>
        <p:spPr>
          <a:xfrm>
            <a:off x="251252" y="1047586"/>
            <a:ext cx="8641496" cy="3723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42900" marR="0" lvl="0" indent="-3365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</a:pPr>
            <a:r>
              <a:rPr lang="en" sz="2100" b="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 se suele diseñar y entrenar un modelo desde </a:t>
            </a:r>
            <a:r>
              <a:rPr lang="en" sz="2100" b="1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CERO</a:t>
            </a:r>
            <a:endParaRPr sz="1100" dirty="0">
              <a:solidFill>
                <a:schemeClr val="dk2"/>
              </a:solidFill>
            </a:endParaRPr>
          </a:p>
          <a:p>
            <a:pPr marL="342900" marR="0" lvl="0" indent="-2032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b="1" i="0" u="none" strike="noStrike" cap="none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marR="0" lvl="0" indent="-3365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</a:pPr>
            <a:r>
              <a:rPr lang="en" sz="2100" b="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 emplean </a:t>
            </a:r>
            <a:r>
              <a:rPr lang="en" sz="2100" b="1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modelos existentes y probados </a:t>
            </a:r>
            <a:r>
              <a:rPr lang="en" sz="2100" b="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 sus parámetros ya entrenados.</a:t>
            </a:r>
            <a:endParaRPr sz="1100" dirty="0">
              <a:solidFill>
                <a:schemeClr val="dk2"/>
              </a:solidFill>
            </a:endParaRPr>
          </a:p>
          <a:p>
            <a:pPr marL="342900" marR="0" lvl="0" indent="-2032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b="0" i="0" u="none" strike="noStrike" cap="none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marR="0" lvl="0" indent="-3365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</a:pPr>
            <a:r>
              <a:rPr lang="en" sz="2100" b="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Normalmente, los modelos que se toma de “base” cumplen una </a:t>
            </a:r>
            <a:r>
              <a:rPr lang="en" sz="2100" b="1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tarea genérica o distinta </a:t>
            </a:r>
            <a:r>
              <a:rPr lang="en" sz="210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 la tarea que nosotros necesitamos.</a:t>
            </a:r>
            <a:endParaRPr sz="1100" dirty="0">
              <a:solidFill>
                <a:schemeClr val="dk2"/>
              </a:solidFill>
            </a:endParaRPr>
          </a:p>
          <a:p>
            <a:pPr marL="342900" marR="0" lvl="0" indent="-2032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b="0" i="0" u="none" strike="noStrike" cap="none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marR="0" lvl="0" indent="-3365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Char char="•"/>
            </a:pPr>
            <a:r>
              <a:rPr lang="en" sz="2100" b="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 modelo “base” se le hacen los ajuste necesarios para  la nueva </a:t>
            </a:r>
            <a:r>
              <a:rPr lang="en" sz="2100" b="1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tarea específica</a:t>
            </a:r>
            <a:r>
              <a:rPr lang="en" sz="2100" b="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que deben cumplir.</a:t>
            </a:r>
            <a:endParaRPr sz="11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20569f7507_1_20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Transfer Learning</a:t>
            </a: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4" name="Google Shape;104;g220569f7507_1_20"/>
          <p:cNvSpPr txBox="1"/>
          <p:nvPr/>
        </p:nvSpPr>
        <p:spPr>
          <a:xfrm>
            <a:off x="268631" y="922052"/>
            <a:ext cx="2801425" cy="19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Adaptación de modelo base para cumplir la tarea específica.</a:t>
            </a:r>
          </a:p>
          <a:p>
            <a:pPr>
              <a:lnSpc>
                <a:spcPct val="90000"/>
              </a:lnSpc>
              <a:buClr>
                <a:schemeClr val="dk1"/>
              </a:buClr>
              <a:buSzPts val="2100"/>
            </a:pPr>
            <a:endParaRPr lang="en" sz="2100" dirty="0">
              <a:solidFill>
                <a:schemeClr val="dk2"/>
              </a:solidFill>
              <a:latin typeface="Twentieth Century"/>
              <a:sym typeface="Twentieth Century"/>
            </a:endParaRPr>
          </a:p>
          <a:p>
            <a:pPr>
              <a:lnSpc>
                <a:spcPct val="90000"/>
              </a:lnSpc>
              <a:buClr>
                <a:schemeClr val="dk1"/>
              </a:buClr>
              <a:buSzPts val="2100"/>
            </a:pPr>
            <a:r>
              <a:rPr lang="es-ES" sz="2100" dirty="0">
                <a:solidFill>
                  <a:schemeClr val="dk2"/>
                </a:solidFill>
                <a:latin typeface="Twentieth Century"/>
                <a:sym typeface="Twentieth Century"/>
              </a:rPr>
              <a:t>Se reentrena la nueva arquitectura con el </a:t>
            </a:r>
            <a:r>
              <a:rPr lang="es-ES" sz="2100" dirty="0" err="1">
                <a:solidFill>
                  <a:schemeClr val="dk2"/>
                </a:solidFill>
                <a:latin typeface="Twentieth Century"/>
                <a:sym typeface="Twentieth Century"/>
              </a:rPr>
              <a:t>dataset</a:t>
            </a:r>
            <a:r>
              <a:rPr lang="es-ES" sz="2100" dirty="0">
                <a:solidFill>
                  <a:schemeClr val="dk2"/>
                </a:solidFill>
                <a:latin typeface="Twentieth Century"/>
                <a:sym typeface="Twentieth Century"/>
              </a:rPr>
              <a:t> específico bajo la tarea específica a cumplir</a:t>
            </a:r>
            <a:endParaRPr lang="es-ES" sz="2100" dirty="0">
              <a:solidFill>
                <a:schemeClr val="dk2"/>
              </a:solidFill>
              <a:latin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1100" dirty="0">
              <a:solidFill>
                <a:schemeClr val="dk2"/>
              </a:solidFill>
            </a:endParaRPr>
          </a:p>
        </p:txBody>
      </p:sp>
      <p:pic>
        <p:nvPicPr>
          <p:cNvPr id="105" name="Google Shape;105;g220569f7507_1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9408" y="922052"/>
            <a:ext cx="4987799" cy="32993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96;g220569f7507_1_13">
            <a:extLst>
              <a:ext uri="{FF2B5EF4-FFF2-40B4-BE49-F238E27FC236}">
                <a16:creationId xmlns:a16="http://schemas.microsoft.com/office/drawing/2014/main" id="{C11EA392-E45A-746F-19DF-57B476344CBD}"/>
              </a:ext>
            </a:extLst>
          </p:cNvPr>
          <p:cNvSpPr txBox="1"/>
          <p:nvPr/>
        </p:nvSpPr>
        <p:spPr>
          <a:xfrm>
            <a:off x="4125642" y="2571751"/>
            <a:ext cx="1294128" cy="40341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backbone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5" name="Google Shape;96;g220569f7507_1_13">
            <a:extLst>
              <a:ext uri="{FF2B5EF4-FFF2-40B4-BE49-F238E27FC236}">
                <a16:creationId xmlns:a16="http://schemas.microsoft.com/office/drawing/2014/main" id="{A49A9676-7095-0157-4C06-F87A02A0DC01}"/>
              </a:ext>
            </a:extLst>
          </p:cNvPr>
          <p:cNvSpPr txBox="1"/>
          <p:nvPr/>
        </p:nvSpPr>
        <p:spPr>
          <a:xfrm>
            <a:off x="6371247" y="2571750"/>
            <a:ext cx="756667" cy="40341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head</a:t>
            </a:r>
            <a:endParaRPr sz="1100" dirty="0">
              <a:solidFill>
                <a:schemeClr val="dk2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47181F3-E934-7CBA-4ADD-A78FDF1C982D}"/>
              </a:ext>
            </a:extLst>
          </p:cNvPr>
          <p:cNvCxnSpPr>
            <a:stCxn id="3" idx="2"/>
          </p:cNvCxnSpPr>
          <p:nvPr/>
        </p:nvCxnSpPr>
        <p:spPr>
          <a:xfrm>
            <a:off x="4772706" y="2975162"/>
            <a:ext cx="438273" cy="373973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7506898-F7D7-AAEB-A390-AF8F5AB5346A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657327" y="2975161"/>
            <a:ext cx="92254" cy="199421"/>
          </a:xfrm>
          <a:prstGeom prst="straightConnector1">
            <a:avLst/>
          </a:prstGeom>
          <a:ln>
            <a:tailEnd type="triangle" w="lg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" name="Google Shape;106;g220569f7507_1_20">
            <a:extLst>
              <a:ext uri="{FF2B5EF4-FFF2-40B4-BE49-F238E27FC236}">
                <a16:creationId xmlns:a16="http://schemas.microsoft.com/office/drawing/2014/main" id="{4E56D8FA-1284-EED1-E33E-85ACCA0C8697}"/>
              </a:ext>
            </a:extLst>
          </p:cNvPr>
          <p:cNvSpPr txBox="1"/>
          <p:nvPr/>
        </p:nvSpPr>
        <p:spPr>
          <a:xfrm>
            <a:off x="268631" y="4302502"/>
            <a:ext cx="8357576" cy="68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ackbone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 parte principal del modelo (extrae características)</a:t>
            </a:r>
          </a:p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  <a:sym typeface="Wingdings" panose="05000000000000000000" pitchFamily="2" charset="2"/>
              </a:rPr>
              <a:t>H</a:t>
            </a:r>
            <a:r>
              <a:rPr lang="en" sz="2100" dirty="0">
                <a:solidFill>
                  <a:schemeClr val="dk2"/>
                </a:solidFill>
                <a:latin typeface="Twentieth Century"/>
                <a:sym typeface="Wingdings" panose="05000000000000000000" pitchFamily="2" charset="2"/>
              </a:rPr>
              <a:t>ead  salida para la nueva tarea (procesa características y decide)</a:t>
            </a:r>
            <a:endParaRPr sz="11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20569f7507_1_13"/>
          <p:cNvSpPr txBox="1"/>
          <p:nvPr/>
        </p:nvSpPr>
        <p:spPr>
          <a:xfrm>
            <a:off x="-119743" y="0"/>
            <a:ext cx="93834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b="0" i="0" u="none" strike="noStrike" cap="none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Transfer Learning</a:t>
            </a:r>
            <a:endParaRPr sz="2400" b="0" i="0" u="none" strike="noStrike" cap="none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96" name="Google Shape;96;g220569f7507_1_13"/>
          <p:cNvSpPr txBox="1"/>
          <p:nvPr/>
        </p:nvSpPr>
        <p:spPr>
          <a:xfrm>
            <a:off x="1030431" y="1072849"/>
            <a:ext cx="1294128" cy="403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Ventajas:</a:t>
            </a:r>
            <a:endParaRPr sz="1100" dirty="0">
              <a:solidFill>
                <a:schemeClr val="dk2"/>
              </a:solidFill>
            </a:endParaRPr>
          </a:p>
        </p:txBody>
      </p:sp>
      <p:pic>
        <p:nvPicPr>
          <p:cNvPr id="97" name="Google Shape;97;g220569f7507_1_13"/>
          <p:cNvPicPr preferRelativeResize="0"/>
          <p:nvPr/>
        </p:nvPicPr>
        <p:blipFill rotWithShape="1">
          <a:blip r:embed="rId3">
            <a:alphaModFix/>
          </a:blip>
          <a:srcRect r="40642"/>
          <a:stretch>
            <a:fillRect/>
          </a:stretch>
        </p:blipFill>
        <p:spPr>
          <a:xfrm>
            <a:off x="4999921" y="814500"/>
            <a:ext cx="3659337" cy="29745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20569f7507_1_13"/>
          <p:cNvSpPr/>
          <p:nvPr/>
        </p:nvSpPr>
        <p:spPr>
          <a:xfrm>
            <a:off x="326176" y="1717940"/>
            <a:ext cx="3817904" cy="2512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0" i="0" u="none" strike="noStrike" cap="none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 Pocos datos de entrenamiento</a:t>
            </a:r>
            <a:endParaRPr sz="1200" dirty="0">
              <a:solidFill>
                <a:schemeClr val="dk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 pre-trained models</a:t>
            </a:r>
            <a:endParaRPr sz="20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 pre-trained embeddings</a:t>
            </a:r>
            <a:endParaRPr sz="20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 simulaciones</a:t>
            </a:r>
            <a:endParaRPr sz="20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- Cambio de dominio</a:t>
            </a:r>
            <a:endParaRPr sz="1200" dirty="0">
              <a:solidFill>
                <a:schemeClr val="dk2"/>
              </a:solidFill>
            </a:endParaRPr>
          </a:p>
        </p:txBody>
      </p:sp>
      <p:pic>
        <p:nvPicPr>
          <p:cNvPr id="3" name="Google Shape;97;g220569f7507_1_13">
            <a:extLst>
              <a:ext uri="{FF2B5EF4-FFF2-40B4-BE49-F238E27FC236}">
                <a16:creationId xmlns:a16="http://schemas.microsoft.com/office/drawing/2014/main" id="{365D9DFC-CECC-86F3-A5F0-5C33F79D27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58065" t="46332" r="1356" b="29912"/>
          <a:stretch>
            <a:fillRect/>
          </a:stretch>
        </p:blipFill>
        <p:spPr>
          <a:xfrm>
            <a:off x="5733483" y="4026664"/>
            <a:ext cx="2192212" cy="627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20569f7507_1_27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Transfer Learning - ¿Qué estrategia usar?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112" name="Google Shape;112;g220569f7507_1_27"/>
          <p:cNvCxnSpPr/>
          <p:nvPr/>
        </p:nvCxnSpPr>
        <p:spPr>
          <a:xfrm>
            <a:off x="914400" y="2782957"/>
            <a:ext cx="6927574" cy="0"/>
          </a:xfrm>
          <a:prstGeom prst="straightConnector1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13" name="Google Shape;113;g220569f7507_1_27"/>
          <p:cNvCxnSpPr/>
          <p:nvPr/>
        </p:nvCxnSpPr>
        <p:spPr>
          <a:xfrm>
            <a:off x="4204252" y="814403"/>
            <a:ext cx="0" cy="3754562"/>
          </a:xfrm>
          <a:prstGeom prst="straightConnector1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4" name="Google Shape;114;g220569f7507_1_27"/>
          <p:cNvSpPr txBox="1"/>
          <p:nvPr/>
        </p:nvSpPr>
        <p:spPr>
          <a:xfrm>
            <a:off x="44164" y="2463339"/>
            <a:ext cx="13419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pequeño 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5" name="Google Shape;115;g220569f7507_1_27"/>
          <p:cNvSpPr txBox="1"/>
          <p:nvPr/>
        </p:nvSpPr>
        <p:spPr>
          <a:xfrm>
            <a:off x="7890367" y="2399926"/>
            <a:ext cx="12672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grande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6" name="Google Shape;116;g220569f7507_1_27"/>
          <p:cNvSpPr txBox="1"/>
          <p:nvPr/>
        </p:nvSpPr>
        <p:spPr>
          <a:xfrm>
            <a:off x="3858557" y="579789"/>
            <a:ext cx="1911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semejante al generic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7" name="Google Shape;117;g220569f7507_1_27"/>
          <p:cNvSpPr txBox="1"/>
          <p:nvPr/>
        </p:nvSpPr>
        <p:spPr>
          <a:xfrm>
            <a:off x="3733702" y="4568966"/>
            <a:ext cx="16488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distinto al generic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8" name="Google Shape;118;g220569f7507_1_27"/>
          <p:cNvSpPr txBox="1"/>
          <p:nvPr/>
        </p:nvSpPr>
        <p:spPr>
          <a:xfrm>
            <a:off x="1394564" y="579812"/>
            <a:ext cx="149584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feature extractor</a:t>
            </a:r>
            <a:endParaRPr sz="14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9" name="Google Shape;119;g220569f7507_1_27"/>
          <p:cNvSpPr txBox="1"/>
          <p:nvPr/>
        </p:nvSpPr>
        <p:spPr>
          <a:xfrm>
            <a:off x="6453683" y="533247"/>
            <a:ext cx="123245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fine tunning</a:t>
            </a:r>
            <a:endParaRPr sz="14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0" name="Google Shape;120;g220569f7507_1_27"/>
          <p:cNvSpPr txBox="1"/>
          <p:nvPr/>
        </p:nvSpPr>
        <p:spPr>
          <a:xfrm>
            <a:off x="231521" y="4287688"/>
            <a:ext cx="18090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feature extractor desde menor profundidad</a:t>
            </a:r>
            <a:endParaRPr sz="14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1" name="Google Shape;121;g220569f7507_1_27"/>
          <p:cNvSpPr txBox="1"/>
          <p:nvPr/>
        </p:nvSpPr>
        <p:spPr>
          <a:xfrm>
            <a:off x="6821251" y="4520942"/>
            <a:ext cx="213823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fine tunning (from pre-trained models)</a:t>
            </a:r>
            <a:endParaRPr sz="14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pSp>
        <p:nvGrpSpPr>
          <p:cNvPr id="122" name="Google Shape;122;g220569f7507_1_27"/>
          <p:cNvGrpSpPr/>
          <p:nvPr/>
        </p:nvGrpSpPr>
        <p:grpSpPr>
          <a:xfrm>
            <a:off x="5712752" y="756097"/>
            <a:ext cx="2347622" cy="1899005"/>
            <a:chOff x="989692" y="2516687"/>
            <a:chExt cx="4698135" cy="4095829"/>
          </a:xfrm>
        </p:grpSpPr>
        <p:pic>
          <p:nvPicPr>
            <p:cNvPr id="123" name="Google Shape;123;g220569f7507_1_2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9692" y="2516687"/>
              <a:ext cx="4698135" cy="3107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g220569f7507_1_27"/>
            <p:cNvSpPr/>
            <p:nvPr/>
          </p:nvSpPr>
          <p:spPr>
            <a:xfrm rot="-5400000">
              <a:off x="3115799" y="4850874"/>
              <a:ext cx="466924" cy="1861478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22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25" name="Google Shape;125;g220569f7507_1_27"/>
            <p:cNvSpPr txBox="1"/>
            <p:nvPr/>
          </p:nvSpPr>
          <p:spPr>
            <a:xfrm>
              <a:off x="2763762" y="6015076"/>
              <a:ext cx="2095092" cy="597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FF000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reentrenar</a:t>
              </a:r>
              <a:endParaRPr sz="1100"/>
            </a:p>
          </p:txBody>
        </p:sp>
      </p:grpSp>
      <p:grpSp>
        <p:nvGrpSpPr>
          <p:cNvPr id="126" name="Google Shape;126;g220569f7507_1_27"/>
          <p:cNvGrpSpPr/>
          <p:nvPr/>
        </p:nvGrpSpPr>
        <p:grpSpPr>
          <a:xfrm>
            <a:off x="854585" y="846167"/>
            <a:ext cx="2320231" cy="1808395"/>
            <a:chOff x="1139447" y="1128222"/>
            <a:chExt cx="4698135" cy="4213175"/>
          </a:xfrm>
        </p:grpSpPr>
        <p:pic>
          <p:nvPicPr>
            <p:cNvPr id="127" name="Google Shape;127;g220569f7507_1_2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39447" y="1128222"/>
              <a:ext cx="4698135" cy="3107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g220569f7507_1_27"/>
            <p:cNvSpPr/>
            <p:nvPr/>
          </p:nvSpPr>
          <p:spPr>
            <a:xfrm rot="-5400000">
              <a:off x="3866949" y="3979243"/>
              <a:ext cx="466924" cy="827809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22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29" name="Google Shape;129;g220569f7507_1_27"/>
            <p:cNvSpPr txBox="1"/>
            <p:nvPr/>
          </p:nvSpPr>
          <p:spPr>
            <a:xfrm>
              <a:off x="3454962" y="4696048"/>
              <a:ext cx="1597579" cy="6453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FF000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entrenar</a:t>
              </a:r>
              <a:endParaRPr sz="1100"/>
            </a:p>
          </p:txBody>
        </p:sp>
      </p:grpSp>
      <p:pic>
        <p:nvPicPr>
          <p:cNvPr id="130" name="Google Shape;130;g220569f7507_1_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59877" y="2950618"/>
            <a:ext cx="2378053" cy="157250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220569f7507_1_27"/>
          <p:cNvSpPr/>
          <p:nvPr/>
        </p:nvSpPr>
        <p:spPr>
          <a:xfrm rot="-5400000">
            <a:off x="2732372" y="4325651"/>
            <a:ext cx="200415" cy="408824"/>
          </a:xfrm>
          <a:prstGeom prst="leftBrace">
            <a:avLst>
              <a:gd name="adj1" fmla="val 8333"/>
              <a:gd name="adj2" fmla="val 50000"/>
            </a:avLst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2" name="Google Shape;132;g220569f7507_1_27"/>
          <p:cNvSpPr txBox="1"/>
          <p:nvPr/>
        </p:nvSpPr>
        <p:spPr>
          <a:xfrm>
            <a:off x="2495725" y="4603590"/>
            <a:ext cx="10709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entrenar</a:t>
            </a:r>
            <a:endParaRPr sz="1100"/>
          </a:p>
        </p:txBody>
      </p:sp>
      <p:grpSp>
        <p:nvGrpSpPr>
          <p:cNvPr id="133" name="Google Shape;133;g220569f7507_1_27"/>
          <p:cNvGrpSpPr/>
          <p:nvPr/>
        </p:nvGrpSpPr>
        <p:grpSpPr>
          <a:xfrm>
            <a:off x="4661343" y="3001016"/>
            <a:ext cx="2347622" cy="1899005"/>
            <a:chOff x="989692" y="2516687"/>
            <a:chExt cx="4698135" cy="4095829"/>
          </a:xfrm>
        </p:grpSpPr>
        <p:pic>
          <p:nvPicPr>
            <p:cNvPr id="134" name="Google Shape;134;g220569f7507_1_2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9692" y="2516687"/>
              <a:ext cx="4698135" cy="3107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g220569f7507_1_27"/>
            <p:cNvSpPr/>
            <p:nvPr/>
          </p:nvSpPr>
          <p:spPr>
            <a:xfrm rot="-5400000">
              <a:off x="3115799" y="4850874"/>
              <a:ext cx="466924" cy="1861478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22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36" name="Google Shape;136;g220569f7507_1_27"/>
            <p:cNvSpPr txBox="1"/>
            <p:nvPr/>
          </p:nvSpPr>
          <p:spPr>
            <a:xfrm>
              <a:off x="2763762" y="6015076"/>
              <a:ext cx="2095092" cy="597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FF000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reentrenar</a:t>
              </a:r>
              <a:endParaRPr sz="1100"/>
            </a:p>
          </p:txBody>
        </p:sp>
      </p:grpSp>
      <p:pic>
        <p:nvPicPr>
          <p:cNvPr id="137" name="Google Shape;137;g220569f7507_1_27" descr="Imagen que contiene Gráfico de líneas&#10;&#10;Descripción generada automáticamente"/>
          <p:cNvPicPr preferRelativeResize="0"/>
          <p:nvPr/>
        </p:nvPicPr>
        <p:blipFill rotWithShape="1">
          <a:blip r:embed="rId6">
            <a:alphaModFix/>
          </a:blip>
          <a:srcRect l="21184" r="25224"/>
          <a:stretch/>
        </p:blipFill>
        <p:spPr>
          <a:xfrm>
            <a:off x="7350406" y="3199615"/>
            <a:ext cx="1742942" cy="11448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g220569f7507_1_27"/>
          <p:cNvCxnSpPr/>
          <p:nvPr/>
        </p:nvCxnSpPr>
        <p:spPr>
          <a:xfrm>
            <a:off x="7841974" y="3607904"/>
            <a:ext cx="0" cy="544967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20569f7507_1_58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Transfer Learning - ejemplo colab</a:t>
            </a: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83" name="Google Shape;183;g220569f7507_1_58" descr="Diagrama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 b="5425"/>
          <a:stretch/>
        </p:blipFill>
        <p:spPr>
          <a:xfrm>
            <a:off x="780914" y="968402"/>
            <a:ext cx="7582169" cy="385920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220569f7507_1_58"/>
          <p:cNvSpPr txBox="1"/>
          <p:nvPr/>
        </p:nvSpPr>
        <p:spPr>
          <a:xfrm>
            <a:off x="1749284" y="814404"/>
            <a:ext cx="6805500" cy="5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Adaptación de modelo base para cumplir la tarea específica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85" name="Google Shape;185;g220569f7507_1_58"/>
          <p:cNvSpPr/>
          <p:nvPr/>
        </p:nvSpPr>
        <p:spPr>
          <a:xfrm>
            <a:off x="7026965" y="3657600"/>
            <a:ext cx="705679" cy="238539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6" name="Google Shape;186;g220569f7507_1_58"/>
          <p:cNvSpPr/>
          <p:nvPr/>
        </p:nvSpPr>
        <p:spPr>
          <a:xfrm>
            <a:off x="6689035" y="2890793"/>
            <a:ext cx="337930" cy="1005346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7" name="Google Shape;187;g220569f7507_1_58"/>
          <p:cNvSpPr txBox="1"/>
          <p:nvPr/>
        </p:nvSpPr>
        <p:spPr>
          <a:xfrm>
            <a:off x="7041872" y="3156787"/>
            <a:ext cx="105800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Nuevo!</a:t>
            </a:r>
            <a:endParaRPr sz="1100"/>
          </a:p>
        </p:txBody>
      </p:sp>
      <p:sp>
        <p:nvSpPr>
          <p:cNvPr id="188" name="Google Shape;188;g220569f7507_1_58"/>
          <p:cNvSpPr txBox="1"/>
          <p:nvPr/>
        </p:nvSpPr>
        <p:spPr>
          <a:xfrm>
            <a:off x="116709" y="997014"/>
            <a:ext cx="1632578" cy="14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E18405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Generic Dataset: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E18405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ImageNet 1K</a:t>
            </a:r>
            <a:endParaRPr sz="1100" dirty="0"/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rgbClr val="E18405"/>
              </a:buClr>
              <a:buSzPts val="1500"/>
              <a:buFont typeface="Twentieth Century"/>
              <a:buChar char="-"/>
            </a:pPr>
            <a:r>
              <a:rPr lang="en" sz="1500" b="1" dirty="0">
                <a:solidFill>
                  <a:srgbClr val="E18405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1000 clases</a:t>
            </a:r>
            <a:endParaRPr sz="1100" dirty="0"/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rgbClr val="E18405"/>
              </a:buClr>
              <a:buSzPts val="1500"/>
              <a:buFont typeface="Twentieth Century"/>
              <a:buChar char="-"/>
            </a:pPr>
            <a:r>
              <a:rPr lang="en" sz="1500" b="1" dirty="0">
                <a:solidFill>
                  <a:srgbClr val="E18405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1.281.167 (train set)</a:t>
            </a:r>
            <a:endParaRPr sz="1100" dirty="0"/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rgbClr val="E18405"/>
              </a:buClr>
              <a:buSzPts val="1500"/>
              <a:buFont typeface="Twentieth Century"/>
              <a:buChar char="-"/>
            </a:pPr>
            <a:r>
              <a:rPr lang="en" sz="1500" b="1" dirty="0">
                <a:solidFill>
                  <a:srgbClr val="E18405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RGB</a:t>
            </a:r>
            <a:endParaRPr sz="1100" dirty="0"/>
          </a:p>
        </p:txBody>
      </p:sp>
      <p:sp>
        <p:nvSpPr>
          <p:cNvPr id="189" name="Google Shape;189;g220569f7507_1_58"/>
          <p:cNvSpPr txBox="1"/>
          <p:nvPr/>
        </p:nvSpPr>
        <p:spPr>
          <a:xfrm>
            <a:off x="116709" y="3786802"/>
            <a:ext cx="1632578" cy="122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Specific Dataset:</a:t>
            </a:r>
            <a:endParaRPr sz="11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Bees &amp; ants</a:t>
            </a:r>
            <a:endParaRPr sz="1500" b="1" dirty="0">
              <a:solidFill>
                <a:schemeClr val="accent2">
                  <a:lumMod val="60000"/>
                  <a:lumOff val="40000"/>
                </a:schemeClr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SzPts val="1500"/>
              <a:buFont typeface="Twentieth Century"/>
              <a:buChar char="-"/>
            </a:pPr>
            <a:r>
              <a:rPr lang="en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clases</a:t>
            </a:r>
            <a:endParaRPr sz="11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SzPts val="1500"/>
              <a:buFont typeface="Twentieth Century"/>
              <a:buChar char="-"/>
            </a:pPr>
            <a:r>
              <a:rPr lang="en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120 (train set)</a:t>
            </a:r>
            <a:endParaRPr sz="11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SzPts val="1500"/>
              <a:buFont typeface="Twentieth Century"/>
              <a:buChar char="-"/>
            </a:pPr>
            <a:r>
              <a:rPr lang="en" sz="1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RGB</a:t>
            </a:r>
            <a:endParaRPr sz="11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0" name="Google Shape;190;g220569f7507_1_58"/>
          <p:cNvSpPr txBox="1"/>
          <p:nvPr/>
        </p:nvSpPr>
        <p:spPr>
          <a:xfrm rot="-5400000">
            <a:off x="1110345" y="2812331"/>
            <a:ext cx="735078" cy="2539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wentieth Century"/>
                <a:ea typeface="Twentieth Century"/>
                <a:cs typeface="Twentieth Century"/>
                <a:sym typeface="Twentieth Century"/>
              </a:rPr>
              <a:t>400*400</a:t>
            </a:r>
            <a:endParaRPr sz="1100" dirty="0"/>
          </a:p>
        </p:txBody>
      </p:sp>
      <p:sp>
        <p:nvSpPr>
          <p:cNvPr id="191" name="Google Shape;191;g220569f7507_1_58"/>
          <p:cNvSpPr txBox="1"/>
          <p:nvPr/>
        </p:nvSpPr>
        <p:spPr>
          <a:xfrm rot="-5400000">
            <a:off x="5508410" y="1987099"/>
            <a:ext cx="735078" cy="2539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wentieth Century"/>
                <a:ea typeface="Twentieth Century"/>
                <a:cs typeface="Twentieth Century"/>
                <a:sym typeface="Twentieth Century"/>
              </a:rPr>
              <a:t>12*12</a:t>
            </a:r>
            <a:endParaRPr sz="1100"/>
          </a:p>
        </p:txBody>
      </p:sp>
      <p:sp>
        <p:nvSpPr>
          <p:cNvPr id="192" name="Google Shape;192;g220569f7507_1_58"/>
          <p:cNvSpPr txBox="1"/>
          <p:nvPr/>
        </p:nvSpPr>
        <p:spPr>
          <a:xfrm>
            <a:off x="7012265" y="4175098"/>
            <a:ext cx="735078" cy="2539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wentieth Century"/>
                <a:ea typeface="Twentieth Century"/>
                <a:cs typeface="Twentieth Century"/>
                <a:sym typeface="Twentieth Century"/>
              </a:rPr>
              <a:t>2 clases</a:t>
            </a:r>
            <a:endParaRPr sz="1100"/>
          </a:p>
        </p:txBody>
      </p:sp>
      <p:sp>
        <p:nvSpPr>
          <p:cNvPr id="2" name="Google Shape;190;g220569f7507_1_58">
            <a:extLst>
              <a:ext uri="{FF2B5EF4-FFF2-40B4-BE49-F238E27FC236}">
                <a16:creationId xmlns:a16="http://schemas.microsoft.com/office/drawing/2014/main" id="{8A466B22-50EF-EA89-C9E0-5F4E0B13CF57}"/>
              </a:ext>
            </a:extLst>
          </p:cNvPr>
          <p:cNvSpPr txBox="1"/>
          <p:nvPr/>
        </p:nvSpPr>
        <p:spPr>
          <a:xfrm rot="-5400000">
            <a:off x="5985881" y="3323990"/>
            <a:ext cx="1145692" cy="23080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050" dirty="0">
                <a:latin typeface="Twentieth Century"/>
                <a:ea typeface="Twentieth Century"/>
                <a:cs typeface="Twentieth Century"/>
                <a:sym typeface="Twentieth Century"/>
              </a:rPr>
              <a:t>A</a:t>
            </a:r>
            <a:r>
              <a:rPr lang="en" sz="1050" dirty="0">
                <a:latin typeface="Twentieth Century"/>
                <a:ea typeface="Twentieth Century"/>
                <a:cs typeface="Twentieth Century"/>
                <a:sym typeface="Twentieth Century"/>
              </a:rPr>
              <a:t>daptive avg pool</a:t>
            </a:r>
            <a:endParaRPr sz="1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7DBF359-DD05-5043-4587-31F5CF862ACA}"/>
                  </a:ext>
                </a:extLst>
              </p14:cNvPr>
              <p14:cNvContentPartPr/>
              <p14:nvPr/>
            </p14:nvContentPartPr>
            <p14:xfrm>
              <a:off x="3438373" y="940598"/>
              <a:ext cx="465840" cy="353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7DBF359-DD05-5043-4587-31F5CF862AC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20733" y="922598"/>
                <a:ext cx="501480" cy="38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2813ADD-9068-918B-96ED-C6160F302669}"/>
                  </a:ext>
                </a:extLst>
              </p14:cNvPr>
              <p14:cNvContentPartPr/>
              <p14:nvPr/>
            </p14:nvContentPartPr>
            <p14:xfrm>
              <a:off x="4226773" y="1855718"/>
              <a:ext cx="133560" cy="3129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2813ADD-9068-918B-96ED-C6160F30266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20653" y="1849598"/>
                <a:ext cx="145800" cy="314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8FA749B9-D3F9-02C6-91BE-CC5A7CEFE94A}"/>
              </a:ext>
            </a:extLst>
          </p:cNvPr>
          <p:cNvGrpSpPr/>
          <p:nvPr/>
        </p:nvGrpSpPr>
        <p:grpSpPr>
          <a:xfrm>
            <a:off x="4057933" y="2493638"/>
            <a:ext cx="436320" cy="1528200"/>
            <a:chOff x="4057933" y="2493638"/>
            <a:chExt cx="436320" cy="152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C7E5092-CFC2-7864-87E8-6AE2B53DC71C}"/>
                    </a:ext>
                  </a:extLst>
                </p14:cNvPr>
                <p14:cNvContentPartPr/>
                <p14:nvPr/>
              </p14:nvContentPartPr>
              <p14:xfrm>
                <a:off x="4070533" y="2776958"/>
                <a:ext cx="423720" cy="1244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C7E5092-CFC2-7864-87E8-6AE2B53DC71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64413" y="2770838"/>
                  <a:ext cx="435960" cy="12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6ADAFFB-B5E2-32E5-808C-4599C189D99A}"/>
                    </a:ext>
                  </a:extLst>
                </p14:cNvPr>
                <p14:cNvContentPartPr/>
                <p14:nvPr/>
              </p14:nvContentPartPr>
              <p14:xfrm>
                <a:off x="4057933" y="2493638"/>
                <a:ext cx="198000" cy="127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6ADAFFB-B5E2-32E5-808C-4599C189D99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51813" y="2487518"/>
                  <a:ext cx="210240" cy="13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CC14AEC-3247-B634-FF44-C4A1132746DA}"/>
                  </a:ext>
                </a:extLst>
              </p14:cNvPr>
              <p14:cNvContentPartPr/>
              <p14:nvPr/>
            </p14:nvContentPartPr>
            <p14:xfrm>
              <a:off x="4374013" y="1486718"/>
              <a:ext cx="1049760" cy="6530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CC14AEC-3247-B634-FF44-C4A1132746D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67893" y="1480598"/>
                <a:ext cx="1062000" cy="66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B95E72D6-6383-F688-BA84-99B23220034A}"/>
              </a:ext>
            </a:extLst>
          </p:cNvPr>
          <p:cNvGrpSpPr/>
          <p:nvPr/>
        </p:nvGrpSpPr>
        <p:grpSpPr>
          <a:xfrm>
            <a:off x="4009693" y="1906838"/>
            <a:ext cx="167760" cy="207000"/>
            <a:chOff x="4009693" y="1906838"/>
            <a:chExt cx="167760" cy="20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A88A372-5894-F08F-17C0-F7FEC862756E}"/>
                    </a:ext>
                  </a:extLst>
                </p14:cNvPr>
                <p14:cNvContentPartPr/>
                <p14:nvPr/>
              </p14:nvContentPartPr>
              <p14:xfrm>
                <a:off x="4009693" y="1906838"/>
                <a:ext cx="27720" cy="63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A88A372-5894-F08F-17C0-F7FEC862756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03573" y="1900718"/>
                  <a:ext cx="399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49FF660-B4D2-0DDC-1306-04B75FBF4566}"/>
                    </a:ext>
                  </a:extLst>
                </p14:cNvPr>
                <p14:cNvContentPartPr/>
                <p14:nvPr/>
              </p14:nvContentPartPr>
              <p14:xfrm>
                <a:off x="4074133" y="1996838"/>
                <a:ext cx="103320" cy="117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49FF660-B4D2-0DDC-1306-04B75FBF456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68013" y="1990718"/>
                  <a:ext cx="11556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58352DD-25A9-68B2-60EE-2097BA6FD5B2}"/>
              </a:ext>
            </a:extLst>
          </p:cNvPr>
          <p:cNvGrpSpPr/>
          <p:nvPr/>
        </p:nvGrpSpPr>
        <p:grpSpPr>
          <a:xfrm>
            <a:off x="5682973" y="1254158"/>
            <a:ext cx="762480" cy="381240"/>
            <a:chOff x="5682973" y="1254158"/>
            <a:chExt cx="762480" cy="38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153ACCA-A1D8-C38A-4593-0E3435EF2824}"/>
                    </a:ext>
                  </a:extLst>
                </p14:cNvPr>
                <p14:cNvContentPartPr/>
                <p14:nvPr/>
              </p14:nvContentPartPr>
              <p14:xfrm>
                <a:off x="5712853" y="1272878"/>
                <a:ext cx="60120" cy="340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153ACCA-A1D8-C38A-4593-0E3435EF282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06733" y="1266758"/>
                  <a:ext cx="7236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D136317-6808-DA33-7595-E48592002657}"/>
                    </a:ext>
                  </a:extLst>
                </p14:cNvPr>
                <p14:cNvContentPartPr/>
                <p14:nvPr/>
              </p14:nvContentPartPr>
              <p14:xfrm>
                <a:off x="5682973" y="1254158"/>
                <a:ext cx="310680" cy="96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D136317-6808-DA33-7595-E4859200265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76853" y="1248038"/>
                  <a:ext cx="322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6935D21-EC8E-B897-DAE9-FFD9BD3270AA}"/>
                    </a:ext>
                  </a:extLst>
                </p14:cNvPr>
                <p14:cNvContentPartPr/>
                <p14:nvPr/>
              </p14:nvContentPartPr>
              <p14:xfrm>
                <a:off x="5781253" y="1345598"/>
                <a:ext cx="212400" cy="289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6935D21-EC8E-B897-DAE9-FFD9BD3270A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75133" y="1339478"/>
                  <a:ext cx="2246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2D960D4-4383-F91B-CF05-AAECD39DE1FA}"/>
                    </a:ext>
                  </a:extLst>
                </p14:cNvPr>
                <p14:cNvContentPartPr/>
                <p14:nvPr/>
              </p14:nvContentPartPr>
              <p14:xfrm>
                <a:off x="6069973" y="1323278"/>
                <a:ext cx="49680" cy="207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2D960D4-4383-F91B-CF05-AAECD39DE1F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63853" y="1317158"/>
                  <a:ext cx="619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5D5B104-6E1C-B317-BE2D-EBFF2C5E2484}"/>
                    </a:ext>
                  </a:extLst>
                </p14:cNvPr>
                <p14:cNvContentPartPr/>
                <p14:nvPr/>
              </p14:nvContentPartPr>
              <p14:xfrm>
                <a:off x="6077893" y="1261718"/>
                <a:ext cx="142200" cy="217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5D5B104-6E1C-B317-BE2D-EBFF2C5E248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071773" y="1255598"/>
                  <a:ext cx="1544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25ECF24-A5EC-D1FD-0817-0A2DF33A93C5}"/>
                    </a:ext>
                  </a:extLst>
                </p14:cNvPr>
                <p14:cNvContentPartPr/>
                <p14:nvPr/>
              </p14:nvContentPartPr>
              <p14:xfrm>
                <a:off x="6292813" y="1342718"/>
                <a:ext cx="49680" cy="109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25ECF24-A5EC-D1FD-0817-0A2DF33A93C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86693" y="1336598"/>
                  <a:ext cx="619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E661698-11D2-8ED6-23A8-3A44000ECA28}"/>
                    </a:ext>
                  </a:extLst>
                </p14:cNvPr>
                <p14:cNvContentPartPr/>
                <p14:nvPr/>
              </p14:nvContentPartPr>
              <p14:xfrm>
                <a:off x="6282733" y="1298798"/>
                <a:ext cx="162720" cy="174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E661698-11D2-8ED6-23A8-3A44000ECA2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276613" y="1292678"/>
                  <a:ext cx="1749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B517196-3748-54A9-1B76-7533B86D4B81}"/>
                    </a:ext>
                  </a:extLst>
                </p14:cNvPr>
                <p14:cNvContentPartPr/>
                <p14:nvPr/>
              </p14:nvContentPartPr>
              <p14:xfrm>
                <a:off x="5728693" y="1317878"/>
                <a:ext cx="63360" cy="97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B517196-3748-54A9-1B76-7533B86D4B8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22573" y="1311758"/>
                  <a:ext cx="756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B8AD507-23AD-7A29-00B2-81BF4485F437}"/>
                    </a:ext>
                  </a:extLst>
                </p14:cNvPr>
                <p14:cNvContentPartPr/>
                <p14:nvPr/>
              </p14:nvContentPartPr>
              <p14:xfrm>
                <a:off x="5740573" y="1380518"/>
                <a:ext cx="58320" cy="26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B8AD507-23AD-7A29-00B2-81BF4485F43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734453" y="1374398"/>
                  <a:ext cx="705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D9F66B2-E44C-86E0-B49F-686AC15AD84E}"/>
                    </a:ext>
                  </a:extLst>
                </p14:cNvPr>
                <p14:cNvContentPartPr/>
                <p14:nvPr/>
              </p14:nvContentPartPr>
              <p14:xfrm>
                <a:off x="5735533" y="1434518"/>
                <a:ext cx="61560" cy="24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D9F66B2-E44C-86E0-B49F-686AC15AD84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29413" y="1428398"/>
                  <a:ext cx="738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6FCE65A-4A2B-5509-4C94-79CBDB4A41E2}"/>
                    </a:ext>
                  </a:extLst>
                </p14:cNvPr>
                <p14:cNvContentPartPr/>
                <p14:nvPr/>
              </p14:nvContentPartPr>
              <p14:xfrm>
                <a:off x="5734093" y="1473758"/>
                <a:ext cx="55800" cy="590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6FCE65A-4A2B-5509-4C94-79CBDB4A41E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27973" y="1467638"/>
                  <a:ext cx="680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5604B7B-B777-FFC0-2FF0-B96BCCAB113C}"/>
                    </a:ext>
                  </a:extLst>
                </p14:cNvPr>
                <p14:cNvContentPartPr/>
                <p14:nvPr/>
              </p14:nvContentPartPr>
              <p14:xfrm>
                <a:off x="5739133" y="1538558"/>
                <a:ext cx="106920" cy="69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5604B7B-B777-FFC0-2FF0-B96BCCAB113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33013" y="1532438"/>
                  <a:ext cx="119160" cy="81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>
          <a:extLst>
            <a:ext uri="{FF2B5EF4-FFF2-40B4-BE49-F238E27FC236}">
              <a16:creationId xmlns:a16="http://schemas.microsoft.com/office/drawing/2014/main" id="{C16417C9-AD54-ECB3-AC7F-31BAA7E68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20569f7507_1_58">
            <a:extLst>
              <a:ext uri="{FF2B5EF4-FFF2-40B4-BE49-F238E27FC236}">
                <a16:creationId xmlns:a16="http://schemas.microsoft.com/office/drawing/2014/main" id="{D181B0CA-9A94-F145-0A11-369851D892CA}"/>
              </a:ext>
            </a:extLst>
          </p:cNvPr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Transfer Learning - ejemplo colab</a:t>
            </a: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5" name="Google Shape;185;g220569f7507_1_58">
            <a:extLst>
              <a:ext uri="{FF2B5EF4-FFF2-40B4-BE49-F238E27FC236}">
                <a16:creationId xmlns:a16="http://schemas.microsoft.com/office/drawing/2014/main" id="{9FE15C50-91EB-8231-1BD3-AF6E686FEEB1}"/>
              </a:ext>
            </a:extLst>
          </p:cNvPr>
          <p:cNvSpPr/>
          <p:nvPr/>
        </p:nvSpPr>
        <p:spPr>
          <a:xfrm>
            <a:off x="7026965" y="3657600"/>
            <a:ext cx="705679" cy="238539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8" name="Google Shape;188;g220569f7507_1_58">
            <a:extLst>
              <a:ext uri="{FF2B5EF4-FFF2-40B4-BE49-F238E27FC236}">
                <a16:creationId xmlns:a16="http://schemas.microsoft.com/office/drawing/2014/main" id="{85EFED1F-D331-EC19-956B-94E1086689D4}"/>
              </a:ext>
            </a:extLst>
          </p:cNvPr>
          <p:cNvSpPr txBox="1"/>
          <p:nvPr/>
        </p:nvSpPr>
        <p:spPr>
          <a:xfrm>
            <a:off x="226416" y="656255"/>
            <a:ext cx="3023559" cy="1454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E18405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Generic Dataset: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E18405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ImageNet 1K</a:t>
            </a:r>
            <a:endParaRPr dirty="0"/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rgbClr val="E18405"/>
              </a:buClr>
              <a:buSzPts val="1500"/>
              <a:buFont typeface="Twentieth Century"/>
              <a:buChar char="-"/>
            </a:pPr>
            <a:r>
              <a:rPr lang="en" sz="1800" b="1" dirty="0">
                <a:solidFill>
                  <a:srgbClr val="E18405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1000 clases</a:t>
            </a:r>
            <a:endParaRPr dirty="0"/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rgbClr val="E18405"/>
              </a:buClr>
              <a:buSzPts val="1500"/>
              <a:buFont typeface="Twentieth Century"/>
              <a:buChar char="-"/>
            </a:pPr>
            <a:r>
              <a:rPr lang="en" sz="1800" b="1" dirty="0">
                <a:solidFill>
                  <a:srgbClr val="E18405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1.281.167 (train set)</a:t>
            </a:r>
            <a:endParaRPr dirty="0"/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rgbClr val="E18405"/>
              </a:buClr>
              <a:buSzPts val="1500"/>
              <a:buFont typeface="Twentieth Century"/>
              <a:buChar char="-"/>
            </a:pPr>
            <a:r>
              <a:rPr lang="en" sz="1800" b="1" dirty="0">
                <a:solidFill>
                  <a:srgbClr val="E18405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RGB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1BF0DE-0DEF-E765-21E7-2349496B83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451258"/>
            <a:ext cx="4345583" cy="2467474"/>
          </a:xfrm>
          <a:prstGeom prst="rect">
            <a:avLst/>
          </a:prstGeom>
        </p:spPr>
      </p:pic>
      <p:sp>
        <p:nvSpPr>
          <p:cNvPr id="5" name="Google Shape;189;g220569f7507_1_58">
            <a:extLst>
              <a:ext uri="{FF2B5EF4-FFF2-40B4-BE49-F238E27FC236}">
                <a16:creationId xmlns:a16="http://schemas.microsoft.com/office/drawing/2014/main" id="{9A2C3519-D87B-C2AE-3908-92EA2224EDA0}"/>
              </a:ext>
            </a:extLst>
          </p:cNvPr>
          <p:cNvSpPr txBox="1"/>
          <p:nvPr/>
        </p:nvSpPr>
        <p:spPr>
          <a:xfrm>
            <a:off x="5394386" y="656255"/>
            <a:ext cx="2934365" cy="1454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Specific Dataset:</a:t>
            </a:r>
            <a:endParaRPr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Bees &amp; ants</a:t>
            </a:r>
            <a:endParaRPr sz="1800" b="1" dirty="0">
              <a:solidFill>
                <a:schemeClr val="accent2">
                  <a:lumMod val="60000"/>
                  <a:lumOff val="40000"/>
                </a:schemeClr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SzPts val="1500"/>
              <a:buFont typeface="Twentieth Century"/>
              <a:buChar char="-"/>
            </a:pPr>
            <a:r>
              <a:rPr lang="en" sz="1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clases</a:t>
            </a:r>
            <a:endParaRPr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SzPts val="1500"/>
              <a:buFont typeface="Twentieth Century"/>
              <a:buChar char="-"/>
            </a:pPr>
            <a:r>
              <a:rPr lang="en" sz="1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120 (train set)</a:t>
            </a:r>
            <a:endParaRPr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254000" marR="0" lvl="0" indent="-247650" algn="l" rtl="0">
              <a:spcBef>
                <a:spcPts val="0"/>
              </a:spcBef>
              <a:spcAft>
                <a:spcPts val="0"/>
              </a:spcAft>
              <a:buClr>
                <a:schemeClr val="accent2">
                  <a:lumMod val="60000"/>
                  <a:lumOff val="40000"/>
                </a:schemeClr>
              </a:buClr>
              <a:buSzPts val="1500"/>
              <a:buFont typeface="Twentieth Century"/>
              <a:buChar char="-"/>
            </a:pPr>
            <a:r>
              <a:rPr lang="en" sz="1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RGB</a:t>
            </a:r>
            <a:endParaRPr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8962820-3F73-979C-5059-57F254910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383" y="2571750"/>
            <a:ext cx="4200909" cy="2207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647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20569f7507_1_72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Transfer Learning - ejemplo colab</a:t>
            </a: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8" name="Google Shape;198;g220569f7507_1_72"/>
          <p:cNvSpPr txBox="1"/>
          <p:nvPr/>
        </p:nvSpPr>
        <p:spPr>
          <a:xfrm>
            <a:off x="113485" y="789727"/>
            <a:ext cx="1985832" cy="39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n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 Colab</a:t>
            </a:r>
            <a:endParaRPr sz="21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pSp>
        <p:nvGrpSpPr>
          <p:cNvPr id="199" name="Google Shape;199;g220569f7507_1_72"/>
          <p:cNvGrpSpPr/>
          <p:nvPr/>
        </p:nvGrpSpPr>
        <p:grpSpPr>
          <a:xfrm>
            <a:off x="5165183" y="1658233"/>
            <a:ext cx="3523601" cy="3363885"/>
            <a:chOff x="989692" y="1991560"/>
            <a:chExt cx="4698135" cy="4485180"/>
          </a:xfrm>
        </p:grpSpPr>
        <p:pic>
          <p:nvPicPr>
            <p:cNvPr id="200" name="Google Shape;200;g220569f7507_1_7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9692" y="2516687"/>
              <a:ext cx="4698135" cy="3107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" name="Google Shape;201;g220569f7507_1_72"/>
            <p:cNvSpPr txBox="1"/>
            <p:nvPr/>
          </p:nvSpPr>
          <p:spPr>
            <a:xfrm>
              <a:off x="2155339" y="1991560"/>
              <a:ext cx="2366839" cy="5251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lang="en" sz="2100">
                  <a:solidFill>
                    <a:schemeClr val="dk2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Fine tuning</a:t>
              </a:r>
              <a:endParaRPr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02" name="Google Shape;202;g220569f7507_1_72"/>
            <p:cNvSpPr/>
            <p:nvPr/>
          </p:nvSpPr>
          <p:spPr>
            <a:xfrm rot="-5400000">
              <a:off x="3115799" y="4850874"/>
              <a:ext cx="466924" cy="1861478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22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03" name="Google Shape;203;g220569f7507_1_72"/>
            <p:cNvSpPr txBox="1"/>
            <p:nvPr/>
          </p:nvSpPr>
          <p:spPr>
            <a:xfrm>
              <a:off x="2763763" y="6015075"/>
              <a:ext cx="1758415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000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reentrenar</a:t>
              </a:r>
              <a:endParaRPr sz="1100"/>
            </a:p>
          </p:txBody>
        </p:sp>
      </p:grpSp>
      <p:grpSp>
        <p:nvGrpSpPr>
          <p:cNvPr id="204" name="Google Shape;204;g220569f7507_1_72"/>
          <p:cNvGrpSpPr/>
          <p:nvPr/>
        </p:nvGrpSpPr>
        <p:grpSpPr>
          <a:xfrm>
            <a:off x="561301" y="1577417"/>
            <a:ext cx="3523601" cy="3363885"/>
            <a:chOff x="6504175" y="1991560"/>
            <a:chExt cx="4698135" cy="4485180"/>
          </a:xfrm>
        </p:grpSpPr>
        <p:pic>
          <p:nvPicPr>
            <p:cNvPr id="205" name="Google Shape;205;g220569f7507_1_7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504175" y="2516687"/>
              <a:ext cx="4698135" cy="3107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g220569f7507_1_72"/>
            <p:cNvSpPr txBox="1"/>
            <p:nvPr/>
          </p:nvSpPr>
          <p:spPr>
            <a:xfrm>
              <a:off x="7481639" y="1991560"/>
              <a:ext cx="2968284" cy="5251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lang="en" sz="2100">
                  <a:solidFill>
                    <a:schemeClr val="dk2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Feature extractor</a:t>
              </a:r>
              <a:endParaRPr sz="1100">
                <a:solidFill>
                  <a:schemeClr val="dk2"/>
                </a:solidFill>
              </a:endParaRPr>
            </a:p>
          </p:txBody>
        </p:sp>
        <p:sp>
          <p:nvSpPr>
            <p:cNvPr id="207" name="Google Shape;207;g220569f7507_1_72"/>
            <p:cNvSpPr/>
            <p:nvPr/>
          </p:nvSpPr>
          <p:spPr>
            <a:xfrm rot="-5400000">
              <a:off x="9231677" y="5367708"/>
              <a:ext cx="466924" cy="827809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22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208" name="Google Shape;208;g220569f7507_1_72"/>
            <p:cNvSpPr txBox="1"/>
            <p:nvPr/>
          </p:nvSpPr>
          <p:spPr>
            <a:xfrm>
              <a:off x="8822805" y="6015075"/>
              <a:ext cx="1627118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dirty="0">
                  <a:solidFill>
                    <a:srgbClr val="FF000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entrenar</a:t>
              </a:r>
              <a:endParaRPr sz="1100" dirty="0"/>
            </a:p>
          </p:txBody>
        </p:sp>
      </p:grpSp>
      <p:sp>
        <p:nvSpPr>
          <p:cNvPr id="2" name="Google Shape;208;g220569f7507_1_72">
            <a:extLst>
              <a:ext uri="{FF2B5EF4-FFF2-40B4-BE49-F238E27FC236}">
                <a16:creationId xmlns:a16="http://schemas.microsoft.com/office/drawing/2014/main" id="{6CE24DBD-9BCC-92C6-C02D-FE232734CD59}"/>
              </a:ext>
            </a:extLst>
          </p:cNvPr>
          <p:cNvSpPr txBox="1"/>
          <p:nvPr/>
        </p:nvSpPr>
        <p:spPr>
          <a:xfrm>
            <a:off x="2097859" y="2999114"/>
            <a:ext cx="1220338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copiar</a:t>
            </a:r>
            <a:endParaRPr sz="1100" dirty="0"/>
          </a:p>
        </p:txBody>
      </p:sp>
      <p:sp>
        <p:nvSpPr>
          <p:cNvPr id="3" name="Google Shape;208;g220569f7507_1_72">
            <a:extLst>
              <a:ext uri="{FF2B5EF4-FFF2-40B4-BE49-F238E27FC236}">
                <a16:creationId xmlns:a16="http://schemas.microsoft.com/office/drawing/2014/main" id="{028E9DD1-A9F2-DEB4-F6D2-89AEF7B841ED}"/>
              </a:ext>
            </a:extLst>
          </p:cNvPr>
          <p:cNvSpPr txBox="1"/>
          <p:nvPr/>
        </p:nvSpPr>
        <p:spPr>
          <a:xfrm>
            <a:off x="6745141" y="3044368"/>
            <a:ext cx="1220338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copiar</a:t>
            </a:r>
            <a:endParaRPr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20569f7507_1_105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Transfer Learning - ¿Qué estrategia usar?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163" name="Google Shape;163;g220569f7507_1_105"/>
          <p:cNvCxnSpPr/>
          <p:nvPr/>
        </p:nvCxnSpPr>
        <p:spPr>
          <a:xfrm>
            <a:off x="914400" y="1759226"/>
            <a:ext cx="6927574" cy="0"/>
          </a:xfrm>
          <a:prstGeom prst="straightConnector1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64" name="Google Shape;164;g220569f7507_1_105"/>
          <p:cNvCxnSpPr/>
          <p:nvPr/>
        </p:nvCxnSpPr>
        <p:spPr>
          <a:xfrm>
            <a:off x="6216667" y="875707"/>
            <a:ext cx="0" cy="3754562"/>
          </a:xfrm>
          <a:prstGeom prst="straightConnector1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65" name="Google Shape;165;g220569f7507_1_105"/>
          <p:cNvSpPr txBox="1"/>
          <p:nvPr/>
        </p:nvSpPr>
        <p:spPr>
          <a:xfrm>
            <a:off x="-25334" y="1297580"/>
            <a:ext cx="13419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pequeño 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6" name="Google Shape;166;g220569f7507_1_105"/>
          <p:cNvSpPr txBox="1"/>
          <p:nvPr/>
        </p:nvSpPr>
        <p:spPr>
          <a:xfrm>
            <a:off x="7890366" y="1759226"/>
            <a:ext cx="12672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grande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7" name="Google Shape;167;g220569f7507_1_105"/>
          <p:cNvSpPr txBox="1"/>
          <p:nvPr/>
        </p:nvSpPr>
        <p:spPr>
          <a:xfrm>
            <a:off x="3851207" y="674339"/>
            <a:ext cx="1911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semejante al generic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8" name="Google Shape;168;g220569f7507_1_105"/>
          <p:cNvSpPr txBox="1"/>
          <p:nvPr/>
        </p:nvSpPr>
        <p:spPr>
          <a:xfrm>
            <a:off x="4032407" y="4457069"/>
            <a:ext cx="16488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distinto al generic</a:t>
            </a:r>
            <a:endParaRPr sz="18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9" name="Google Shape;169;g220569f7507_1_105"/>
          <p:cNvSpPr txBox="1"/>
          <p:nvPr/>
        </p:nvSpPr>
        <p:spPr>
          <a:xfrm>
            <a:off x="1541164" y="810262"/>
            <a:ext cx="14958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feature extractor</a:t>
            </a:r>
            <a:endParaRPr sz="14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0" name="Google Shape;170;g220569f7507_1_105"/>
          <p:cNvSpPr txBox="1"/>
          <p:nvPr/>
        </p:nvSpPr>
        <p:spPr>
          <a:xfrm>
            <a:off x="6772858" y="814097"/>
            <a:ext cx="12324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fine tunning</a:t>
            </a:r>
            <a:endParaRPr sz="14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1" name="Google Shape;171;g220569f7507_1_105"/>
          <p:cNvSpPr txBox="1"/>
          <p:nvPr/>
        </p:nvSpPr>
        <p:spPr>
          <a:xfrm>
            <a:off x="177946" y="4086788"/>
            <a:ext cx="1809000" cy="7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feature extractor desde menor profundidad</a:t>
            </a:r>
            <a:endParaRPr sz="14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2" name="Google Shape;172;g220569f7507_1_105"/>
          <p:cNvSpPr txBox="1"/>
          <p:nvPr/>
        </p:nvSpPr>
        <p:spPr>
          <a:xfrm>
            <a:off x="6772858" y="3118999"/>
            <a:ext cx="213823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fine tunning (from pre-trained models)</a:t>
            </a:r>
            <a:endParaRPr sz="140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73" name="Google Shape;173;g220569f7507_1_1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47033" y="2952112"/>
            <a:ext cx="2378053" cy="157250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220569f7507_1_105"/>
          <p:cNvSpPr/>
          <p:nvPr/>
        </p:nvSpPr>
        <p:spPr>
          <a:xfrm rot="-5400000">
            <a:off x="2732372" y="4325651"/>
            <a:ext cx="200415" cy="408824"/>
          </a:xfrm>
          <a:prstGeom prst="leftBrace">
            <a:avLst>
              <a:gd name="adj1" fmla="val 8333"/>
              <a:gd name="adj2" fmla="val 50000"/>
            </a:avLst>
          </a:prstGeom>
          <a:noFill/>
          <a:ln w="222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5" name="Google Shape;175;g220569f7507_1_105"/>
          <p:cNvSpPr txBox="1"/>
          <p:nvPr/>
        </p:nvSpPr>
        <p:spPr>
          <a:xfrm>
            <a:off x="2501531" y="4630270"/>
            <a:ext cx="107092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entrenar</a:t>
            </a:r>
            <a:endParaRPr sz="1100"/>
          </a:p>
        </p:txBody>
      </p:sp>
      <p:sp>
        <p:nvSpPr>
          <p:cNvPr id="176" name="Google Shape;176;g220569f7507_1_105"/>
          <p:cNvSpPr txBox="1"/>
          <p:nvPr/>
        </p:nvSpPr>
        <p:spPr>
          <a:xfrm>
            <a:off x="304408" y="2009421"/>
            <a:ext cx="469127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https://discuss.pytorch.org/t/how-can-i-replace-the-forward-method-of-a-predefined-torchvision-model-with-my-customized-forward-function/54224/8</a:t>
            </a:r>
            <a:endParaRPr sz="1100" dirty="0"/>
          </a:p>
        </p:txBody>
      </p:sp>
      <p:sp>
        <p:nvSpPr>
          <p:cNvPr id="177" name="Google Shape;177;g220569f7507_1_105"/>
          <p:cNvSpPr txBox="1"/>
          <p:nvPr/>
        </p:nvSpPr>
        <p:spPr>
          <a:xfrm>
            <a:off x="3991376" y="2929046"/>
            <a:ext cx="2005650" cy="131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https://github.com/mortezamg63/Accessing-and-modifying-different-layers-of-a-pretrained-model-in-pytorch/blob/master/README.md</a:t>
            </a:r>
            <a:endParaRPr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20569f7507_1_87"/>
          <p:cNvSpPr txBox="1"/>
          <p:nvPr/>
        </p:nvSpPr>
        <p:spPr>
          <a:xfrm>
            <a:off x="-119743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Transfer Learning - ¿Qué estrategia usar?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endParaRPr sz="24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cxnSp>
        <p:nvCxnSpPr>
          <p:cNvPr id="144" name="Google Shape;144;g220569f7507_1_87"/>
          <p:cNvCxnSpPr/>
          <p:nvPr/>
        </p:nvCxnSpPr>
        <p:spPr>
          <a:xfrm>
            <a:off x="872777" y="1639904"/>
            <a:ext cx="6927600" cy="0"/>
          </a:xfrm>
          <a:prstGeom prst="straightConnector1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45" name="Google Shape;145;g220569f7507_1_87"/>
          <p:cNvCxnSpPr/>
          <p:nvPr/>
        </p:nvCxnSpPr>
        <p:spPr>
          <a:xfrm>
            <a:off x="1918253" y="868458"/>
            <a:ext cx="0" cy="3754562"/>
          </a:xfrm>
          <a:prstGeom prst="straightConnector1">
            <a:avLst/>
          </a:prstGeom>
          <a:noFill/>
          <a:ln w="7620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46" name="Google Shape;146;g220569f7507_1_87"/>
          <p:cNvSpPr txBox="1"/>
          <p:nvPr/>
        </p:nvSpPr>
        <p:spPr>
          <a:xfrm>
            <a:off x="2541" y="1091687"/>
            <a:ext cx="13419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pequeño 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7" name="Google Shape;147;g220569f7507_1_87"/>
          <p:cNvSpPr txBox="1"/>
          <p:nvPr/>
        </p:nvSpPr>
        <p:spPr>
          <a:xfrm>
            <a:off x="7848744" y="1028273"/>
            <a:ext cx="12672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grande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8" name="Google Shape;148;g220569f7507_1_87"/>
          <p:cNvSpPr txBox="1"/>
          <p:nvPr/>
        </p:nvSpPr>
        <p:spPr>
          <a:xfrm>
            <a:off x="2193139" y="669176"/>
            <a:ext cx="1911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semejante al generic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9" name="Google Shape;149;g220569f7507_1_87"/>
          <p:cNvSpPr txBox="1"/>
          <p:nvPr/>
        </p:nvSpPr>
        <p:spPr>
          <a:xfrm>
            <a:off x="1727384" y="4520252"/>
            <a:ext cx="16488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Dataset distinto al generic</a:t>
            </a:r>
            <a:endParaRPr sz="18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0" name="Google Shape;150;g220569f7507_1_87"/>
          <p:cNvSpPr txBox="1"/>
          <p:nvPr/>
        </p:nvSpPr>
        <p:spPr>
          <a:xfrm>
            <a:off x="6131159" y="3188248"/>
            <a:ext cx="2546357" cy="930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fine tunning (from pre-trained models)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NECESITAMOS MODELOS PRE-ENTRENADOS!!</a:t>
            </a:r>
            <a:endParaRPr sz="1400" dirty="0">
              <a:solidFill>
                <a:srgbClr val="FF0000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pSp>
        <p:nvGrpSpPr>
          <p:cNvPr id="151" name="Google Shape;151;g220569f7507_1_87"/>
          <p:cNvGrpSpPr/>
          <p:nvPr/>
        </p:nvGrpSpPr>
        <p:grpSpPr>
          <a:xfrm>
            <a:off x="2345649" y="1969894"/>
            <a:ext cx="2795716" cy="2210903"/>
            <a:chOff x="989692" y="2516687"/>
            <a:chExt cx="4698135" cy="3999474"/>
          </a:xfrm>
        </p:grpSpPr>
        <p:pic>
          <p:nvPicPr>
            <p:cNvPr id="152" name="Google Shape;152;g220569f7507_1_8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89692" y="2516687"/>
              <a:ext cx="4698135" cy="3107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g220569f7507_1_87"/>
            <p:cNvSpPr/>
            <p:nvPr/>
          </p:nvSpPr>
          <p:spPr>
            <a:xfrm rot="-5400000">
              <a:off x="3115799" y="4850874"/>
              <a:ext cx="466924" cy="1861478"/>
            </a:xfrm>
            <a:prstGeom prst="leftBrace">
              <a:avLst>
                <a:gd name="adj1" fmla="val 8333"/>
                <a:gd name="adj2" fmla="val 50000"/>
              </a:avLst>
            </a:prstGeom>
            <a:noFill/>
            <a:ln w="222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54" name="Google Shape;154;g220569f7507_1_87"/>
            <p:cNvSpPr txBox="1"/>
            <p:nvPr/>
          </p:nvSpPr>
          <p:spPr>
            <a:xfrm>
              <a:off x="2763762" y="6015076"/>
              <a:ext cx="2095092" cy="5010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34275" rIns="68575" bIns="34275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FF0000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entrenar</a:t>
              </a:r>
              <a:endParaRPr sz="1100"/>
            </a:p>
          </p:txBody>
        </p:sp>
      </p:grpSp>
      <p:pic>
        <p:nvPicPr>
          <p:cNvPr id="155" name="Google Shape;155;g220569f7507_1_87" descr="Imagen que contiene Gráfico de líneas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 l="21184" r="25224"/>
          <a:stretch/>
        </p:blipFill>
        <p:spPr>
          <a:xfrm>
            <a:off x="6186699" y="1794654"/>
            <a:ext cx="2078096" cy="13650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g220569f7507_1_87"/>
          <p:cNvCxnSpPr/>
          <p:nvPr/>
        </p:nvCxnSpPr>
        <p:spPr>
          <a:xfrm>
            <a:off x="6802210" y="2342935"/>
            <a:ext cx="0" cy="64976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7" name="Google Shape;157;g220569f7507_1_87"/>
          <p:cNvSpPr txBox="1"/>
          <p:nvPr/>
        </p:nvSpPr>
        <p:spPr>
          <a:xfrm>
            <a:off x="5767818" y="4265245"/>
            <a:ext cx="3200675" cy="71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4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https://pytorch.org/blog/introducing-torchvision-new-multi-weight-support-api/</a:t>
            </a:r>
            <a:endParaRPr sz="1100" dirty="0"/>
          </a:p>
        </p:txBody>
      </p:sp>
      <p:sp>
        <p:nvSpPr>
          <p:cNvPr id="2" name="Google Shape;208;g220569f7507_1_72">
            <a:extLst>
              <a:ext uri="{FF2B5EF4-FFF2-40B4-BE49-F238E27FC236}">
                <a16:creationId xmlns:a16="http://schemas.microsoft.com/office/drawing/2014/main" id="{026C687C-6073-863C-EE88-136DA22135BC}"/>
              </a:ext>
            </a:extLst>
          </p:cNvPr>
          <p:cNvSpPr txBox="1"/>
          <p:nvPr/>
        </p:nvSpPr>
        <p:spPr>
          <a:xfrm>
            <a:off x="3638977" y="2655755"/>
            <a:ext cx="1220338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copiar</a:t>
            </a:r>
            <a:endParaRPr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20569f7507_1_124"/>
          <p:cNvSpPr txBox="1"/>
          <p:nvPr/>
        </p:nvSpPr>
        <p:spPr>
          <a:xfrm>
            <a:off x="2175193" y="157412"/>
            <a:ext cx="4315200" cy="3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" sz="2400" b="1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¡Un merecido descanso!</a:t>
            </a:r>
            <a:endParaRPr sz="1100"/>
          </a:p>
        </p:txBody>
      </p:sp>
      <p:pic>
        <p:nvPicPr>
          <p:cNvPr id="214" name="Google Shape;214;g220569f7507_1_1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8867" y="1043643"/>
            <a:ext cx="8080892" cy="3674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>
          <a:extLst>
            <a:ext uri="{FF2B5EF4-FFF2-40B4-BE49-F238E27FC236}">
              <a16:creationId xmlns:a16="http://schemas.microsoft.com/office/drawing/2014/main" id="{1AC41B8B-5F84-85B3-13FC-D9FF58660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20569f7507_1_129">
            <a:extLst>
              <a:ext uri="{FF2B5EF4-FFF2-40B4-BE49-F238E27FC236}">
                <a16:creationId xmlns:a16="http://schemas.microsoft.com/office/drawing/2014/main" id="{F7E019D6-E64C-AD0E-6A04-3FDF00378CC7}"/>
              </a:ext>
            </a:extLst>
          </p:cNvPr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20" name="Google Shape;220;g220569f7507_1_129">
            <a:extLst>
              <a:ext uri="{FF2B5EF4-FFF2-40B4-BE49-F238E27FC236}">
                <a16:creationId xmlns:a16="http://schemas.microsoft.com/office/drawing/2014/main" id="{1CA0C463-F9CE-9BBE-AC24-5DE104D50DFA}"/>
              </a:ext>
            </a:extLst>
          </p:cNvPr>
          <p:cNvSpPr txBox="1"/>
          <p:nvPr/>
        </p:nvSpPr>
        <p:spPr>
          <a:xfrm>
            <a:off x="614362" y="1077430"/>
            <a:ext cx="7915275" cy="3727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  <a:sym typeface="Twentieth Century"/>
              </a:rPr>
              <a:t>Configuración de DL que busca </a:t>
            </a:r>
            <a:r>
              <a:rPr lang="es-ES" sz="2100" b="1" dirty="0">
                <a:solidFill>
                  <a:schemeClr val="dk2"/>
                </a:solidFill>
                <a:latin typeface="Twentieth Century"/>
                <a:sym typeface="Twentieth Century"/>
              </a:rPr>
              <a:t>aprender la distribución de </a:t>
            </a:r>
            <a:r>
              <a:rPr lang="es-ES" sz="2100" b="1" dirty="0" err="1">
                <a:solidFill>
                  <a:schemeClr val="dk2"/>
                </a:solidFill>
                <a:latin typeface="Twentieth Century"/>
                <a:sym typeface="Twentieth Century"/>
              </a:rPr>
              <a:t>prob</a:t>
            </a:r>
            <a:r>
              <a:rPr lang="es-ES" sz="2100" b="1" dirty="0">
                <a:solidFill>
                  <a:schemeClr val="dk2"/>
                </a:solidFill>
                <a:latin typeface="Twentieth Century"/>
                <a:sym typeface="Twentieth Century"/>
              </a:rPr>
              <a:t> de los datos de entrenamiento</a:t>
            </a:r>
            <a:r>
              <a:rPr lang="es-ES" sz="2100" dirty="0">
                <a:solidFill>
                  <a:schemeClr val="dk2"/>
                </a:solidFill>
                <a:latin typeface="Twentieth Century"/>
                <a:sym typeface="Twentieth Century"/>
              </a:rPr>
              <a:t> para poder </a:t>
            </a:r>
            <a:r>
              <a:rPr lang="es-ES" sz="2100" b="1" dirty="0">
                <a:solidFill>
                  <a:schemeClr val="dk2"/>
                </a:solidFill>
                <a:latin typeface="Twentieth Century"/>
                <a:sym typeface="Twentieth Century"/>
              </a:rPr>
              <a:t>generar nuevos datos a partir de esa distribución.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s-ES" sz="2100" b="1" dirty="0">
              <a:solidFill>
                <a:schemeClr val="dk2"/>
              </a:solidFill>
              <a:latin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  <a:sym typeface="Twentieth Century"/>
              </a:rPr>
              <a:t>Se logra entrenando 2 modelos compitiendo: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b="1" dirty="0">
                <a:solidFill>
                  <a:schemeClr val="dk2"/>
                </a:solidFill>
                <a:latin typeface="Twentieth Century"/>
                <a:sym typeface="Twentieth Century"/>
              </a:rPr>
              <a:t>G</a:t>
            </a:r>
            <a:r>
              <a:rPr lang="es-ES" sz="2100" dirty="0">
                <a:solidFill>
                  <a:schemeClr val="dk2"/>
                </a:solidFill>
                <a:latin typeface="Twentieth Century"/>
                <a:sym typeface="Wingdings" panose="05000000000000000000" pitchFamily="2" charset="2"/>
              </a:rPr>
              <a:t></a:t>
            </a:r>
            <a:r>
              <a:rPr lang="es-ES" sz="2100" dirty="0">
                <a:solidFill>
                  <a:schemeClr val="dk2"/>
                </a:solidFill>
                <a:latin typeface="Twentieth Century"/>
                <a:sym typeface="Twentieth Century"/>
              </a:rPr>
              <a:t> generador que busca generar  datos “falsos”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b="1" dirty="0">
                <a:solidFill>
                  <a:schemeClr val="dk2"/>
                </a:solidFill>
                <a:latin typeface="Twentieth Century"/>
                <a:sym typeface="Twentieth Century"/>
              </a:rPr>
              <a:t>D</a:t>
            </a:r>
            <a:r>
              <a:rPr lang="es-ES" sz="2100" dirty="0">
                <a:solidFill>
                  <a:schemeClr val="dk2"/>
                </a:solidFill>
                <a:latin typeface="Twentieth Century"/>
                <a:sym typeface="Wingdings" panose="05000000000000000000" pitchFamily="2" charset="2"/>
              </a:rPr>
              <a:t></a:t>
            </a:r>
            <a:r>
              <a:rPr lang="es-ES" sz="2100" dirty="0">
                <a:solidFill>
                  <a:schemeClr val="dk2"/>
                </a:solidFill>
                <a:latin typeface="Twentieth Century"/>
                <a:sym typeface="Twentieth Century"/>
              </a:rPr>
              <a:t> discriminador que busca identificar datos “verdaderos” o “falsos”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s-ES" sz="2100" dirty="0">
              <a:solidFill>
                <a:schemeClr val="dk2"/>
              </a:solidFill>
              <a:latin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  <a:sym typeface="Twentieth Century"/>
              </a:rPr>
              <a:t>Cuando el sistema “converge” el </a:t>
            </a:r>
            <a:r>
              <a:rPr lang="es-ES" sz="2100" b="1" dirty="0">
                <a:solidFill>
                  <a:schemeClr val="dk2"/>
                </a:solidFill>
                <a:latin typeface="Twentieth Century"/>
                <a:sym typeface="Twentieth Century"/>
              </a:rPr>
              <a:t>D</a:t>
            </a:r>
            <a:r>
              <a:rPr lang="es-ES" sz="2100" dirty="0">
                <a:solidFill>
                  <a:schemeClr val="dk2"/>
                </a:solidFill>
                <a:latin typeface="Twentieth Century"/>
                <a:sym typeface="Twentieth Century"/>
              </a:rPr>
              <a:t> no es capaz de distinguir datos reales de falsos (50% de real y 50% de falso)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s-ES" sz="2100" dirty="0">
              <a:solidFill>
                <a:schemeClr val="dk2"/>
              </a:solidFill>
              <a:latin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  <a:sym typeface="Twentieth Century"/>
              </a:rPr>
              <a:t>Ese punto de convergencia es teórico y aún no se ha podido alcanzar, así las GANs permiten generar buenos datos.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s-ES" sz="2100" dirty="0">
              <a:solidFill>
                <a:schemeClr val="dk2"/>
              </a:solidFill>
              <a:latin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s-ES" sz="2100" dirty="0">
              <a:solidFill>
                <a:schemeClr val="dk2"/>
              </a:solidFill>
              <a:latin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s-ES" sz="2100" dirty="0">
              <a:solidFill>
                <a:schemeClr val="dk2"/>
              </a:solidFill>
              <a:latin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1100" b="1" dirty="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2267865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20569f7507_1_129"/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20" name="Google Shape;220;g220569f7507_1_129"/>
          <p:cNvSpPr txBox="1"/>
          <p:nvPr/>
        </p:nvSpPr>
        <p:spPr>
          <a:xfrm>
            <a:off x="1019404" y="688327"/>
            <a:ext cx="6846639" cy="408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redes neuronales enfrentadas:   </a:t>
            </a:r>
            <a:r>
              <a:rPr lang="en" sz="21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enerador -  </a:t>
            </a:r>
            <a:r>
              <a:rPr lang="en" sz="21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iscriminador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21" name="Google Shape;221;g220569f7507_1_129" descr="Forma&#10;&#10;Descripción generada automáticamente con confianza baj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4363" y="1097324"/>
            <a:ext cx="7915275" cy="3451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20569f7507_1_135"/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28" name="Google Shape;228;g220569f7507_1_1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89417" y="728084"/>
            <a:ext cx="3672643" cy="441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220569f7507_1_135"/>
          <p:cNvSpPr txBox="1"/>
          <p:nvPr/>
        </p:nvSpPr>
        <p:spPr>
          <a:xfrm>
            <a:off x="117195" y="814403"/>
            <a:ext cx="4432267" cy="817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2 redes neuronales enfrentadas: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21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</a:t>
            </a: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enerador -  </a:t>
            </a:r>
            <a:r>
              <a:rPr lang="en" sz="2100" b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</a:t>
            </a: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iscriminador	</a:t>
            </a:r>
            <a:endParaRPr sz="110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" name="Google Shape;238;g220569f7507_1_144">
            <a:extLst>
              <a:ext uri="{FF2B5EF4-FFF2-40B4-BE49-F238E27FC236}">
                <a16:creationId xmlns:a16="http://schemas.microsoft.com/office/drawing/2014/main" id="{6805E0BA-5B3D-9629-D43D-F1C128B8D5B7}"/>
              </a:ext>
            </a:extLst>
          </p:cNvPr>
          <p:cNvSpPr txBox="1"/>
          <p:nvPr/>
        </p:nvSpPr>
        <p:spPr>
          <a:xfrm>
            <a:off x="117195" y="2884445"/>
            <a:ext cx="4432267" cy="939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se entrena de forma indirecta (“supervisada”… pero de distinta forma)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" name="Google Shape;239;g220569f7507_1_144">
            <a:extLst>
              <a:ext uri="{FF2B5EF4-FFF2-40B4-BE49-F238E27FC236}">
                <a16:creationId xmlns:a16="http://schemas.microsoft.com/office/drawing/2014/main" id="{0829DAA1-5D49-B41C-D512-29EFF96AA847}"/>
              </a:ext>
            </a:extLst>
          </p:cNvPr>
          <p:cNvSpPr txBox="1"/>
          <p:nvPr/>
        </p:nvSpPr>
        <p:spPr>
          <a:xfrm>
            <a:off x="139733" y="3945437"/>
            <a:ext cx="4432267" cy="64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determina si una muestra es real </a:t>
            </a:r>
            <a:r>
              <a:rPr lang="en" sz="21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1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o falsa </a:t>
            </a:r>
            <a:r>
              <a:rPr lang="en" sz="21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0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" name="Google Shape;240;g220569f7507_1_144">
            <a:extLst>
              <a:ext uri="{FF2B5EF4-FFF2-40B4-BE49-F238E27FC236}">
                <a16:creationId xmlns:a16="http://schemas.microsoft.com/office/drawing/2014/main" id="{ECA63837-EE2B-8924-E0B7-602D680265D7}"/>
              </a:ext>
            </a:extLst>
          </p:cNvPr>
          <p:cNvSpPr txBox="1"/>
          <p:nvPr/>
        </p:nvSpPr>
        <p:spPr>
          <a:xfrm>
            <a:off x="139733" y="1799048"/>
            <a:ext cx="4432267" cy="939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se entrena para que </a:t>
            </a:r>
            <a:r>
              <a:rPr lang="en" sz="21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falle</a:t>
            </a:r>
            <a:endParaRPr sz="1100" dirty="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se entrena para no fallar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20569f7507_1_154"/>
          <p:cNvSpPr txBox="1"/>
          <p:nvPr/>
        </p:nvSpPr>
        <p:spPr>
          <a:xfrm>
            <a:off x="486933" y="1041501"/>
            <a:ext cx="3183622" cy="3413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ts val="2100"/>
            </a:pPr>
            <a:r>
              <a:rPr lang="it-IT" sz="21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</a:t>
            </a:r>
            <a:r>
              <a:rPr lang="it-IT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– generator (NN)</a:t>
            </a:r>
            <a:endParaRPr lang="it-IT" sz="1100" dirty="0">
              <a:solidFill>
                <a:schemeClr val="dk2"/>
              </a:solidFill>
            </a:endParaRPr>
          </a:p>
          <a:p>
            <a:pPr lvl="0">
              <a:lnSpc>
                <a:spcPct val="90000"/>
              </a:lnSpc>
              <a:spcBef>
                <a:spcPts val="800"/>
              </a:spcBef>
              <a:buClr>
                <a:schemeClr val="dk1"/>
              </a:buClr>
              <a:buSzPts val="2100"/>
            </a:pPr>
            <a:r>
              <a:rPr lang="it-IT" sz="2100" b="1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</a:t>
            </a:r>
            <a:r>
              <a:rPr lang="it-IT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– discriminator (NN)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n" sz="2100" i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i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– vector aleatorio</a:t>
            </a:r>
            <a:endParaRPr sz="1100" dirty="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i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– vector muestra (real)</a:t>
            </a:r>
            <a:endParaRPr sz="1100" dirty="0">
              <a:solidFill>
                <a:schemeClr val="dk2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s-ES" sz="2100" dirty="0">
              <a:solidFill>
                <a:schemeClr val="dk2"/>
              </a:solidFill>
              <a:latin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</a:rPr>
              <a:t>D(x)=1 si x es real</a:t>
            </a: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</a:rPr>
              <a:t>D(x)=0 si x es falsa</a:t>
            </a: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</a:rPr>
              <a:t>G(z) – muestra falsa</a:t>
            </a: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248" name="Google Shape;248;g220569f7507_1_154"/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 – Función de costo</a:t>
            </a:r>
            <a:endParaRPr sz="1100">
              <a:solidFill>
                <a:schemeClr val="dk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998DA7B-1CC8-C05A-36A7-5A1EA1358482}"/>
                  </a:ext>
                </a:extLst>
              </p:cNvPr>
              <p:cNvSpPr txBox="1"/>
              <p:nvPr/>
            </p:nvSpPr>
            <p:spPr>
              <a:xfrm>
                <a:off x="4163191" y="1841178"/>
                <a:ext cx="3952942" cy="597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s-A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s-A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𝑎𝑡𝑐h</m:t>
                          </m:r>
                        </m:sub>
                        <m:sup/>
                        <m:e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𝐵𝐶𝐸</m:t>
                          </m:r>
                          <m:d>
                            <m:dPr>
                              <m:ctrlPr>
                                <a:rPr lang="es-A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s-A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AR" sz="1600" b="0" i="1" smtClean="0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e>
                          </m:d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𝐵𝐶𝐸</m:t>
                          </m:r>
                          <m:d>
                            <m:dPr>
                              <m:ctrlPr>
                                <a:rPr lang="es-A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s-A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1600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s-A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AR" sz="16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s-AR" sz="1600" b="0" i="1" smtClean="0"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B998DA7B-1CC8-C05A-36A7-5A1EA1358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191" y="1841178"/>
                <a:ext cx="3952942" cy="5975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FA4F7BB-CE79-8477-F9F2-C0556723D8B2}"/>
                  </a:ext>
                </a:extLst>
              </p:cNvPr>
              <p:cNvSpPr txBox="1"/>
              <p:nvPr/>
            </p:nvSpPr>
            <p:spPr>
              <a:xfrm>
                <a:off x="4163191" y="2919427"/>
                <a:ext cx="2514214" cy="597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s-A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s-A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𝑎𝑡𝑐h</m:t>
                          </m:r>
                        </m:sub>
                        <m:sup/>
                        <m:e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𝐵𝐶𝐸</m:t>
                          </m:r>
                          <m:d>
                            <m:dPr>
                              <m:ctrlPr>
                                <a:rPr lang="es-A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s-A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1600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s-A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AR" sz="16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s-AR" sz="1600" b="0" i="1" smtClean="0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EFA4F7BB-CE79-8477-F9F2-C0556723D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191" y="2919427"/>
                <a:ext cx="2514214" cy="5975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67CC578F-808E-85D5-F2AA-6E7186E8DD64}"/>
              </a:ext>
            </a:extLst>
          </p:cNvPr>
          <p:cNvCxnSpPr>
            <a:cxnSpLocks/>
          </p:cNvCxnSpPr>
          <p:nvPr/>
        </p:nvCxnSpPr>
        <p:spPr>
          <a:xfrm flipV="1">
            <a:off x="6476428" y="3526972"/>
            <a:ext cx="0" cy="2887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" name="Google Shape;247;g220569f7507_1_154">
            <a:extLst>
              <a:ext uri="{FF2B5EF4-FFF2-40B4-BE49-F238E27FC236}">
                <a16:creationId xmlns:a16="http://schemas.microsoft.com/office/drawing/2014/main" id="{E877A9B9-AE7B-B777-44CF-35B956790F48}"/>
              </a:ext>
            </a:extLst>
          </p:cNvPr>
          <p:cNvSpPr txBox="1"/>
          <p:nvPr/>
        </p:nvSpPr>
        <p:spPr>
          <a:xfrm>
            <a:off x="5540351" y="3898763"/>
            <a:ext cx="2009658" cy="511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chemeClr val="accent3"/>
                </a:solidFill>
                <a:latin typeface="Twentieth Century"/>
                <a:sym typeface="Times New Roman"/>
              </a:rPr>
              <a:t>El objetivo de G es “engañar” a D</a:t>
            </a:r>
            <a:endParaRPr lang="es-ES" sz="2100" dirty="0">
              <a:solidFill>
                <a:schemeClr val="accent3"/>
              </a:solidFill>
              <a:latin typeface="Twentieth Centur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1050" dirty="0">
              <a:solidFill>
                <a:schemeClr val="accent3"/>
              </a:solidFill>
            </a:endParaRPr>
          </a:p>
        </p:txBody>
      </p:sp>
      <p:sp>
        <p:nvSpPr>
          <p:cNvPr id="8" name="Google Shape;247;g220569f7507_1_154">
            <a:extLst>
              <a:ext uri="{FF2B5EF4-FFF2-40B4-BE49-F238E27FC236}">
                <a16:creationId xmlns:a16="http://schemas.microsoft.com/office/drawing/2014/main" id="{9571B7AE-717C-9789-D2F1-B55D1C312116}"/>
              </a:ext>
            </a:extLst>
          </p:cNvPr>
          <p:cNvSpPr txBox="1"/>
          <p:nvPr/>
        </p:nvSpPr>
        <p:spPr>
          <a:xfrm>
            <a:off x="5128365" y="1032952"/>
            <a:ext cx="2833630" cy="59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chemeClr val="accent3"/>
                </a:solidFill>
                <a:latin typeface="Twentieth Century"/>
                <a:sym typeface="Times New Roman"/>
              </a:rPr>
              <a:t>El objetivo de D es distinguir Real vs </a:t>
            </a:r>
            <a:r>
              <a:rPr lang="es-AR" sz="2100" dirty="0" err="1">
                <a:solidFill>
                  <a:schemeClr val="accent3"/>
                </a:solidFill>
                <a:latin typeface="Twentieth Century"/>
                <a:sym typeface="Times New Roman"/>
              </a:rPr>
              <a:t>Fake</a:t>
            </a:r>
            <a:endParaRPr lang="es-ES" sz="2100" dirty="0">
              <a:solidFill>
                <a:schemeClr val="accent3"/>
              </a:solidFill>
              <a:latin typeface="Twentieth Centur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1050" dirty="0">
              <a:solidFill>
                <a:schemeClr val="accent3"/>
              </a:solidFill>
            </a:endParaRPr>
          </a:p>
        </p:txBody>
      </p:sp>
      <p:sp>
        <p:nvSpPr>
          <p:cNvPr id="9" name="Abrir llave 8">
            <a:extLst>
              <a:ext uri="{FF2B5EF4-FFF2-40B4-BE49-F238E27FC236}">
                <a16:creationId xmlns:a16="http://schemas.microsoft.com/office/drawing/2014/main" id="{FEA4A95C-76A8-2D22-1E8F-89654993EF3F}"/>
              </a:ext>
            </a:extLst>
          </p:cNvPr>
          <p:cNvSpPr/>
          <p:nvPr/>
        </p:nvSpPr>
        <p:spPr>
          <a:xfrm rot="5400000">
            <a:off x="6502320" y="286641"/>
            <a:ext cx="259955" cy="2967668"/>
          </a:xfrm>
          <a:prstGeom prst="leftBrac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>
          <a:extLst>
            <a:ext uri="{FF2B5EF4-FFF2-40B4-BE49-F238E27FC236}">
              <a16:creationId xmlns:a16="http://schemas.microsoft.com/office/drawing/2014/main" id="{8826C695-1AEF-F71B-FF69-F5DB2762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20569f7507_1_154">
            <a:extLst>
              <a:ext uri="{FF2B5EF4-FFF2-40B4-BE49-F238E27FC236}">
                <a16:creationId xmlns:a16="http://schemas.microsoft.com/office/drawing/2014/main" id="{56A53342-DBF4-5975-119D-62ED568EF349}"/>
              </a:ext>
            </a:extLst>
          </p:cNvPr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 – Función de costo</a:t>
            </a:r>
            <a:endParaRPr sz="1100">
              <a:solidFill>
                <a:schemeClr val="dk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F3FDC2F7-BBE0-5220-58CB-79E7756E4BF3}"/>
                  </a:ext>
                </a:extLst>
              </p:cNvPr>
              <p:cNvSpPr txBox="1"/>
              <p:nvPr/>
            </p:nvSpPr>
            <p:spPr>
              <a:xfrm>
                <a:off x="4163191" y="1841178"/>
                <a:ext cx="3952942" cy="597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s-A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s-A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𝑎𝑡𝑐h</m:t>
                          </m:r>
                        </m:sub>
                        <m:sup/>
                        <m:e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𝐵𝐶𝐸</m:t>
                          </m:r>
                          <m:d>
                            <m:dPr>
                              <m:ctrlPr>
                                <a:rPr lang="es-A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s-A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s-AR" sz="1600" b="0" i="1" smtClean="0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e>
                          </m:d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𝐵𝐶𝐸</m:t>
                          </m:r>
                          <m:d>
                            <m:dPr>
                              <m:ctrlPr>
                                <a:rPr lang="es-A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s-A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1600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s-A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AR" sz="16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s-AR" sz="1600" b="0" i="1" smtClean="0">
                                  <a:latin typeface="Cambria Math" panose="02040503050406030204" pitchFamily="18" charset="0"/>
                                </a:rPr>
                                <m:t>,0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F3FDC2F7-BBE0-5220-58CB-79E7756E4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191" y="1841178"/>
                <a:ext cx="3952942" cy="5975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365D057-F571-F9FE-FC22-0A27A2BF324E}"/>
                  </a:ext>
                </a:extLst>
              </p:cNvPr>
              <p:cNvSpPr txBox="1"/>
              <p:nvPr/>
            </p:nvSpPr>
            <p:spPr>
              <a:xfrm>
                <a:off x="4163191" y="2919427"/>
                <a:ext cx="2514214" cy="5975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s-A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s-A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𝑎𝑡𝑐h</m:t>
                          </m:r>
                        </m:sub>
                        <m:sup/>
                        <m:e>
                          <m:r>
                            <a:rPr lang="es-AR" sz="1600" b="0" i="1" smtClean="0">
                              <a:latin typeface="Cambria Math" panose="02040503050406030204" pitchFamily="18" charset="0"/>
                            </a:rPr>
                            <m:t>𝐵𝐶𝐸</m:t>
                          </m:r>
                          <m:d>
                            <m:dPr>
                              <m:ctrlPr>
                                <a:rPr lang="es-A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16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s-A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1600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  <m:d>
                                    <m:dPr>
                                      <m:ctrlPr>
                                        <a:rPr lang="es-A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AR" sz="16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s-AR" sz="1600" b="0" i="1" smtClean="0"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365D057-F571-F9FE-FC22-0A27A2BF3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191" y="2919427"/>
                <a:ext cx="2514214" cy="5975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7E5F8F1B-C23D-3C09-5F17-3B62E88B5C9F}"/>
              </a:ext>
            </a:extLst>
          </p:cNvPr>
          <p:cNvCxnSpPr>
            <a:cxnSpLocks/>
          </p:cNvCxnSpPr>
          <p:nvPr/>
        </p:nvCxnSpPr>
        <p:spPr>
          <a:xfrm flipV="1">
            <a:off x="6476428" y="3526972"/>
            <a:ext cx="0" cy="28875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" name="Google Shape;247;g220569f7507_1_154">
            <a:extLst>
              <a:ext uri="{FF2B5EF4-FFF2-40B4-BE49-F238E27FC236}">
                <a16:creationId xmlns:a16="http://schemas.microsoft.com/office/drawing/2014/main" id="{9F7636BC-0191-94C6-4140-62C7662A45C3}"/>
              </a:ext>
            </a:extLst>
          </p:cNvPr>
          <p:cNvSpPr txBox="1"/>
          <p:nvPr/>
        </p:nvSpPr>
        <p:spPr>
          <a:xfrm>
            <a:off x="5540351" y="3898763"/>
            <a:ext cx="2009658" cy="511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chemeClr val="accent3"/>
                </a:solidFill>
                <a:latin typeface="Twentieth Century"/>
                <a:sym typeface="Times New Roman"/>
              </a:rPr>
              <a:t>El objetivo de G es “engañar” a D</a:t>
            </a:r>
            <a:endParaRPr lang="es-ES" sz="2100" dirty="0">
              <a:solidFill>
                <a:schemeClr val="accent3"/>
              </a:solidFill>
              <a:latin typeface="Twentieth Centur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1050" dirty="0">
              <a:solidFill>
                <a:schemeClr val="accent3"/>
              </a:solidFill>
            </a:endParaRPr>
          </a:p>
        </p:txBody>
      </p:sp>
      <p:sp>
        <p:nvSpPr>
          <p:cNvPr id="8" name="Google Shape;247;g220569f7507_1_154">
            <a:extLst>
              <a:ext uri="{FF2B5EF4-FFF2-40B4-BE49-F238E27FC236}">
                <a16:creationId xmlns:a16="http://schemas.microsoft.com/office/drawing/2014/main" id="{3A863E5F-14CB-2C3D-E323-28CEF661A49E}"/>
              </a:ext>
            </a:extLst>
          </p:cNvPr>
          <p:cNvSpPr txBox="1"/>
          <p:nvPr/>
        </p:nvSpPr>
        <p:spPr>
          <a:xfrm>
            <a:off x="5128365" y="1032952"/>
            <a:ext cx="2833630" cy="59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chemeClr val="accent3"/>
                </a:solidFill>
                <a:latin typeface="Twentieth Century"/>
                <a:sym typeface="Times New Roman"/>
              </a:rPr>
              <a:t>El objetivo de D es distinguir Real vs </a:t>
            </a:r>
            <a:r>
              <a:rPr lang="es-AR" sz="2100" dirty="0" err="1">
                <a:solidFill>
                  <a:schemeClr val="accent3"/>
                </a:solidFill>
                <a:latin typeface="Twentieth Century"/>
                <a:sym typeface="Times New Roman"/>
              </a:rPr>
              <a:t>Fake</a:t>
            </a:r>
            <a:endParaRPr lang="es-ES" sz="2100" dirty="0">
              <a:solidFill>
                <a:schemeClr val="accent3"/>
              </a:solidFill>
              <a:latin typeface="Twentieth Centur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1050" dirty="0">
              <a:solidFill>
                <a:schemeClr val="accent3"/>
              </a:solidFill>
            </a:endParaRPr>
          </a:p>
        </p:txBody>
      </p:sp>
      <p:sp>
        <p:nvSpPr>
          <p:cNvPr id="9" name="Abrir llave 8">
            <a:extLst>
              <a:ext uri="{FF2B5EF4-FFF2-40B4-BE49-F238E27FC236}">
                <a16:creationId xmlns:a16="http://schemas.microsoft.com/office/drawing/2014/main" id="{14FA3FF8-8D78-0AEF-8496-C1B8FA595683}"/>
              </a:ext>
            </a:extLst>
          </p:cNvPr>
          <p:cNvSpPr/>
          <p:nvPr/>
        </p:nvSpPr>
        <p:spPr>
          <a:xfrm rot="5400000">
            <a:off x="6502320" y="286641"/>
            <a:ext cx="259955" cy="2967668"/>
          </a:xfrm>
          <a:prstGeom prst="leftBrace">
            <a:avLst/>
          </a:prstGeom>
          <a:ln w="19050"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0DC35CA-797E-C19D-6093-FFF88A54A781}"/>
              </a:ext>
            </a:extLst>
          </p:cNvPr>
          <p:cNvSpPr txBox="1"/>
          <p:nvPr/>
        </p:nvSpPr>
        <p:spPr>
          <a:xfrm>
            <a:off x="139223" y="1032952"/>
            <a:ext cx="3876413" cy="3644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ES" b="0" i="0" dirty="0">
                <a:solidFill>
                  <a:schemeClr val="bg2"/>
                </a:solidFill>
                <a:effectLst/>
                <a:latin typeface="Segoe WPC"/>
              </a:rPr>
              <a:t>En teoría, en el equilibrio ideal de una GAN es: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chemeClr val="bg2"/>
                </a:solidFill>
                <a:effectLst/>
                <a:latin typeface="Consolas" panose="020B0609020204030204" pitchFamily="49" charset="0"/>
              </a:rPr>
              <a:t>D(x) = 0.5</a:t>
            </a:r>
            <a:endParaRPr lang="es-ES" b="0" i="0" dirty="0">
              <a:solidFill>
                <a:schemeClr val="bg2"/>
              </a:solidFill>
              <a:effectLst/>
              <a:latin typeface="Segoe WPC"/>
            </a:endParaRP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chemeClr val="bg2"/>
                </a:solidFill>
                <a:effectLst/>
                <a:latin typeface="Consolas" panose="020B0609020204030204" pitchFamily="49" charset="0"/>
              </a:rPr>
              <a:t>D(G(z)) = 0.5</a:t>
            </a:r>
            <a:endParaRPr lang="es-ES" b="0" i="0" dirty="0">
              <a:solidFill>
                <a:schemeClr val="bg2"/>
              </a:solidFill>
              <a:effectLst/>
              <a:latin typeface="Segoe WPC"/>
            </a:endParaRPr>
          </a:p>
          <a:p>
            <a:pPr algn="l">
              <a:buNone/>
            </a:pPr>
            <a:endParaRPr lang="es-ES" b="0" i="0" dirty="0">
              <a:solidFill>
                <a:schemeClr val="bg2"/>
              </a:solidFill>
              <a:effectLst/>
              <a:latin typeface="Segoe WPC"/>
            </a:endParaRPr>
          </a:p>
          <a:p>
            <a:pPr algn="l">
              <a:buNone/>
            </a:pPr>
            <a:r>
              <a:rPr lang="es-ES" b="0" i="0" dirty="0">
                <a:solidFill>
                  <a:schemeClr val="bg2"/>
                </a:solidFill>
                <a:effectLst/>
                <a:latin typeface="Segoe WPC"/>
              </a:rPr>
              <a:t>porque el discriminador ya no puede distinguir reales de falsas mejor que al azar.</a:t>
            </a:r>
          </a:p>
          <a:p>
            <a:pPr algn="l">
              <a:buNone/>
            </a:pPr>
            <a:endParaRPr lang="es-ES" b="0" i="0" dirty="0">
              <a:solidFill>
                <a:schemeClr val="bg2"/>
              </a:solidFill>
              <a:effectLst/>
              <a:latin typeface="Segoe WPC"/>
            </a:endParaRPr>
          </a:p>
          <a:p>
            <a:pPr algn="l">
              <a:buNone/>
            </a:pPr>
            <a:r>
              <a:rPr lang="es-ES" b="0" i="0" dirty="0">
                <a:solidFill>
                  <a:schemeClr val="bg2"/>
                </a:solidFill>
                <a:effectLst/>
                <a:latin typeface="Segoe WPC"/>
              </a:rPr>
              <a:t>Entonces, si </a:t>
            </a:r>
            <a:r>
              <a:rPr lang="es-ES" b="0" i="0" dirty="0">
                <a:solidFill>
                  <a:schemeClr val="bg2"/>
                </a:solidFill>
                <a:effectLst/>
                <a:latin typeface="Consolas" panose="020B0609020204030204" pitchFamily="49" charset="0"/>
              </a:rPr>
              <a:t>D(x) = 0.5</a:t>
            </a:r>
            <a:r>
              <a:rPr lang="es-ES" b="0" i="0" dirty="0">
                <a:solidFill>
                  <a:schemeClr val="bg2"/>
                </a:solidFill>
                <a:effectLst/>
                <a:latin typeface="Segoe WPC"/>
              </a:rPr>
              <a:t> y </a:t>
            </a:r>
            <a:r>
              <a:rPr lang="es-ES" b="0" i="0" dirty="0">
                <a:solidFill>
                  <a:schemeClr val="bg2"/>
                </a:solidFill>
                <a:effectLst/>
                <a:latin typeface="Consolas" panose="020B0609020204030204" pitchFamily="49" charset="0"/>
              </a:rPr>
              <a:t>D(G(z)) = 0.5</a:t>
            </a:r>
            <a:r>
              <a:rPr lang="es-ES" b="0" i="0" dirty="0">
                <a:solidFill>
                  <a:schemeClr val="bg2"/>
                </a:solidFill>
                <a:effectLst/>
                <a:latin typeface="Segoe WPC"/>
              </a:rPr>
              <a:t>:</a:t>
            </a:r>
          </a:p>
          <a:p>
            <a:pPr algn="l">
              <a:buNone/>
            </a:pPr>
            <a:endParaRPr lang="es-ES" b="0" i="0" dirty="0">
              <a:solidFill>
                <a:schemeClr val="bg2"/>
              </a:solidFill>
              <a:effectLst/>
              <a:latin typeface="Segoe WPC"/>
            </a:endParaRP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chemeClr val="bg2"/>
                </a:solidFill>
                <a:effectLst/>
                <a:latin typeface="Consolas" panose="020B0609020204030204" pitchFamily="49" charset="0"/>
              </a:rPr>
              <a:t>BCE(0.5, 1) = -log(0.5) = 0.693</a:t>
            </a:r>
            <a:endParaRPr lang="es-ES" b="0" i="0" dirty="0">
              <a:solidFill>
                <a:schemeClr val="bg2"/>
              </a:solidFill>
              <a:effectLst/>
              <a:latin typeface="Segoe WPC"/>
            </a:endParaRP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chemeClr val="bg2"/>
                </a:solidFill>
                <a:effectLst/>
                <a:latin typeface="Consolas" panose="020B0609020204030204" pitchFamily="49" charset="0"/>
              </a:rPr>
              <a:t>BCE(0.5, 0) = -log(0.5) = 0.693</a:t>
            </a:r>
            <a:endParaRPr lang="es-ES" b="0" i="0" dirty="0">
              <a:solidFill>
                <a:schemeClr val="bg2"/>
              </a:solidFill>
              <a:effectLst/>
              <a:latin typeface="Segoe WPC"/>
            </a:endParaRPr>
          </a:p>
          <a:p>
            <a:pPr algn="l">
              <a:buNone/>
            </a:pPr>
            <a:endParaRPr lang="es-ES" b="0" i="0" dirty="0">
              <a:solidFill>
                <a:schemeClr val="bg2"/>
              </a:solidFill>
              <a:effectLst/>
              <a:latin typeface="Segoe WPC"/>
            </a:endParaRPr>
          </a:p>
          <a:p>
            <a:pPr algn="l">
              <a:buNone/>
            </a:pPr>
            <a:r>
              <a:rPr lang="es-ES" b="0" i="0" dirty="0">
                <a:solidFill>
                  <a:schemeClr val="bg2"/>
                </a:solidFill>
                <a:effectLst/>
                <a:latin typeface="Segoe WPC"/>
              </a:rPr>
              <a:t>por lo tanto, las pérdidas de equilibrio rondan: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chemeClr val="bg2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s-ES" b="0" i="0" baseline="-25000" dirty="0">
                <a:solidFill>
                  <a:schemeClr val="bg2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s-ES" b="0" i="0" dirty="0">
                <a:solidFill>
                  <a:schemeClr val="bg2"/>
                </a:solidFill>
                <a:effectLst/>
                <a:latin typeface="Consolas" panose="020B0609020204030204" pitchFamily="49" charset="0"/>
              </a:rPr>
              <a:t> = 0.693 + 0.693 = 1.386</a:t>
            </a:r>
            <a:endParaRPr lang="es-ES" b="0" i="0" dirty="0">
              <a:solidFill>
                <a:schemeClr val="bg2"/>
              </a:solidFill>
              <a:effectLst/>
              <a:latin typeface="Segoe WPC"/>
            </a:endParaRP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ES" b="0" i="0" dirty="0">
                <a:solidFill>
                  <a:schemeClr val="bg2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s-ES" b="0" i="0" baseline="-25000" dirty="0">
                <a:solidFill>
                  <a:schemeClr val="bg2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s-ES" b="0" i="0" dirty="0">
                <a:solidFill>
                  <a:schemeClr val="bg2"/>
                </a:solidFill>
                <a:effectLst/>
                <a:latin typeface="Consolas" panose="020B0609020204030204" pitchFamily="49" charset="0"/>
              </a:rPr>
              <a:t> = 0.693</a:t>
            </a:r>
            <a:endParaRPr lang="es-ES" b="0" i="0" dirty="0">
              <a:solidFill>
                <a:schemeClr val="bg2"/>
              </a:solidFill>
              <a:effectLst/>
              <a:latin typeface="Segoe WPC"/>
            </a:endParaRPr>
          </a:p>
        </p:txBody>
      </p:sp>
    </p:spTree>
    <p:extLst>
      <p:ext uri="{BB962C8B-B14F-4D97-AF65-F5344CB8AC3E}">
        <p14:creationId xmlns:p14="http://schemas.microsoft.com/office/powerpoint/2010/main" val="3480061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DEE781F1-57AC-E6E3-6B6D-A9E2536C9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20569f7507_1_172">
            <a:extLst>
              <a:ext uri="{FF2B5EF4-FFF2-40B4-BE49-F238E27FC236}">
                <a16:creationId xmlns:a16="http://schemas.microsoft.com/office/drawing/2014/main" id="{A2EDDB55-49CB-222B-05D9-0599A6F28B0D}"/>
              </a:ext>
            </a:extLst>
          </p:cNvPr>
          <p:cNvSpPr txBox="1"/>
          <p:nvPr/>
        </p:nvSpPr>
        <p:spPr>
          <a:xfrm>
            <a:off x="358048" y="814403"/>
            <a:ext cx="8427904" cy="373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Entrena GANs es una especie de “trabajo de artesano”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n"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Algunos trucos son: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n"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Tx/>
              <a:buChar char="-"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TanH como output del generador.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Tx/>
              <a:buChar char="-"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Poner etiquetas reales a muestras falsas para entrenar generador.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Tx/>
              <a:buChar char="-"/>
            </a:pPr>
            <a:r>
              <a:rPr lang="es-AR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sar batch normalization y minibatch.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Tx/>
              <a:buChar char="-"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Evitar Maxpool, usar average pool o hacer downsampling con el stride de conv.</a:t>
            </a:r>
          </a:p>
          <a:p>
            <a:pPr marL="342900" lvl="0" indent="-342900">
              <a:lnSpc>
                <a:spcPct val="90000"/>
              </a:lnSpc>
              <a:buClr>
                <a:schemeClr val="dk1"/>
              </a:buClr>
              <a:buSzPts val="2100"/>
              <a:buFontTx/>
              <a:buChar char="-"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Evitar usar ReLu, usar LeakyReLu.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Tx/>
              <a:buChar char="-"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Usar Adam como optimizador, beta_1 = 0,5, lr=0,0002.</a:t>
            </a: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Tx/>
              <a:buChar char="-"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Usar label smoothing (en lugar de 1 – 0; usar 0,9 – 0,1 para las clases real-fake).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9" name="Google Shape;269;g220569f7507_1_172">
            <a:extLst>
              <a:ext uri="{FF2B5EF4-FFF2-40B4-BE49-F238E27FC236}">
                <a16:creationId xmlns:a16="http://schemas.microsoft.com/office/drawing/2014/main" id="{639ED827-AF87-178A-F1AA-8E9F6BC77668}"/>
              </a:ext>
            </a:extLst>
          </p:cNvPr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 - Entrenamiento</a:t>
            </a:r>
            <a:endParaRPr sz="11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086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9E4F9795-F933-BCC1-210A-2F8211B0C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20569f7507_1_172">
            <a:extLst>
              <a:ext uri="{FF2B5EF4-FFF2-40B4-BE49-F238E27FC236}">
                <a16:creationId xmlns:a16="http://schemas.microsoft.com/office/drawing/2014/main" id="{4D45B54C-9538-87B2-3625-112C7589CB40}"/>
              </a:ext>
            </a:extLst>
          </p:cNvPr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 - Implementación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2" name="Google Shape;295;g220569f7507_1_196">
            <a:extLst>
              <a:ext uri="{FF2B5EF4-FFF2-40B4-BE49-F238E27FC236}">
                <a16:creationId xmlns:a16="http://schemas.microsoft.com/office/drawing/2014/main" id="{2DB4136E-433B-2E98-EB61-7CF7F2E749B9}"/>
              </a:ext>
            </a:extLst>
          </p:cNvPr>
          <p:cNvSpPr txBox="1"/>
          <p:nvPr/>
        </p:nvSpPr>
        <p:spPr>
          <a:xfrm>
            <a:off x="251252" y="1114299"/>
            <a:ext cx="8641496" cy="1828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Implementación de GANs para generar número nuevos de MNIST</a:t>
            </a: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- VanillaGAN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 GAN implementada con MLP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- DCGAN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Wingdings" panose="05000000000000000000" pitchFamily="2" charset="2"/>
              </a:rPr>
              <a:t> GAN implementada con capas de convolución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" name="Google Shape;221;g220569f7507_1_129" descr="Forma&#10;&#10;Descripción generada automáticamente con confianza baja">
            <a:extLst>
              <a:ext uri="{FF2B5EF4-FFF2-40B4-BE49-F238E27FC236}">
                <a16:creationId xmlns:a16="http://schemas.microsoft.com/office/drawing/2014/main" id="{218FB180-5070-BBD8-09A9-7CF697AE08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13942" y="2329378"/>
            <a:ext cx="4115768" cy="198071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98;g220569f7507_1_72">
            <a:extLst>
              <a:ext uri="{FF2B5EF4-FFF2-40B4-BE49-F238E27FC236}">
                <a16:creationId xmlns:a16="http://schemas.microsoft.com/office/drawing/2014/main" id="{283AF030-6A0B-D5EB-F2DF-0BE461B6ACAA}"/>
              </a:ext>
            </a:extLst>
          </p:cNvPr>
          <p:cNvSpPr txBox="1"/>
          <p:nvPr/>
        </p:nvSpPr>
        <p:spPr>
          <a:xfrm>
            <a:off x="3088039" y="4568513"/>
            <a:ext cx="1985832" cy="39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Font typeface="Arial"/>
              <a:buNone/>
            </a:pPr>
            <a:r>
              <a:rPr lang="en" sz="21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Ver Colab</a:t>
            </a:r>
            <a:endParaRPr sz="21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A3ABD16-603C-8DA5-CC71-659D0A0348E2}"/>
                  </a:ext>
                </a:extLst>
              </p14:cNvPr>
              <p14:cNvContentPartPr/>
              <p14:nvPr/>
            </p14:nvContentPartPr>
            <p14:xfrm>
              <a:off x="4167930" y="3552525"/>
              <a:ext cx="250200" cy="4881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A3ABD16-603C-8DA5-CC71-659D0A0348E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61810" y="3546405"/>
                <a:ext cx="262440" cy="5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4C29C99-7AB8-1C4B-F376-717C4E8B7088}"/>
                  </a:ext>
                </a:extLst>
              </p14:cNvPr>
              <p14:cNvContentPartPr/>
              <p14:nvPr/>
            </p14:nvContentPartPr>
            <p14:xfrm>
              <a:off x="286770" y="3403125"/>
              <a:ext cx="1432800" cy="5310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4C29C99-7AB8-1C4B-F376-717C4E8B708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0650" y="3397005"/>
                <a:ext cx="1445040" cy="54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93E9A7C3-D92F-0EEC-B8BB-409C224A23C9}"/>
                  </a:ext>
                </a:extLst>
              </p14:cNvPr>
              <p14:cNvContentPartPr/>
              <p14:nvPr/>
            </p14:nvContentPartPr>
            <p14:xfrm>
              <a:off x="4156410" y="3575205"/>
              <a:ext cx="210600" cy="43092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93E9A7C3-D92F-0EEC-B8BB-409C224A23C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50290" y="3569085"/>
                <a:ext cx="222840" cy="44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7" name="Group 266">
            <a:extLst>
              <a:ext uri="{FF2B5EF4-FFF2-40B4-BE49-F238E27FC236}">
                <a16:creationId xmlns:a16="http://schemas.microsoft.com/office/drawing/2014/main" id="{CA996135-E39E-585B-071F-8D8F9098FA89}"/>
              </a:ext>
            </a:extLst>
          </p:cNvPr>
          <p:cNvGrpSpPr/>
          <p:nvPr/>
        </p:nvGrpSpPr>
        <p:grpSpPr>
          <a:xfrm>
            <a:off x="129450" y="1954845"/>
            <a:ext cx="3629160" cy="2817720"/>
            <a:chOff x="129450" y="1954845"/>
            <a:chExt cx="3629160" cy="281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C646409-4440-0DBC-D8AF-04B5E90709BB}"/>
                    </a:ext>
                  </a:extLst>
                </p14:cNvPr>
                <p14:cNvContentPartPr/>
                <p14:nvPr/>
              </p14:nvContentPartPr>
              <p14:xfrm>
                <a:off x="3331290" y="4262445"/>
                <a:ext cx="296640" cy="2905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C646409-4440-0DBC-D8AF-04B5E90709B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25170" y="4256325"/>
                  <a:ext cx="3088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36AA24B-30A2-9746-81D4-B0E2FF0CEAF6}"/>
                    </a:ext>
                  </a:extLst>
                </p14:cNvPr>
                <p14:cNvContentPartPr/>
                <p14:nvPr/>
              </p14:nvContentPartPr>
              <p14:xfrm>
                <a:off x="469650" y="1954845"/>
                <a:ext cx="104400" cy="1119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36AA24B-30A2-9746-81D4-B0E2FF0CEAF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3530" y="1948725"/>
                  <a:ext cx="116640" cy="11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1EDCBA8-8912-DFAE-C581-8C9E958B6304}"/>
                    </a:ext>
                  </a:extLst>
                </p14:cNvPr>
                <p14:cNvContentPartPr/>
                <p14:nvPr/>
              </p14:nvContentPartPr>
              <p14:xfrm>
                <a:off x="129450" y="2059965"/>
                <a:ext cx="583920" cy="70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1EDCBA8-8912-DFAE-C581-8C9E958B630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3330" y="2053845"/>
                  <a:ext cx="596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D563832-75FF-4EF6-F961-28D2DC6A19A8}"/>
                    </a:ext>
                  </a:extLst>
                </p14:cNvPr>
                <p14:cNvContentPartPr/>
                <p14:nvPr/>
              </p14:nvContentPartPr>
              <p14:xfrm>
                <a:off x="217650" y="2225925"/>
                <a:ext cx="116640" cy="79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D563832-75FF-4EF6-F961-28D2DC6A19A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1530" y="2219805"/>
                  <a:ext cx="1288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74A6514-584A-CC97-00A6-E216A31D3E1D}"/>
                    </a:ext>
                  </a:extLst>
                </p14:cNvPr>
                <p14:cNvContentPartPr/>
                <p14:nvPr/>
              </p14:nvContentPartPr>
              <p14:xfrm>
                <a:off x="357330" y="2264085"/>
                <a:ext cx="27360" cy="52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74A6514-584A-CC97-00A6-E216A31D3E1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1210" y="2257965"/>
                  <a:ext cx="396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D3BE18A-EC46-20FA-8135-F56D33F6B300}"/>
                    </a:ext>
                  </a:extLst>
                </p14:cNvPr>
                <p14:cNvContentPartPr/>
                <p14:nvPr/>
              </p14:nvContentPartPr>
              <p14:xfrm>
                <a:off x="206490" y="2485125"/>
                <a:ext cx="99000" cy="18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D3BE18A-EC46-20FA-8135-F56D33F6B30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0370" y="2479005"/>
                  <a:ext cx="1112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8727A80-0193-3107-2EF7-1F86F5FFCBBC}"/>
                    </a:ext>
                  </a:extLst>
                </p14:cNvPr>
                <p14:cNvContentPartPr/>
                <p14:nvPr/>
              </p14:nvContentPartPr>
              <p14:xfrm>
                <a:off x="269490" y="2629485"/>
                <a:ext cx="9000" cy="67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8727A80-0193-3107-2EF7-1F86F5FFCBB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3370" y="2623365"/>
                  <a:ext cx="212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1FB96E0-1D94-EDF1-C40C-B49FDC256BE8}"/>
                    </a:ext>
                  </a:extLst>
                </p14:cNvPr>
                <p14:cNvContentPartPr/>
                <p14:nvPr/>
              </p14:nvContentPartPr>
              <p14:xfrm>
                <a:off x="634890" y="2210805"/>
                <a:ext cx="56520" cy="84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1FB96E0-1D94-EDF1-C40C-B49FDC256BE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8770" y="2204685"/>
                  <a:ext cx="687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2BE526D-9E42-1AF9-4A6F-71C1D8A497A8}"/>
                    </a:ext>
                  </a:extLst>
                </p14:cNvPr>
                <p14:cNvContentPartPr/>
                <p14:nvPr/>
              </p14:nvContentPartPr>
              <p14:xfrm>
                <a:off x="666210" y="2333565"/>
                <a:ext cx="15120" cy="189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2BE526D-9E42-1AF9-4A6F-71C1D8A497A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0090" y="2327445"/>
                  <a:ext cx="273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13BAB67-CB7C-56CF-FBD0-9B9CF38C7795}"/>
                    </a:ext>
                  </a:extLst>
                </p14:cNvPr>
                <p14:cNvContentPartPr/>
                <p14:nvPr/>
              </p14:nvContentPartPr>
              <p14:xfrm>
                <a:off x="695010" y="2576205"/>
                <a:ext cx="12600" cy="133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13BAB67-CB7C-56CF-FBD0-9B9CF38C779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88890" y="2570085"/>
                  <a:ext cx="24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63CD7C5-53AB-D60A-C2FD-78140E508B80}"/>
                    </a:ext>
                  </a:extLst>
                </p14:cNvPr>
                <p14:cNvContentPartPr/>
                <p14:nvPr/>
              </p14:nvContentPartPr>
              <p14:xfrm>
                <a:off x="704730" y="2749005"/>
                <a:ext cx="15120" cy="294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63CD7C5-53AB-D60A-C2FD-78140E508B8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8610" y="2742885"/>
                  <a:ext cx="273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2014C4E-7732-CCEB-2DBB-69F3BD950072}"/>
                    </a:ext>
                  </a:extLst>
                </p14:cNvPr>
                <p14:cNvContentPartPr/>
                <p14:nvPr/>
              </p14:nvContentPartPr>
              <p14:xfrm>
                <a:off x="602850" y="2123325"/>
                <a:ext cx="116280" cy="197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2014C4E-7732-CCEB-2DBB-69F3BD95007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96730" y="2117205"/>
                  <a:ext cx="1285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EFE7FCE-DBAD-C586-1C72-5A7C096383D2}"/>
                    </a:ext>
                  </a:extLst>
                </p14:cNvPr>
                <p14:cNvContentPartPr/>
                <p14:nvPr/>
              </p14:nvContentPartPr>
              <p14:xfrm>
                <a:off x="738570" y="2254725"/>
                <a:ext cx="33480" cy="1638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EFE7FCE-DBAD-C586-1C72-5A7C096383D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32450" y="2248605"/>
                  <a:ext cx="457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7C4E255-8B6F-17D5-6788-C28777133B86}"/>
                    </a:ext>
                  </a:extLst>
                </p14:cNvPr>
                <p14:cNvContentPartPr/>
                <p14:nvPr/>
              </p14:nvContentPartPr>
              <p14:xfrm>
                <a:off x="660810" y="2456685"/>
                <a:ext cx="86760" cy="87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7C4E255-8B6F-17D5-6788-C28777133B8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54690" y="2450565"/>
                  <a:ext cx="990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52A243C-4CCC-FF09-259C-817E715493ED}"/>
                    </a:ext>
                  </a:extLst>
                </p14:cNvPr>
                <p14:cNvContentPartPr/>
                <p14:nvPr/>
              </p14:nvContentPartPr>
              <p14:xfrm>
                <a:off x="764130" y="2567565"/>
                <a:ext cx="60480" cy="19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52A243C-4CCC-FF09-259C-817E715493E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8010" y="2561445"/>
                  <a:ext cx="72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DDDA795-2AA0-6A8F-6BA5-AE91C46CA335}"/>
                    </a:ext>
                  </a:extLst>
                </p14:cNvPr>
                <p14:cNvContentPartPr/>
                <p14:nvPr/>
              </p14:nvContentPartPr>
              <p14:xfrm>
                <a:off x="271650" y="3377925"/>
                <a:ext cx="25920" cy="828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DDDA795-2AA0-6A8F-6BA5-AE91C46CA33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65530" y="3371805"/>
                  <a:ext cx="38160" cy="84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7F62C4E-54B9-22FC-261A-B0DCBD7479A0}"/>
                    </a:ext>
                  </a:extLst>
                </p14:cNvPr>
                <p14:cNvContentPartPr/>
                <p14:nvPr/>
              </p14:nvContentPartPr>
              <p14:xfrm>
                <a:off x="214050" y="3926925"/>
                <a:ext cx="2106000" cy="90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7F62C4E-54B9-22FC-261A-B0DCBD7479A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07930" y="3920805"/>
                  <a:ext cx="21182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4FBA7F7-FCB6-4E47-62D3-F3F261AB69DC}"/>
                    </a:ext>
                  </a:extLst>
                </p14:cNvPr>
                <p14:cNvContentPartPr/>
                <p14:nvPr/>
              </p14:nvContentPartPr>
              <p14:xfrm>
                <a:off x="636690" y="3811005"/>
                <a:ext cx="137160" cy="190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4FBA7F7-FCB6-4E47-62D3-F3F261AB69D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0570" y="3804885"/>
                  <a:ext cx="1494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1BA37B9-049F-1C06-B769-1BFDAD5E5FAE}"/>
                    </a:ext>
                  </a:extLst>
                </p14:cNvPr>
                <p14:cNvContentPartPr/>
                <p14:nvPr/>
              </p14:nvContentPartPr>
              <p14:xfrm>
                <a:off x="768450" y="3644685"/>
                <a:ext cx="148320" cy="322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1BA37B9-049F-1C06-B769-1BFDAD5E5FA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2330" y="3638565"/>
                  <a:ext cx="16056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CDEE05B-6CA3-C40D-2AA6-46A4E320FE89}"/>
                    </a:ext>
                  </a:extLst>
                </p14:cNvPr>
                <p14:cNvContentPartPr/>
                <p14:nvPr/>
              </p14:nvContentPartPr>
              <p14:xfrm>
                <a:off x="898410" y="3471885"/>
                <a:ext cx="210960" cy="482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CDEE05B-6CA3-C40D-2AA6-46A4E320FE8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92290" y="3465765"/>
                  <a:ext cx="22320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0F6DC4B-DE7B-D546-9D04-3A13E1944584}"/>
                    </a:ext>
                  </a:extLst>
                </p14:cNvPr>
                <p14:cNvContentPartPr/>
                <p14:nvPr/>
              </p14:nvContentPartPr>
              <p14:xfrm>
                <a:off x="1040250" y="3671325"/>
                <a:ext cx="127080" cy="255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0F6DC4B-DE7B-D546-9D04-3A13E194458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34130" y="3665205"/>
                  <a:ext cx="1393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869232E-3899-98B9-FEFD-5552C287FE24}"/>
                    </a:ext>
                  </a:extLst>
                </p14:cNvPr>
                <p14:cNvContentPartPr/>
                <p14:nvPr/>
              </p14:nvContentPartPr>
              <p14:xfrm>
                <a:off x="1181370" y="3748365"/>
                <a:ext cx="106560" cy="1785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869232E-3899-98B9-FEFD-5552C287FE2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75250" y="3742245"/>
                  <a:ext cx="1188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041F1E7-08C3-E131-C8C1-596197C42C57}"/>
                    </a:ext>
                  </a:extLst>
                </p14:cNvPr>
                <p14:cNvContentPartPr/>
                <p14:nvPr/>
              </p14:nvContentPartPr>
              <p14:xfrm>
                <a:off x="342930" y="3357765"/>
                <a:ext cx="1316160" cy="707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041F1E7-08C3-E131-C8C1-596197C42C5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6810" y="3351645"/>
                  <a:ext cx="1328400" cy="71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ECB2D56-15DE-7CFA-CBDE-358D4CE2ACED}"/>
                    </a:ext>
                  </a:extLst>
                </p14:cNvPr>
                <p14:cNvContentPartPr/>
                <p14:nvPr/>
              </p14:nvContentPartPr>
              <p14:xfrm>
                <a:off x="1208370" y="3217725"/>
                <a:ext cx="376920" cy="206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ECB2D56-15DE-7CFA-CBDE-358D4CE2ACE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02250" y="3211605"/>
                  <a:ext cx="3891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B83A34A-30D3-EF9D-F096-206FB8CB22B5}"/>
                    </a:ext>
                  </a:extLst>
                </p14:cNvPr>
                <p14:cNvContentPartPr/>
                <p14:nvPr/>
              </p14:nvContentPartPr>
              <p14:xfrm>
                <a:off x="1273530" y="2512845"/>
                <a:ext cx="405000" cy="723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B83A34A-30D3-EF9D-F096-206FB8CB22B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267410" y="2506725"/>
                  <a:ext cx="417240" cy="73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1ADB8E2-15F4-9E7A-BB35-49DDE6C0F0A5}"/>
                    </a:ext>
                  </a:extLst>
                </p14:cNvPr>
                <p14:cNvContentPartPr/>
                <p14:nvPr/>
              </p14:nvContentPartPr>
              <p14:xfrm>
                <a:off x="1742970" y="2729925"/>
                <a:ext cx="43200" cy="145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1ADB8E2-15F4-9E7A-BB35-49DDE6C0F0A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736850" y="2723805"/>
                  <a:ext cx="554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10F7C44-D0C8-67C6-D2F7-3AD92C48BC62}"/>
                    </a:ext>
                  </a:extLst>
                </p14:cNvPr>
                <p14:cNvContentPartPr/>
                <p14:nvPr/>
              </p14:nvContentPartPr>
              <p14:xfrm>
                <a:off x="1765650" y="2477205"/>
                <a:ext cx="511920" cy="315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10F7C44-D0C8-67C6-D2F7-3AD92C48BC6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759530" y="2471085"/>
                  <a:ext cx="52416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F1E729E-D98A-32E5-E5C4-4D6F26A45942}"/>
                    </a:ext>
                  </a:extLst>
                </p14:cNvPr>
                <p14:cNvContentPartPr/>
                <p14:nvPr/>
              </p14:nvContentPartPr>
              <p14:xfrm>
                <a:off x="1413210" y="2244285"/>
                <a:ext cx="327600" cy="552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F1E729E-D98A-32E5-E5C4-4D6F26A4594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407090" y="2238165"/>
                  <a:ext cx="339840" cy="56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30383AC-A903-E29B-C409-2B8942FF0894}"/>
                    </a:ext>
                  </a:extLst>
                </p14:cNvPr>
                <p14:cNvContentPartPr/>
                <p14:nvPr/>
              </p14:nvContentPartPr>
              <p14:xfrm>
                <a:off x="1825410" y="2270565"/>
                <a:ext cx="253800" cy="5716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30383AC-A903-E29B-C409-2B8942FF089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819290" y="2264445"/>
                  <a:ext cx="26604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EDBAA71-2C4F-6D7B-B7F9-E7DE1EE7B5D2}"/>
                    </a:ext>
                  </a:extLst>
                </p14:cNvPr>
                <p14:cNvContentPartPr/>
                <p14:nvPr/>
              </p14:nvContentPartPr>
              <p14:xfrm>
                <a:off x="539850" y="4407885"/>
                <a:ext cx="211680" cy="300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EDBAA71-2C4F-6D7B-B7F9-E7DE1EE7B5D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33730" y="4401765"/>
                  <a:ext cx="22392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A2E18B7-CBF0-B6D3-C1A3-2C9F1A9734B2}"/>
                    </a:ext>
                  </a:extLst>
                </p14:cNvPr>
                <p14:cNvContentPartPr/>
                <p14:nvPr/>
              </p14:nvContentPartPr>
              <p14:xfrm>
                <a:off x="862770" y="4546845"/>
                <a:ext cx="2880" cy="6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A2E18B7-CBF0-B6D3-C1A3-2C9F1A9734B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56650" y="4540725"/>
                  <a:ext cx="151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42DEB0F-9E78-EBDC-4558-74991A2F3E5B}"/>
                    </a:ext>
                  </a:extLst>
                </p14:cNvPr>
                <p14:cNvContentPartPr/>
                <p14:nvPr/>
              </p14:nvContentPartPr>
              <p14:xfrm>
                <a:off x="791850" y="4562685"/>
                <a:ext cx="19800" cy="1126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42DEB0F-9E78-EBDC-4558-74991A2F3E5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85730" y="4556565"/>
                  <a:ext cx="320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D37C115-571B-9176-1B60-FF38C67485B3}"/>
                    </a:ext>
                  </a:extLst>
                </p14:cNvPr>
                <p14:cNvContentPartPr/>
                <p14:nvPr/>
              </p14:nvContentPartPr>
              <p14:xfrm>
                <a:off x="833610" y="4605885"/>
                <a:ext cx="43920" cy="51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D37C115-571B-9176-1B60-FF38C67485B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27490" y="4599765"/>
                  <a:ext cx="561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EEBD4B3-2B60-2340-15D7-7CA33FFCCEF5}"/>
                    </a:ext>
                  </a:extLst>
                </p14:cNvPr>
                <p14:cNvContentPartPr/>
                <p14:nvPr/>
              </p14:nvContentPartPr>
              <p14:xfrm>
                <a:off x="876090" y="4627485"/>
                <a:ext cx="95040" cy="648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EEBD4B3-2B60-2340-15D7-7CA33FFCCEF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69970" y="4621365"/>
                  <a:ext cx="1072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94F42F7-1150-F516-A545-A8E88E4F0ACF}"/>
                    </a:ext>
                  </a:extLst>
                </p14:cNvPr>
                <p14:cNvContentPartPr/>
                <p14:nvPr/>
              </p14:nvContentPartPr>
              <p14:xfrm>
                <a:off x="602850" y="4291965"/>
                <a:ext cx="268200" cy="480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94F42F7-1150-F516-A545-A8E88E4F0AC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6730" y="4285845"/>
                  <a:ext cx="28044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8947C85-BA5C-BCD7-1ACF-07A5173DBFB6}"/>
                    </a:ext>
                  </a:extLst>
                </p14:cNvPr>
                <p14:cNvContentPartPr/>
                <p14:nvPr/>
              </p14:nvContentPartPr>
              <p14:xfrm>
                <a:off x="1328970" y="4365045"/>
                <a:ext cx="225000" cy="216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8947C85-BA5C-BCD7-1ACF-07A5173DBFB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322850" y="4358925"/>
                  <a:ext cx="237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E175F9B-8BFA-12C0-32B0-82DDFC10A140}"/>
                    </a:ext>
                  </a:extLst>
                </p14:cNvPr>
                <p14:cNvContentPartPr/>
                <p14:nvPr/>
              </p14:nvContentPartPr>
              <p14:xfrm>
                <a:off x="1479090" y="4649085"/>
                <a:ext cx="8640" cy="65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E175F9B-8BFA-12C0-32B0-82DDFC10A14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472970" y="4642965"/>
                  <a:ext cx="208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897772B-4B60-2132-5B2B-2F94EE668CA1}"/>
                    </a:ext>
                  </a:extLst>
                </p14:cNvPr>
                <p14:cNvContentPartPr/>
                <p14:nvPr/>
              </p14:nvContentPartPr>
              <p14:xfrm>
                <a:off x="1510050" y="4646565"/>
                <a:ext cx="143640" cy="69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897772B-4B60-2132-5B2B-2F94EE668CA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503930" y="4640445"/>
                  <a:ext cx="1558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DDBFFDB9-C1DF-3324-0939-8AC5DA2E98F4}"/>
                    </a:ext>
                  </a:extLst>
                </p14:cNvPr>
                <p14:cNvContentPartPr/>
                <p14:nvPr/>
              </p14:nvContentPartPr>
              <p14:xfrm>
                <a:off x="1423290" y="4360365"/>
                <a:ext cx="231120" cy="3776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DDBFFDB9-C1DF-3324-0939-8AC5DA2E98F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417170" y="4354245"/>
                  <a:ext cx="24336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0555581-8DDF-0645-7EDB-CF228AD5FD7C}"/>
                    </a:ext>
                  </a:extLst>
                </p14:cNvPr>
                <p14:cNvContentPartPr/>
                <p14:nvPr/>
              </p14:nvContentPartPr>
              <p14:xfrm>
                <a:off x="3237330" y="4196925"/>
                <a:ext cx="63360" cy="104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0555581-8DDF-0645-7EDB-CF228AD5FD7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231210" y="4190805"/>
                  <a:ext cx="756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79BC2E9-8035-E41B-8292-B8ECDE964BF7}"/>
                    </a:ext>
                  </a:extLst>
                </p14:cNvPr>
                <p14:cNvContentPartPr/>
                <p14:nvPr/>
              </p14:nvContentPartPr>
              <p14:xfrm>
                <a:off x="3329130" y="4181805"/>
                <a:ext cx="39960" cy="226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79BC2E9-8035-E41B-8292-B8ECDE964BF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323010" y="4175685"/>
                  <a:ext cx="522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0CFD92CE-E97A-26DB-8D23-14A8801A72AB}"/>
                    </a:ext>
                  </a:extLst>
                </p14:cNvPr>
                <p14:cNvContentPartPr/>
                <p14:nvPr/>
              </p14:nvContentPartPr>
              <p14:xfrm>
                <a:off x="1947450" y="4333725"/>
                <a:ext cx="1460880" cy="3031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0CFD92CE-E97A-26DB-8D23-14A8801A72A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941330" y="4327605"/>
                  <a:ext cx="14731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2379FF03-4F41-D822-97AB-D0D7EE609EAF}"/>
                    </a:ext>
                  </a:extLst>
                </p14:cNvPr>
                <p14:cNvContentPartPr/>
                <p14:nvPr/>
              </p14:nvContentPartPr>
              <p14:xfrm>
                <a:off x="3063450" y="3585645"/>
                <a:ext cx="55440" cy="3564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2379FF03-4F41-D822-97AB-D0D7EE609EA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57330" y="3579525"/>
                  <a:ext cx="6768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6BC5521-409C-916E-7153-919FBADE95D5}"/>
                    </a:ext>
                  </a:extLst>
                </p14:cNvPr>
                <p14:cNvContentPartPr/>
                <p14:nvPr/>
              </p14:nvContentPartPr>
              <p14:xfrm>
                <a:off x="3173970" y="3620925"/>
                <a:ext cx="28440" cy="4615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6BC5521-409C-916E-7153-919FBADE95D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67850" y="3614805"/>
                  <a:ext cx="4068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01116C2-E740-7926-4EB8-F4F55CA3F35B}"/>
                    </a:ext>
                  </a:extLst>
                </p14:cNvPr>
                <p14:cNvContentPartPr/>
                <p14:nvPr/>
              </p14:nvContentPartPr>
              <p14:xfrm>
                <a:off x="3282690" y="3522285"/>
                <a:ext cx="38880" cy="6152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01116C2-E740-7926-4EB8-F4F55CA3F35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76570" y="3516165"/>
                  <a:ext cx="51120" cy="6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43A6D31-012E-1893-2984-52FC64A61220}"/>
                    </a:ext>
                  </a:extLst>
                </p14:cNvPr>
                <p14:cNvContentPartPr/>
                <p14:nvPr/>
              </p14:nvContentPartPr>
              <p14:xfrm>
                <a:off x="3423090" y="3470085"/>
                <a:ext cx="56880" cy="5788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43A6D31-012E-1893-2984-52FC64A6122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16970" y="3463965"/>
                  <a:ext cx="6912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81C033D-8810-3666-D1EA-E658708CEE4E}"/>
                    </a:ext>
                  </a:extLst>
                </p14:cNvPr>
                <p14:cNvContentPartPr/>
                <p14:nvPr/>
              </p14:nvContentPartPr>
              <p14:xfrm>
                <a:off x="3562050" y="3471165"/>
                <a:ext cx="81720" cy="68760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81C033D-8810-3666-D1EA-E658708CEE4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555930" y="3465045"/>
                  <a:ext cx="93960" cy="69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A94F140C-DFA0-60F1-3370-4818F768FFA9}"/>
                    </a:ext>
                  </a:extLst>
                </p14:cNvPr>
                <p14:cNvContentPartPr/>
                <p14:nvPr/>
              </p14:nvContentPartPr>
              <p14:xfrm>
                <a:off x="3712170" y="3455685"/>
                <a:ext cx="46440" cy="6843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A94F140C-DFA0-60F1-3370-4818F768FFA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706050" y="3449565"/>
                  <a:ext cx="58680" cy="696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26180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747BE2D2-55C1-6F87-B487-DEF14AFB7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20569f7507_1_172">
            <a:extLst>
              <a:ext uri="{FF2B5EF4-FFF2-40B4-BE49-F238E27FC236}">
                <a16:creationId xmlns:a16="http://schemas.microsoft.com/office/drawing/2014/main" id="{8D004D17-2F5D-9E3D-5971-0171A208E5FB}"/>
              </a:ext>
            </a:extLst>
          </p:cNvPr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 - Experimentos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2" name="Google Shape;295;g220569f7507_1_196">
            <a:extLst>
              <a:ext uri="{FF2B5EF4-FFF2-40B4-BE49-F238E27FC236}">
                <a16:creationId xmlns:a16="http://schemas.microsoft.com/office/drawing/2014/main" id="{5A95C271-64BF-3492-754D-4DDA2D021E1A}"/>
              </a:ext>
            </a:extLst>
          </p:cNvPr>
          <p:cNvSpPr txBox="1"/>
          <p:nvPr/>
        </p:nvSpPr>
        <p:spPr>
          <a:xfrm>
            <a:off x="251252" y="1093674"/>
            <a:ext cx="8641496" cy="2598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Experimentos propuestos (tarea para el hogar)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n"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exp1 – Variar tamaño de n_noise (tamaño ruido input generador)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exp2 – Variar lr y beta1 (momentum) del optimizer adam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exp3 – Varia batch_size y n_critic (entrenar mas veces D que G)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exp4 – Entrenamiento extendido (200 epochs)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exp5 – scheduler lr a D y G, para evitar sobreaprendizaje del G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365611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E559B8C3-065D-AB75-3A84-EEAA93188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20569f7507_1_172">
            <a:extLst>
              <a:ext uri="{FF2B5EF4-FFF2-40B4-BE49-F238E27FC236}">
                <a16:creationId xmlns:a16="http://schemas.microsoft.com/office/drawing/2014/main" id="{DB93D9C9-7E66-758B-D6B7-5FADB12E4A97}"/>
              </a:ext>
            </a:extLst>
          </p:cNvPr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 - Experimentos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2" name="Google Shape;295;g220569f7507_1_196">
            <a:extLst>
              <a:ext uri="{FF2B5EF4-FFF2-40B4-BE49-F238E27FC236}">
                <a16:creationId xmlns:a16="http://schemas.microsoft.com/office/drawing/2014/main" id="{99CA9870-1700-3C23-EC5A-63BA4901A497}"/>
              </a:ext>
            </a:extLst>
          </p:cNvPr>
          <p:cNvSpPr txBox="1"/>
          <p:nvPr/>
        </p:nvSpPr>
        <p:spPr>
          <a:xfrm>
            <a:off x="251252" y="954038"/>
            <a:ext cx="8641496" cy="453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exp1 – Variar tamaño de n_noise (tamaño ruido input generador)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86A2053-BCC6-4477-F769-69CCE2D4B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9" y="1546917"/>
            <a:ext cx="2160000" cy="220914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BB7CDCF-77ED-C2BA-4F56-7893DD39E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122" y="1546917"/>
            <a:ext cx="2160000" cy="220914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653CA5A-0FBA-2BDF-2354-B8349E33FC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0553" y="1546917"/>
            <a:ext cx="2160000" cy="220914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B2F1EA6-4F05-639E-E7FF-12DFC8EAA6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6179" y="1546917"/>
            <a:ext cx="2160000" cy="2209141"/>
          </a:xfrm>
          <a:prstGeom prst="rect">
            <a:avLst/>
          </a:prstGeom>
        </p:spPr>
      </p:pic>
      <p:sp>
        <p:nvSpPr>
          <p:cNvPr id="12" name="Google Shape;295;g220569f7507_1_196">
            <a:extLst>
              <a:ext uri="{FF2B5EF4-FFF2-40B4-BE49-F238E27FC236}">
                <a16:creationId xmlns:a16="http://schemas.microsoft.com/office/drawing/2014/main" id="{7EF8AAB6-78D2-F3DC-1211-A2067CEEEDB7}"/>
              </a:ext>
            </a:extLst>
          </p:cNvPr>
          <p:cNvSpPr txBox="1"/>
          <p:nvPr/>
        </p:nvSpPr>
        <p:spPr>
          <a:xfrm>
            <a:off x="387632" y="3962840"/>
            <a:ext cx="1654300" cy="453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n_noise = 10</a:t>
            </a:r>
          </a:p>
        </p:txBody>
      </p:sp>
      <p:sp>
        <p:nvSpPr>
          <p:cNvPr id="13" name="Google Shape;295;g220569f7507_1_196">
            <a:extLst>
              <a:ext uri="{FF2B5EF4-FFF2-40B4-BE49-F238E27FC236}">
                <a16:creationId xmlns:a16="http://schemas.microsoft.com/office/drawing/2014/main" id="{44A80539-02FE-66FA-5369-29586F05BDE0}"/>
              </a:ext>
            </a:extLst>
          </p:cNvPr>
          <p:cNvSpPr txBox="1"/>
          <p:nvPr/>
        </p:nvSpPr>
        <p:spPr>
          <a:xfrm>
            <a:off x="2485710" y="3962840"/>
            <a:ext cx="1654300" cy="453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n_noise = 50</a:t>
            </a:r>
          </a:p>
        </p:txBody>
      </p:sp>
      <p:sp>
        <p:nvSpPr>
          <p:cNvPr id="14" name="Google Shape;295;g220569f7507_1_196">
            <a:extLst>
              <a:ext uri="{FF2B5EF4-FFF2-40B4-BE49-F238E27FC236}">
                <a16:creationId xmlns:a16="http://schemas.microsoft.com/office/drawing/2014/main" id="{3B23ED33-7D3C-6DC3-EE1F-903B83D54BBA}"/>
              </a:ext>
            </a:extLst>
          </p:cNvPr>
          <p:cNvSpPr txBox="1"/>
          <p:nvPr/>
        </p:nvSpPr>
        <p:spPr>
          <a:xfrm>
            <a:off x="4754522" y="3962839"/>
            <a:ext cx="1654300" cy="453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n_noise = 100</a:t>
            </a:r>
          </a:p>
        </p:txBody>
      </p:sp>
      <p:sp>
        <p:nvSpPr>
          <p:cNvPr id="15" name="Google Shape;295;g220569f7507_1_196">
            <a:extLst>
              <a:ext uri="{FF2B5EF4-FFF2-40B4-BE49-F238E27FC236}">
                <a16:creationId xmlns:a16="http://schemas.microsoft.com/office/drawing/2014/main" id="{D77EDB31-4774-E5F2-18DF-E1A92859CD89}"/>
              </a:ext>
            </a:extLst>
          </p:cNvPr>
          <p:cNvSpPr txBox="1"/>
          <p:nvPr/>
        </p:nvSpPr>
        <p:spPr>
          <a:xfrm>
            <a:off x="7102068" y="3962838"/>
            <a:ext cx="1654300" cy="453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n_noise = 200</a:t>
            </a:r>
          </a:p>
        </p:txBody>
      </p:sp>
    </p:spTree>
    <p:extLst>
      <p:ext uri="{BB962C8B-B14F-4D97-AF65-F5344CB8AC3E}">
        <p14:creationId xmlns:p14="http://schemas.microsoft.com/office/powerpoint/2010/main" val="23527432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A9CAD79F-FADC-75A5-F29B-6DB1F56BC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20569f7507_1_172">
            <a:extLst>
              <a:ext uri="{FF2B5EF4-FFF2-40B4-BE49-F238E27FC236}">
                <a16:creationId xmlns:a16="http://schemas.microsoft.com/office/drawing/2014/main" id="{53C90C5D-705A-7D78-13B2-FFDB8E896A0C}"/>
              </a:ext>
            </a:extLst>
          </p:cNvPr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 - Experimentos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2" name="Google Shape;295;g220569f7507_1_196">
            <a:extLst>
              <a:ext uri="{FF2B5EF4-FFF2-40B4-BE49-F238E27FC236}">
                <a16:creationId xmlns:a16="http://schemas.microsoft.com/office/drawing/2014/main" id="{0AC6E18A-8098-5C88-A181-60F98C94D22A}"/>
              </a:ext>
            </a:extLst>
          </p:cNvPr>
          <p:cNvSpPr txBox="1"/>
          <p:nvPr/>
        </p:nvSpPr>
        <p:spPr>
          <a:xfrm>
            <a:off x="0" y="781113"/>
            <a:ext cx="9144000" cy="432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lvl="0">
              <a:lnSpc>
                <a:spcPct val="90000"/>
              </a:lnSpc>
              <a:buClr>
                <a:schemeClr val="dk1"/>
              </a:buClr>
              <a:buSzPts val="2100"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exp2 – Variar lr y beta1 (momentum) del optimizer adam (media de los gradientes)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C181BB3-8409-97CD-AE88-4BD35408C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31" y="1450665"/>
            <a:ext cx="2520000" cy="257733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87DA8BB-3167-1D0C-D81A-A4FA5A2B6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3211" y="1450666"/>
            <a:ext cx="2520000" cy="257733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6367148-B6B7-F68D-0940-A0A86A84EF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7979" y="1450665"/>
            <a:ext cx="2520000" cy="2577332"/>
          </a:xfrm>
          <a:prstGeom prst="rect">
            <a:avLst/>
          </a:prstGeom>
        </p:spPr>
      </p:pic>
      <p:sp>
        <p:nvSpPr>
          <p:cNvPr id="9" name="Google Shape;295;g220569f7507_1_196">
            <a:extLst>
              <a:ext uri="{FF2B5EF4-FFF2-40B4-BE49-F238E27FC236}">
                <a16:creationId xmlns:a16="http://schemas.microsoft.com/office/drawing/2014/main" id="{BB5C38BE-2320-B1E5-B983-557D36BF6300}"/>
              </a:ext>
            </a:extLst>
          </p:cNvPr>
          <p:cNvSpPr txBox="1"/>
          <p:nvPr/>
        </p:nvSpPr>
        <p:spPr>
          <a:xfrm>
            <a:off x="613381" y="4211016"/>
            <a:ext cx="1654300" cy="68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 = 0,001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eta = 0,50</a:t>
            </a:r>
          </a:p>
        </p:txBody>
      </p:sp>
      <p:sp>
        <p:nvSpPr>
          <p:cNvPr id="10" name="Google Shape;295;g220569f7507_1_196">
            <a:extLst>
              <a:ext uri="{FF2B5EF4-FFF2-40B4-BE49-F238E27FC236}">
                <a16:creationId xmlns:a16="http://schemas.microsoft.com/office/drawing/2014/main" id="{8CA4D838-FBFF-46F9-CB46-1024F2E3B68D}"/>
              </a:ext>
            </a:extLst>
          </p:cNvPr>
          <p:cNvSpPr txBox="1"/>
          <p:nvPr/>
        </p:nvSpPr>
        <p:spPr>
          <a:xfrm>
            <a:off x="3667111" y="4211016"/>
            <a:ext cx="1654300" cy="68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 = 0,0002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eta = 0,50</a:t>
            </a:r>
          </a:p>
        </p:txBody>
      </p:sp>
      <p:sp>
        <p:nvSpPr>
          <p:cNvPr id="11" name="Google Shape;295;g220569f7507_1_196">
            <a:extLst>
              <a:ext uri="{FF2B5EF4-FFF2-40B4-BE49-F238E27FC236}">
                <a16:creationId xmlns:a16="http://schemas.microsoft.com/office/drawing/2014/main" id="{9556C75D-B014-9D94-2BB8-1485093881D7}"/>
              </a:ext>
            </a:extLst>
          </p:cNvPr>
          <p:cNvSpPr txBox="1"/>
          <p:nvPr/>
        </p:nvSpPr>
        <p:spPr>
          <a:xfrm>
            <a:off x="6597087" y="4211016"/>
            <a:ext cx="1654300" cy="68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 = 0,0002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eta = 0,90</a:t>
            </a:r>
          </a:p>
        </p:txBody>
      </p:sp>
      <p:sp>
        <p:nvSpPr>
          <p:cNvPr id="3" name="Google Shape;295;g220569f7507_1_196">
            <a:extLst>
              <a:ext uri="{FF2B5EF4-FFF2-40B4-BE49-F238E27FC236}">
                <a16:creationId xmlns:a16="http://schemas.microsoft.com/office/drawing/2014/main" id="{0B85FAE4-F65D-AE44-DDD6-993AFA28B8F5}"/>
              </a:ext>
            </a:extLst>
          </p:cNvPr>
          <p:cNvSpPr txBox="1"/>
          <p:nvPr/>
        </p:nvSpPr>
        <p:spPr>
          <a:xfrm>
            <a:off x="6121363" y="2033120"/>
            <a:ext cx="2353231" cy="141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AR" sz="2400" b="1" dirty="0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Demasiada “inercia” del valor medio de los gradientes</a:t>
            </a:r>
            <a:endParaRPr sz="2400" b="1" dirty="0">
              <a:solidFill>
                <a:schemeClr val="accent3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429094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6339EFDD-F7CD-4BC2-5CC3-C67309199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20569f7507_1_172">
            <a:extLst>
              <a:ext uri="{FF2B5EF4-FFF2-40B4-BE49-F238E27FC236}">
                <a16:creationId xmlns:a16="http://schemas.microsoft.com/office/drawing/2014/main" id="{F4A0F5CE-B6C9-D0F4-942E-1438B86EA4C0}"/>
              </a:ext>
            </a:extLst>
          </p:cNvPr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 - Experimentos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2" name="Google Shape;295;g220569f7507_1_196">
            <a:extLst>
              <a:ext uri="{FF2B5EF4-FFF2-40B4-BE49-F238E27FC236}">
                <a16:creationId xmlns:a16="http://schemas.microsoft.com/office/drawing/2014/main" id="{4A84F79F-4CB5-4026-9752-5F6DEDF928B7}"/>
              </a:ext>
            </a:extLst>
          </p:cNvPr>
          <p:cNvSpPr txBox="1"/>
          <p:nvPr/>
        </p:nvSpPr>
        <p:spPr>
          <a:xfrm>
            <a:off x="251252" y="831663"/>
            <a:ext cx="8641496" cy="36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exp3 – Varia batch_size y n_critic (entrenar mas veces D que G)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C79DFE8-3F8D-BE36-7874-67F9E4B3B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52" y="1278785"/>
            <a:ext cx="2880000" cy="294552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97C6155-60D6-C03B-C872-2115F40ED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2750" y="1278785"/>
            <a:ext cx="2880000" cy="294552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0BB4408-7158-7E08-91A3-0BCD5DF8FE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3192" y="1278785"/>
            <a:ext cx="2880000" cy="2945522"/>
          </a:xfrm>
          <a:prstGeom prst="rect">
            <a:avLst/>
          </a:prstGeom>
        </p:spPr>
      </p:pic>
      <p:sp>
        <p:nvSpPr>
          <p:cNvPr id="9" name="Google Shape;295;g220569f7507_1_196">
            <a:extLst>
              <a:ext uri="{FF2B5EF4-FFF2-40B4-BE49-F238E27FC236}">
                <a16:creationId xmlns:a16="http://schemas.microsoft.com/office/drawing/2014/main" id="{0F10D328-9827-6D3F-74E3-4CFB7A506692}"/>
              </a:ext>
            </a:extLst>
          </p:cNvPr>
          <p:cNvSpPr txBox="1"/>
          <p:nvPr/>
        </p:nvSpPr>
        <p:spPr>
          <a:xfrm>
            <a:off x="611079" y="4389316"/>
            <a:ext cx="1654300" cy="567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AR" sz="2100" dirty="0" err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batch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32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AR" sz="2100" dirty="0" err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n_critic</a:t>
            </a:r>
            <a:r>
              <a:rPr lang="es-AR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1</a:t>
            </a:r>
          </a:p>
        </p:txBody>
      </p:sp>
      <p:sp>
        <p:nvSpPr>
          <p:cNvPr id="10" name="Google Shape;295;g220569f7507_1_196">
            <a:extLst>
              <a:ext uri="{FF2B5EF4-FFF2-40B4-BE49-F238E27FC236}">
                <a16:creationId xmlns:a16="http://schemas.microsoft.com/office/drawing/2014/main" id="{8984718D-CC04-8D44-0030-74347BBD7FC2}"/>
              </a:ext>
            </a:extLst>
          </p:cNvPr>
          <p:cNvSpPr txBox="1"/>
          <p:nvPr/>
        </p:nvSpPr>
        <p:spPr>
          <a:xfrm>
            <a:off x="3390858" y="4389316"/>
            <a:ext cx="1654300" cy="567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AR" sz="2100" dirty="0" err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batch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64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AR" sz="2100" dirty="0" err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n_critic</a:t>
            </a:r>
            <a:r>
              <a:rPr lang="es-AR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1</a:t>
            </a:r>
          </a:p>
        </p:txBody>
      </p:sp>
      <p:sp>
        <p:nvSpPr>
          <p:cNvPr id="11" name="Google Shape;295;g220569f7507_1_196">
            <a:extLst>
              <a:ext uri="{FF2B5EF4-FFF2-40B4-BE49-F238E27FC236}">
                <a16:creationId xmlns:a16="http://schemas.microsoft.com/office/drawing/2014/main" id="{3C4098F8-F0EC-FCA9-70A3-7D64EB50336A}"/>
              </a:ext>
            </a:extLst>
          </p:cNvPr>
          <p:cNvSpPr txBox="1"/>
          <p:nvPr/>
        </p:nvSpPr>
        <p:spPr>
          <a:xfrm>
            <a:off x="6490511" y="4389316"/>
            <a:ext cx="1654300" cy="567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AR" sz="2100" dirty="0" err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batch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128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AR" sz="2100" dirty="0" err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n_critic</a:t>
            </a:r>
            <a:r>
              <a:rPr lang="es-AR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1</a:t>
            </a:r>
          </a:p>
        </p:txBody>
      </p:sp>
    </p:spTree>
    <p:extLst>
      <p:ext uri="{BB962C8B-B14F-4D97-AF65-F5344CB8AC3E}">
        <p14:creationId xmlns:p14="http://schemas.microsoft.com/office/powerpoint/2010/main" val="3514290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6A890A41-BD00-3642-ABFA-40B00C6D2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20569f7507_1_172">
            <a:extLst>
              <a:ext uri="{FF2B5EF4-FFF2-40B4-BE49-F238E27FC236}">
                <a16:creationId xmlns:a16="http://schemas.microsoft.com/office/drawing/2014/main" id="{BA4F40F1-1A76-64A8-61BE-2CD0D343F51F}"/>
              </a:ext>
            </a:extLst>
          </p:cNvPr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 - Experimentos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2" name="Google Shape;295;g220569f7507_1_196">
            <a:extLst>
              <a:ext uri="{FF2B5EF4-FFF2-40B4-BE49-F238E27FC236}">
                <a16:creationId xmlns:a16="http://schemas.microsoft.com/office/drawing/2014/main" id="{9157D0A9-5A07-89D1-69CC-3A9F2B5F88B9}"/>
              </a:ext>
            </a:extLst>
          </p:cNvPr>
          <p:cNvSpPr txBox="1"/>
          <p:nvPr/>
        </p:nvSpPr>
        <p:spPr>
          <a:xfrm>
            <a:off x="251252" y="1093674"/>
            <a:ext cx="8641496" cy="363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exp3 – Varia batch_size y n_critic (entrenar mas veces D que G)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9FBEF20-3EBE-406D-C74D-15E50662C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52" y="1581294"/>
            <a:ext cx="2880000" cy="294552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980B507-12D8-AA18-A4FA-E45F4142C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2750" y="1581294"/>
            <a:ext cx="2880000" cy="294552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7861807-5648-BB7E-04A1-8C8D5E91A2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7406" y="1581294"/>
            <a:ext cx="2880000" cy="2945522"/>
          </a:xfrm>
          <a:prstGeom prst="rect">
            <a:avLst/>
          </a:prstGeom>
        </p:spPr>
      </p:pic>
      <p:sp>
        <p:nvSpPr>
          <p:cNvPr id="8" name="Google Shape;295;g220569f7507_1_196">
            <a:extLst>
              <a:ext uri="{FF2B5EF4-FFF2-40B4-BE49-F238E27FC236}">
                <a16:creationId xmlns:a16="http://schemas.microsoft.com/office/drawing/2014/main" id="{D5CC434B-A0BF-8487-84BF-87CA6F3C65C8}"/>
              </a:ext>
            </a:extLst>
          </p:cNvPr>
          <p:cNvSpPr txBox="1"/>
          <p:nvPr/>
        </p:nvSpPr>
        <p:spPr>
          <a:xfrm>
            <a:off x="611079" y="4526816"/>
            <a:ext cx="1654300" cy="567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AR" sz="2100" dirty="0" err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batch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32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AR" sz="2100" dirty="0" err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n_critic</a:t>
            </a:r>
            <a:r>
              <a:rPr lang="es-AR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1</a:t>
            </a:r>
          </a:p>
        </p:txBody>
      </p:sp>
      <p:sp>
        <p:nvSpPr>
          <p:cNvPr id="9" name="Google Shape;295;g220569f7507_1_196">
            <a:extLst>
              <a:ext uri="{FF2B5EF4-FFF2-40B4-BE49-F238E27FC236}">
                <a16:creationId xmlns:a16="http://schemas.microsoft.com/office/drawing/2014/main" id="{EDB2AC20-EF5D-DA03-36F8-994D5606737F}"/>
              </a:ext>
            </a:extLst>
          </p:cNvPr>
          <p:cNvSpPr txBox="1"/>
          <p:nvPr/>
        </p:nvSpPr>
        <p:spPr>
          <a:xfrm>
            <a:off x="3390858" y="4526816"/>
            <a:ext cx="1654300" cy="567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AR" sz="2100" dirty="0" err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batch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32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AR" sz="2100" dirty="0" err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n_critic</a:t>
            </a:r>
            <a:r>
              <a:rPr lang="es-AR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5</a:t>
            </a:r>
          </a:p>
        </p:txBody>
      </p:sp>
      <p:sp>
        <p:nvSpPr>
          <p:cNvPr id="10" name="Google Shape;295;g220569f7507_1_196">
            <a:extLst>
              <a:ext uri="{FF2B5EF4-FFF2-40B4-BE49-F238E27FC236}">
                <a16:creationId xmlns:a16="http://schemas.microsoft.com/office/drawing/2014/main" id="{8942D241-EF00-8ECB-9A4D-3201CC955A95}"/>
              </a:ext>
            </a:extLst>
          </p:cNvPr>
          <p:cNvSpPr txBox="1"/>
          <p:nvPr/>
        </p:nvSpPr>
        <p:spPr>
          <a:xfrm>
            <a:off x="6490511" y="4526816"/>
            <a:ext cx="1654300" cy="567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AR" sz="2100" dirty="0" err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batch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32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AR" sz="2100" dirty="0" err="1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n_critic</a:t>
            </a:r>
            <a:r>
              <a:rPr lang="es-AR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= 10</a:t>
            </a:r>
            <a:endParaRPr lang="en"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" name="Google Shape;295;g220569f7507_1_196">
            <a:extLst>
              <a:ext uri="{FF2B5EF4-FFF2-40B4-BE49-F238E27FC236}">
                <a16:creationId xmlns:a16="http://schemas.microsoft.com/office/drawing/2014/main" id="{98C8F893-6C47-B9AA-51B0-7277926DFCC3}"/>
              </a:ext>
            </a:extLst>
          </p:cNvPr>
          <p:cNvSpPr txBox="1"/>
          <p:nvPr/>
        </p:nvSpPr>
        <p:spPr>
          <a:xfrm>
            <a:off x="6371381" y="1922045"/>
            <a:ext cx="2353231" cy="2038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ES" sz="2400" b="1" dirty="0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</a:t>
            </a:r>
            <a:r>
              <a:rPr lang="en" sz="2400" b="1" dirty="0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odel collapse!!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lang="en" sz="2400" b="1" dirty="0">
              <a:solidFill>
                <a:schemeClr val="accent3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400" b="1" dirty="0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El G encuentra “cómodo” solo producir cifras “faciles”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400" b="1" dirty="0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</a:t>
            </a:r>
            <a:endParaRPr sz="2400" b="1" dirty="0">
              <a:solidFill>
                <a:schemeClr val="accent3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496538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00C30C6A-63CA-5BA3-744B-668297FB8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20569f7507_1_172">
            <a:extLst>
              <a:ext uri="{FF2B5EF4-FFF2-40B4-BE49-F238E27FC236}">
                <a16:creationId xmlns:a16="http://schemas.microsoft.com/office/drawing/2014/main" id="{8BCF6F4E-FB4E-3788-C389-0F6DEAF97028}"/>
              </a:ext>
            </a:extLst>
          </p:cNvPr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 - Experimentos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2" name="Google Shape;295;g220569f7507_1_196">
            <a:extLst>
              <a:ext uri="{FF2B5EF4-FFF2-40B4-BE49-F238E27FC236}">
                <a16:creationId xmlns:a16="http://schemas.microsoft.com/office/drawing/2014/main" id="{CADDCBA7-46E5-C454-6EA8-49718D99C0D1}"/>
              </a:ext>
            </a:extLst>
          </p:cNvPr>
          <p:cNvSpPr txBox="1"/>
          <p:nvPr/>
        </p:nvSpPr>
        <p:spPr>
          <a:xfrm>
            <a:off x="251252" y="1093674"/>
            <a:ext cx="8641496" cy="508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exp4 – Entrenamiento extendido (200 epochs)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58891D0-23A3-54F5-13EF-12F643E86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857" y="1488827"/>
            <a:ext cx="3937326" cy="155263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301722F-FBC1-0DF5-9C35-36C8FA0EA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232" y="3129350"/>
            <a:ext cx="1800000" cy="184095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6DA0545-9A55-A698-EFAA-7FECA4C431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1236" y="3129349"/>
            <a:ext cx="1800000" cy="184095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C69F3A7-9C04-56D6-AF24-0C1ADEA0AB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5466" y="3168784"/>
            <a:ext cx="1800000" cy="184095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956A771-401F-E227-59F6-88FAE83059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2245" y="3184251"/>
            <a:ext cx="1800000" cy="1840951"/>
          </a:xfrm>
          <a:prstGeom prst="rect">
            <a:avLst/>
          </a:prstGeom>
        </p:spPr>
      </p:pic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CE633B78-3673-8A43-9097-7708613A70BD}"/>
              </a:ext>
            </a:extLst>
          </p:cNvPr>
          <p:cNvCxnSpPr>
            <a:cxnSpLocks/>
          </p:cNvCxnSpPr>
          <p:nvPr/>
        </p:nvCxnSpPr>
        <p:spPr>
          <a:xfrm flipH="1">
            <a:off x="2087232" y="2933199"/>
            <a:ext cx="917225" cy="2510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5BDE8546-D52F-B0F9-D39E-6F512BF44F3E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3381236" y="2952917"/>
            <a:ext cx="473459" cy="1764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65D3F733-DF42-CCD8-189B-22774BD4FDAC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4785131" y="2981180"/>
            <a:ext cx="730335" cy="1876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1F936A48-7E68-AF86-FC1D-DEA293803426}"/>
              </a:ext>
            </a:extLst>
          </p:cNvPr>
          <p:cNvCxnSpPr>
            <a:cxnSpLocks/>
          </p:cNvCxnSpPr>
          <p:nvPr/>
        </p:nvCxnSpPr>
        <p:spPr>
          <a:xfrm>
            <a:off x="6084541" y="2933199"/>
            <a:ext cx="707704" cy="2355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30D180E-6B15-032F-FB1F-51402EEFAC75}"/>
              </a:ext>
            </a:extLst>
          </p:cNvPr>
          <p:cNvSpPr txBox="1"/>
          <p:nvPr/>
        </p:nvSpPr>
        <p:spPr>
          <a:xfrm>
            <a:off x="21887" y="1569319"/>
            <a:ext cx="21300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0" i="0" dirty="0">
                <a:solidFill>
                  <a:schemeClr val="accent3"/>
                </a:solidFill>
                <a:effectLst/>
                <a:latin typeface="Segoe WPC"/>
              </a:rPr>
              <a:t>D sigue mejorando como clasificador real/falso, pero G ya alcanzó un nivel visual aceptable y no mejora en la métrica adversaria al mismo ritmo.</a:t>
            </a:r>
            <a:endParaRPr lang="es-ES" sz="1200" dirty="0">
              <a:solidFill>
                <a:schemeClr val="accent3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308AC55-6AF4-83B5-2679-9FA1BE57331B}"/>
              </a:ext>
            </a:extLst>
          </p:cNvPr>
          <p:cNvSpPr txBox="1"/>
          <p:nvPr/>
        </p:nvSpPr>
        <p:spPr>
          <a:xfrm>
            <a:off x="6415466" y="971045"/>
            <a:ext cx="2703932" cy="1946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chemeClr val="accent3"/>
                </a:solidFill>
                <a:effectLst/>
                <a:latin typeface="Segoe WPC"/>
              </a:rPr>
              <a:t>al principio ambos mejoran rápido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chemeClr val="accent3"/>
                </a:solidFill>
                <a:effectLst/>
                <a:latin typeface="Segoe WPC"/>
              </a:rPr>
              <a:t>después </a:t>
            </a:r>
            <a:r>
              <a:rPr lang="es-ES" sz="1200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s-ES" sz="1200" b="0" i="0" dirty="0">
                <a:solidFill>
                  <a:schemeClr val="accent3"/>
                </a:solidFill>
                <a:effectLst/>
                <a:latin typeface="Segoe WPC"/>
              </a:rPr>
              <a:t> aprende una frontera de decisión bastante buena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chemeClr val="accent3"/>
                </a:solidFill>
                <a:effectLst/>
                <a:latin typeface="Segoe WPC"/>
              </a:rPr>
              <a:t>más adelante </a:t>
            </a:r>
            <a:r>
              <a:rPr lang="es-ES" sz="1200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es-ES" sz="1200" b="0" i="0" dirty="0">
                <a:solidFill>
                  <a:schemeClr val="accent3"/>
                </a:solidFill>
                <a:effectLst/>
                <a:latin typeface="Segoe WPC"/>
              </a:rPr>
              <a:t> ya produce dígitos razonables, pero corregir defectos finos es mucho más difícil</a:t>
            </a: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s-ES" sz="1200" b="0" i="0" dirty="0">
                <a:solidFill>
                  <a:schemeClr val="accent3"/>
                </a:solidFill>
                <a:effectLst/>
                <a:latin typeface="Segoe WPC"/>
              </a:rPr>
              <a:t>entonces </a:t>
            </a:r>
            <a:r>
              <a:rPr lang="es-ES" sz="1200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s-ES" sz="1200" b="0" i="0" dirty="0">
                <a:solidFill>
                  <a:schemeClr val="accent3"/>
                </a:solidFill>
                <a:effectLst/>
                <a:latin typeface="Segoe WPC"/>
              </a:rPr>
              <a:t> sigue mejorando un poco, y ese pequeño margen ya alcanza para hacer subir </a:t>
            </a:r>
            <a:r>
              <a:rPr lang="es-ES" sz="1200" b="0" i="0" dirty="0" err="1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G_loss</a:t>
            </a:r>
            <a:r>
              <a:rPr lang="es-ES" sz="1200" b="0" i="0" dirty="0">
                <a:solidFill>
                  <a:schemeClr val="accent3"/>
                </a:solidFill>
                <a:effectLst/>
                <a:latin typeface="Segoe WPC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98751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08F786FB-164D-BA01-720E-A7C8CBF5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20569f7507_1_172">
            <a:extLst>
              <a:ext uri="{FF2B5EF4-FFF2-40B4-BE49-F238E27FC236}">
                <a16:creationId xmlns:a16="http://schemas.microsoft.com/office/drawing/2014/main" id="{F9871FBA-7658-D0EB-599C-308338962F8B}"/>
              </a:ext>
            </a:extLst>
          </p:cNvPr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 - Experimentos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2" name="Google Shape;295;g220569f7507_1_196">
            <a:extLst>
              <a:ext uri="{FF2B5EF4-FFF2-40B4-BE49-F238E27FC236}">
                <a16:creationId xmlns:a16="http://schemas.microsoft.com/office/drawing/2014/main" id="{7EC07DDC-1D67-7F7F-52FF-E6CCA171393A}"/>
              </a:ext>
            </a:extLst>
          </p:cNvPr>
          <p:cNvSpPr txBox="1"/>
          <p:nvPr/>
        </p:nvSpPr>
        <p:spPr>
          <a:xfrm>
            <a:off x="251252" y="695805"/>
            <a:ext cx="8641496" cy="30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exp5 – scheduler lr a D y G, para evitar sobreaprendizaje del G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479E7DC-7BC7-DA7D-4B70-A05B8821D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469" y="1065653"/>
            <a:ext cx="3600000" cy="128700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59678E6-5AFD-B08D-D96C-33A2C9451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6599" y="2345215"/>
            <a:ext cx="3441870" cy="141961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A860AAC-64BA-B4BD-36B2-3A84F8911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02" y="3613526"/>
            <a:ext cx="1440000" cy="14727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D212FEE-571E-0D3B-C29E-6824184973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9015" y="3632222"/>
            <a:ext cx="1440000" cy="14727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7FAFBD2-AF15-E607-3BB4-C34CE7B915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9756" y="3586789"/>
            <a:ext cx="1440000" cy="14727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5196221-21DC-0C0F-8BD9-8B7B5A767F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59756" y="3218599"/>
            <a:ext cx="1800000" cy="1840951"/>
          </a:xfrm>
          <a:prstGeom prst="rect">
            <a:avLst/>
          </a:prstGeom>
        </p:spPr>
      </p:pic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5FFA43E-3508-BA26-AE43-2EE7C9FE39A8}"/>
              </a:ext>
            </a:extLst>
          </p:cNvPr>
          <p:cNvCxnSpPr>
            <a:cxnSpLocks/>
          </p:cNvCxnSpPr>
          <p:nvPr/>
        </p:nvCxnSpPr>
        <p:spPr>
          <a:xfrm flipH="1">
            <a:off x="1544688" y="3586789"/>
            <a:ext cx="1634416" cy="615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2E3D83F4-A469-4469-CDBE-0276439BF7B6}"/>
              </a:ext>
            </a:extLst>
          </p:cNvPr>
          <p:cNvCxnSpPr>
            <a:cxnSpLocks/>
          </p:cNvCxnSpPr>
          <p:nvPr/>
        </p:nvCxnSpPr>
        <p:spPr>
          <a:xfrm flipH="1">
            <a:off x="3402723" y="3704581"/>
            <a:ext cx="473459" cy="1764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C25090F-362D-77AF-7EE3-C1B627BF981B}"/>
              </a:ext>
            </a:extLst>
          </p:cNvPr>
          <p:cNvCxnSpPr>
            <a:cxnSpLocks/>
          </p:cNvCxnSpPr>
          <p:nvPr/>
        </p:nvCxnSpPr>
        <p:spPr>
          <a:xfrm>
            <a:off x="4969218" y="3729120"/>
            <a:ext cx="850538" cy="40390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2717843D-6F1E-A95D-1425-57BBFB1422FC}"/>
              </a:ext>
            </a:extLst>
          </p:cNvPr>
          <p:cNvCxnSpPr>
            <a:cxnSpLocks/>
          </p:cNvCxnSpPr>
          <p:nvPr/>
        </p:nvCxnSpPr>
        <p:spPr>
          <a:xfrm flipV="1">
            <a:off x="5803277" y="3540162"/>
            <a:ext cx="1456479" cy="126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4904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BF00FC04-BBED-3C5E-7ADB-5D575B50B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20569f7507_1_172">
            <a:extLst>
              <a:ext uri="{FF2B5EF4-FFF2-40B4-BE49-F238E27FC236}">
                <a16:creationId xmlns:a16="http://schemas.microsoft.com/office/drawing/2014/main" id="{A1DA6A0C-A8E0-4D34-1363-34167DEC411E}"/>
              </a:ext>
            </a:extLst>
          </p:cNvPr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 - Experimentos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2" name="Google Shape;295;g220569f7507_1_196">
            <a:extLst>
              <a:ext uri="{FF2B5EF4-FFF2-40B4-BE49-F238E27FC236}">
                <a16:creationId xmlns:a16="http://schemas.microsoft.com/office/drawing/2014/main" id="{8BD79883-E5E6-642C-C252-5EB7BF91EEB7}"/>
              </a:ext>
            </a:extLst>
          </p:cNvPr>
          <p:cNvSpPr txBox="1"/>
          <p:nvPr/>
        </p:nvSpPr>
        <p:spPr>
          <a:xfrm>
            <a:off x="198806" y="2098134"/>
            <a:ext cx="8641496" cy="30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exp4 vs exp5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E038DC2-7961-FC40-EC70-D8BDCCF6D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302" y="743140"/>
            <a:ext cx="3240000" cy="331371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F070547-85A4-FF11-E854-1A463D4D4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556" y="746586"/>
            <a:ext cx="3240000" cy="331371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A5B8291-69D2-6171-598D-0994D895990B}"/>
              </a:ext>
            </a:extLst>
          </p:cNvPr>
          <p:cNvSpPr txBox="1"/>
          <p:nvPr/>
        </p:nvSpPr>
        <p:spPr>
          <a:xfrm>
            <a:off x="1589887" y="4225576"/>
            <a:ext cx="55534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0" i="0" dirty="0">
                <a:solidFill>
                  <a:schemeClr val="accent3"/>
                </a:solidFill>
                <a:effectLst/>
                <a:latin typeface="Segoe WPC"/>
              </a:rPr>
              <a:t>Que el discriminador esté alrededor de </a:t>
            </a:r>
            <a:r>
              <a:rPr lang="es-ES" b="0" i="0" dirty="0">
                <a:solidFill>
                  <a:schemeClr val="accent3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s-ES" b="0" i="0" dirty="0">
                <a:solidFill>
                  <a:schemeClr val="accent3"/>
                </a:solidFill>
                <a:effectLst/>
                <a:latin typeface="Segoe WPC"/>
              </a:rPr>
              <a:t> quiere decir: “ya no distingue con mucha confianza entre real y falso”. Eso es estabilidad adversaria, no garantía de mejores dígitos.</a:t>
            </a:r>
            <a:endParaRPr lang="es-E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496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20569f7507_1_172"/>
          <p:cNvSpPr txBox="1"/>
          <p:nvPr/>
        </p:nvSpPr>
        <p:spPr>
          <a:xfrm>
            <a:off x="222275" y="814403"/>
            <a:ext cx="864149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Conditionals GANs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 le pasa un ‘label’ para que genere algo bajo ese ‘label’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269" name="Google Shape;269;g220569f7507_1_172"/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 - Implementación</a:t>
            </a:r>
            <a:endParaRPr sz="1100" dirty="0">
              <a:solidFill>
                <a:schemeClr val="dk2"/>
              </a:solidFill>
            </a:endParaRPr>
          </a:p>
        </p:txBody>
      </p:sp>
      <p:pic>
        <p:nvPicPr>
          <p:cNvPr id="270" name="Google Shape;270;g220569f7507_1_1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1863" y="1986797"/>
            <a:ext cx="5699757" cy="231697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220569f7507_1_172"/>
          <p:cNvSpPr/>
          <p:nvPr/>
        </p:nvSpPr>
        <p:spPr>
          <a:xfrm>
            <a:off x="112689" y="4661781"/>
            <a:ext cx="886066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https://machinelearningmastery.com/impressive-applications-of-generative-adversarial-networks/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20569f7507_1_179"/>
          <p:cNvSpPr txBox="1"/>
          <p:nvPr/>
        </p:nvSpPr>
        <p:spPr>
          <a:xfrm>
            <a:off x="251252" y="704466"/>
            <a:ext cx="8641496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Super resolution GANs</a:t>
            </a:r>
            <a:endParaRPr sz="21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7" name="Google Shape;277;g220569f7507_1_179"/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 – Otros ejemplos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278" name="Google Shape;278;g220569f7507_1_179"/>
          <p:cNvSpPr/>
          <p:nvPr/>
        </p:nvSpPr>
        <p:spPr>
          <a:xfrm>
            <a:off x="112689" y="4661781"/>
            <a:ext cx="8860666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https://www.researchgate.net/publication/361868139_SWCGAN_Generative_Adversarial_Network_Combining_Swin_Transformer_and_CNN_for_Remote_Sensing_Image_Super-Resolution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79" name="Google Shape;279;g220569f7507_1_179"/>
          <p:cNvPicPr preferRelativeResize="0"/>
          <p:nvPr/>
        </p:nvPicPr>
        <p:blipFill rotWithShape="1">
          <a:blip r:embed="rId3">
            <a:alphaModFix/>
          </a:blip>
          <a:srcRect l="5651" t="45941" r="72717" b="20227"/>
          <a:stretch/>
        </p:blipFill>
        <p:spPr>
          <a:xfrm>
            <a:off x="1456555" y="1093304"/>
            <a:ext cx="6175988" cy="33457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20569f7507_1_186"/>
          <p:cNvSpPr txBox="1"/>
          <p:nvPr/>
        </p:nvSpPr>
        <p:spPr>
          <a:xfrm>
            <a:off x="251252" y="704466"/>
            <a:ext cx="8641496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Remote Sensing Image to Map Translation GANs</a:t>
            </a:r>
            <a:endParaRPr sz="210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5" name="Google Shape;285;g220569f7507_1_186"/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 – Otros ejemplos</a:t>
            </a:r>
            <a:endParaRPr sz="1100" dirty="0">
              <a:solidFill>
                <a:schemeClr val="dk2"/>
              </a:solidFill>
            </a:endParaRPr>
          </a:p>
        </p:txBody>
      </p:sp>
      <p:sp>
        <p:nvSpPr>
          <p:cNvPr id="286" name="Google Shape;286;g220569f7507_1_186"/>
          <p:cNvSpPr/>
          <p:nvPr/>
        </p:nvSpPr>
        <p:spPr>
          <a:xfrm>
            <a:off x="112689" y="4661781"/>
            <a:ext cx="886066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https://www.mdpi.com/2072-4292/13/10/1936</a:t>
            </a:r>
            <a:endParaRPr sz="1100">
              <a:solidFill>
                <a:schemeClr val="dk2"/>
              </a:solidFill>
            </a:endParaRPr>
          </a:p>
        </p:txBody>
      </p:sp>
      <p:pic>
        <p:nvPicPr>
          <p:cNvPr id="287" name="Google Shape;287;g220569f7507_1_186" descr="Forma&#10;&#10;Descripción generada automáticamente con confianza baj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342" y="1408377"/>
            <a:ext cx="6949316" cy="3030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g220569f7507_1_186" descr="Imagen que contiene Aplicación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 r="79198" b="51977"/>
          <a:stretch/>
        </p:blipFill>
        <p:spPr>
          <a:xfrm>
            <a:off x="448971" y="2762299"/>
            <a:ext cx="1517626" cy="1524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g220569f7507_1_186"/>
          <p:cNvPicPr preferRelativeResize="0"/>
          <p:nvPr/>
        </p:nvPicPr>
        <p:blipFill rotWithShape="1">
          <a:blip r:embed="rId5">
            <a:alphaModFix/>
          </a:blip>
          <a:srcRect l="20282" r="59793" b="52174"/>
          <a:stretch/>
        </p:blipFill>
        <p:spPr>
          <a:xfrm>
            <a:off x="3919627" y="3104779"/>
            <a:ext cx="1055138" cy="1102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220569f7507_1_186"/>
          <p:cNvPicPr preferRelativeResize="0"/>
          <p:nvPr/>
        </p:nvPicPr>
        <p:blipFill rotWithShape="1">
          <a:blip r:embed="rId5">
            <a:alphaModFix/>
          </a:blip>
          <a:srcRect l="20282" r="59793" b="52931"/>
          <a:stretch/>
        </p:blipFill>
        <p:spPr>
          <a:xfrm>
            <a:off x="3330720" y="1453624"/>
            <a:ext cx="1241279" cy="1276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20569f7507_1_196"/>
          <p:cNvSpPr txBox="1"/>
          <p:nvPr/>
        </p:nvSpPr>
        <p:spPr>
          <a:xfrm>
            <a:off x="251252" y="1114299"/>
            <a:ext cx="864149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GANs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- ver colab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6" name="Google Shape;296;g220569f7507_1_196"/>
          <p:cNvSpPr/>
          <p:nvPr/>
        </p:nvSpPr>
        <p:spPr>
          <a:xfrm>
            <a:off x="2450749" y="1972520"/>
            <a:ext cx="400013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https://github.com/Yangyangii/GAN-Tutorial</a:t>
            </a:r>
            <a:endParaRPr sz="1100" dirty="0"/>
          </a:p>
        </p:txBody>
      </p:sp>
      <p:sp>
        <p:nvSpPr>
          <p:cNvPr id="297" name="Google Shape;297;g220569f7507_1_196"/>
          <p:cNvSpPr txBox="1"/>
          <p:nvPr/>
        </p:nvSpPr>
        <p:spPr>
          <a:xfrm>
            <a:off x="0" y="0"/>
            <a:ext cx="9383486" cy="814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" sz="240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Generative Adversarial Network (GAN)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98" name="Google Shape;298;g220569f7507_1_196"/>
          <p:cNvSpPr txBox="1"/>
          <p:nvPr/>
        </p:nvSpPr>
        <p:spPr>
          <a:xfrm>
            <a:off x="4450816" y="4155548"/>
            <a:ext cx="46958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https://github.com/hindupuravinash/the-gan-zoo</a:t>
            </a:r>
            <a:endParaRPr sz="1100" dirty="0"/>
          </a:p>
        </p:txBody>
      </p:sp>
      <p:sp>
        <p:nvSpPr>
          <p:cNvPr id="299" name="Google Shape;299;g220569f7507_1_196"/>
          <p:cNvSpPr txBox="1"/>
          <p:nvPr/>
        </p:nvSpPr>
        <p:spPr>
          <a:xfrm>
            <a:off x="87424" y="3893847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https://arxiv.org/abs/1606.03498</a:t>
            </a:r>
            <a:endParaRPr dirty="0"/>
          </a:p>
        </p:txBody>
      </p:sp>
      <p:sp>
        <p:nvSpPr>
          <p:cNvPr id="300" name="Google Shape;300;g220569f7507_1_196"/>
          <p:cNvSpPr txBox="1"/>
          <p:nvPr/>
        </p:nvSpPr>
        <p:spPr>
          <a:xfrm>
            <a:off x="120325" y="3049798"/>
            <a:ext cx="2414834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How to train GANs: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52BA9D1-0C1A-6AF6-A3CD-CDB983D8E434}"/>
              </a:ext>
            </a:extLst>
          </p:cNvPr>
          <p:cNvSpPr txBox="1"/>
          <p:nvPr/>
        </p:nvSpPr>
        <p:spPr>
          <a:xfrm>
            <a:off x="87424" y="3565447"/>
            <a:ext cx="332765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</a:defRPr>
            </a:lvl1pPr>
          </a:lstStyle>
          <a:p>
            <a:r>
              <a:rPr lang="es-AR" dirty="0"/>
              <a:t>https://neptune.ai/blog/gan-loss-functions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1A771BC-9320-4477-D4CE-E48E835C0A6D}"/>
              </a:ext>
            </a:extLst>
          </p:cNvPr>
          <p:cNvSpPr txBox="1"/>
          <p:nvPr/>
        </p:nvSpPr>
        <p:spPr>
          <a:xfrm>
            <a:off x="4450816" y="3529259"/>
            <a:ext cx="3680827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</a:defRPr>
            </a:lvl1pPr>
          </a:lstStyle>
          <a:p>
            <a:r>
              <a:rPr lang="es-AR" dirty="0"/>
              <a:t>https://docs.pytorch.org/tutorials/beginner/dcgan_faces_tutorial.html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65C14E4-B3EF-D19C-1D43-2D916429F03D}"/>
              </a:ext>
            </a:extLst>
          </p:cNvPr>
          <p:cNvSpPr txBox="1"/>
          <p:nvPr/>
        </p:nvSpPr>
        <p:spPr>
          <a:xfrm>
            <a:off x="4450816" y="4472539"/>
            <a:ext cx="4693184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>
              <a:buNone/>
              <a:defRPr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</a:defRPr>
            </a:lvl1pPr>
          </a:lstStyle>
          <a:p>
            <a:r>
              <a:rPr lang="es-AR" dirty="0"/>
              <a:t>https://github.com/nashory/gans-awesome-applications</a:t>
            </a:r>
          </a:p>
        </p:txBody>
      </p:sp>
      <p:sp>
        <p:nvSpPr>
          <p:cNvPr id="8" name="Google Shape;300;g220569f7507_1_196">
            <a:extLst>
              <a:ext uri="{FF2B5EF4-FFF2-40B4-BE49-F238E27FC236}">
                <a16:creationId xmlns:a16="http://schemas.microsoft.com/office/drawing/2014/main" id="{6512D101-6837-A73E-D75D-958F6A99344A}"/>
              </a:ext>
            </a:extLst>
          </p:cNvPr>
          <p:cNvSpPr txBox="1"/>
          <p:nvPr/>
        </p:nvSpPr>
        <p:spPr>
          <a:xfrm>
            <a:off x="5468807" y="2979754"/>
            <a:ext cx="2414834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s-AR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</a:t>
            </a:r>
            <a:r>
              <a:rPr lang="en" sz="2100" dirty="0">
                <a:solidFill>
                  <a:schemeClr val="dk2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as sobre GANs:</a:t>
            </a:r>
            <a:endParaRPr sz="2100" dirty="0">
              <a:solidFill>
                <a:schemeClr val="dk2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D79F49-D78E-CC45-08B2-8B5CF4768294}"/>
              </a:ext>
            </a:extLst>
          </p:cNvPr>
          <p:cNvSpPr txBox="1"/>
          <p:nvPr/>
        </p:nvSpPr>
        <p:spPr>
          <a:xfrm>
            <a:off x="120325" y="4204101"/>
            <a:ext cx="320676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</a:defRPr>
            </a:lvl1pPr>
          </a:lstStyle>
          <a:p>
            <a:r>
              <a:rPr lang="es-AR" dirty="0"/>
              <a:t>https://github.com/soumith/ganhacks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B8CC89-ED55-C9D3-89AC-203C814D0040}"/>
              </a:ext>
            </a:extLst>
          </p:cNvPr>
          <p:cNvSpPr txBox="1"/>
          <p:nvPr/>
        </p:nvSpPr>
        <p:spPr>
          <a:xfrm>
            <a:off x="120324" y="4517436"/>
            <a:ext cx="3449141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None/>
              <a:defRPr>
                <a:solidFill>
                  <a:srgbClr val="FF0000"/>
                </a:solidFill>
                <a:latin typeface="Twentieth Century"/>
                <a:ea typeface="Twentieth Century"/>
                <a:cs typeface="Twentieth Century"/>
              </a:defRPr>
            </a:lvl1pPr>
          </a:lstStyle>
          <a:p>
            <a:r>
              <a:rPr lang="es-AR" dirty="0"/>
              <a:t>https://dropsofai.com/best-practices-for-training-stable-gans/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1641</TotalTime>
  <Words>1673</Words>
  <Application>Microsoft Office PowerPoint</Application>
  <PresentationFormat>On-screen Show (16:9)</PresentationFormat>
  <Paragraphs>264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Cambria Math</vt:lpstr>
      <vt:lpstr>Consolas</vt:lpstr>
      <vt:lpstr>Roboto</vt:lpstr>
      <vt:lpstr>Twentieth Century</vt:lpstr>
      <vt:lpstr>Segoe WPC</vt:lpstr>
      <vt:lpstr>Arial</vt:lpstr>
      <vt:lpstr>Times New Roman</vt:lpstr>
      <vt:lpstr>Material</vt:lpstr>
      <vt:lpstr>Aprendizaje Profundo</vt:lpstr>
      <vt:lpstr>TRANSFER LEARNING GENERATIVE ADVERSARIAL NETWORKS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Marcos Maillot</cp:lastModifiedBy>
  <cp:revision>14</cp:revision>
  <cp:lastPrinted>2026-04-21T15:09:08Z</cp:lastPrinted>
  <dcterms:modified xsi:type="dcterms:W3CDTF">2026-08-19T01:00:21Z</dcterms:modified>
</cp:coreProperties>
</file>