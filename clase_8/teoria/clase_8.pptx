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5" r:id="rId9"/>
    <p:sldId id="262" r:id="rId10"/>
    <p:sldId id="263" r:id="rId11"/>
    <p:sldId id="266" r:id="rId12"/>
    <p:sldId id="276" r:id="rId13"/>
    <p:sldId id="267" r:id="rId14"/>
    <p:sldId id="268" r:id="rId15"/>
    <p:sldId id="270" r:id="rId16"/>
    <p:sldId id="277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embeddedFontLst>
    <p:embeddedFont>
      <p:font typeface="Roboto" panose="02000000000000000000" pitchFamily="2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0" roundtripDataSignature="AMtx7miTlHx5yX8y6UIlPPbgbTlcU6qf9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3EDA287-C604-4018-8E1E-C70095FFDA42}" v="4" dt="2025-12-10T00:10:58.8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516" y="-34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30" Type="http://customschemas.google.com/relationships/presentationmetadata" Target="metadata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os Maillot" userId="fa14b39d-e966-4ebb-a436-4f96f84b9577" providerId="ADAL" clId="{913C8CB3-B5D2-46AF-BB39-C6ABB42AE5EA}"/>
    <pc:docChg chg="undo custSel modSld">
      <pc:chgData name="Marcos Maillot" userId="fa14b39d-e966-4ebb-a436-4f96f84b9577" providerId="ADAL" clId="{913C8CB3-B5D2-46AF-BB39-C6ABB42AE5EA}" dt="2024-11-20T20:46:57.064" v="65" actId="1076"/>
      <pc:docMkLst>
        <pc:docMk/>
      </pc:docMkLst>
      <pc:sldChg chg="modSp mod">
        <pc:chgData name="Marcos Maillot" userId="fa14b39d-e966-4ebb-a436-4f96f84b9577" providerId="ADAL" clId="{913C8CB3-B5D2-46AF-BB39-C6ABB42AE5EA}" dt="2024-11-20T19:39:32.431" v="0"/>
        <pc:sldMkLst>
          <pc:docMk/>
          <pc:sldMk cId="0" sldId="262"/>
        </pc:sldMkLst>
      </pc:sldChg>
      <pc:sldChg chg="modSp mod">
        <pc:chgData name="Marcos Maillot" userId="fa14b39d-e966-4ebb-a436-4f96f84b9577" providerId="ADAL" clId="{913C8CB3-B5D2-46AF-BB39-C6ABB42AE5EA}" dt="2024-11-20T19:41:16.789" v="10" actId="5793"/>
        <pc:sldMkLst>
          <pc:docMk/>
          <pc:sldMk cId="0" sldId="268"/>
        </pc:sldMkLst>
      </pc:sldChg>
      <pc:sldChg chg="modSp mod">
        <pc:chgData name="Marcos Maillot" userId="fa14b39d-e966-4ebb-a436-4f96f84b9577" providerId="ADAL" clId="{913C8CB3-B5D2-46AF-BB39-C6ABB42AE5EA}" dt="2024-11-20T19:41:29.884" v="26" actId="5793"/>
        <pc:sldMkLst>
          <pc:docMk/>
          <pc:sldMk cId="0" sldId="269"/>
        </pc:sldMkLst>
      </pc:sldChg>
      <pc:sldChg chg="addSp modSp mod">
        <pc:chgData name="Marcos Maillot" userId="fa14b39d-e966-4ebb-a436-4f96f84b9577" providerId="ADAL" clId="{913C8CB3-B5D2-46AF-BB39-C6ABB42AE5EA}" dt="2024-11-20T20:46:57.064" v="65" actId="1076"/>
        <pc:sldMkLst>
          <pc:docMk/>
          <pc:sldMk cId="0" sldId="275"/>
        </pc:sldMkLst>
      </pc:sldChg>
    </pc:docChg>
  </pc:docChgLst>
  <pc:docChgLst>
    <pc:chgData name="Marcos Maillot" userId="fa14b39d-e966-4ebb-a436-4f96f84b9577" providerId="ADAL" clId="{9E25B2EB-CAA0-4693-8FAE-3BE82A6DDC5B}"/>
    <pc:docChg chg="modSld">
      <pc:chgData name="Marcos Maillot" userId="fa14b39d-e966-4ebb-a436-4f96f84b9577" providerId="ADAL" clId="{9E25B2EB-CAA0-4693-8FAE-3BE82A6DDC5B}" dt="2024-08-16T23:00:37.853" v="0" actId="1076"/>
      <pc:docMkLst>
        <pc:docMk/>
      </pc:docMkLst>
      <pc:sldChg chg="modSp mod">
        <pc:chgData name="Marcos Maillot" userId="fa14b39d-e966-4ebb-a436-4f96f84b9577" providerId="ADAL" clId="{9E25B2EB-CAA0-4693-8FAE-3BE82A6DDC5B}" dt="2024-08-16T23:00:37.853" v="0" actId="1076"/>
        <pc:sldMkLst>
          <pc:docMk/>
          <pc:sldMk cId="0" sldId="263"/>
        </pc:sldMkLst>
      </pc:sldChg>
    </pc:docChg>
  </pc:docChgLst>
  <pc:docChgLst>
    <pc:chgData name="Marcos Maillot" userId="fa14b39d-e966-4ebb-a436-4f96f84b9577" providerId="ADAL" clId="{055F0164-26D4-4F47-BC5A-7A794BE69BF5}"/>
    <pc:docChg chg="modSld">
      <pc:chgData name="Marcos Maillot" userId="fa14b39d-e966-4ebb-a436-4f96f84b9577" providerId="ADAL" clId="{055F0164-26D4-4F47-BC5A-7A794BE69BF5}" dt="2025-08-19T23:49:53.362" v="101"/>
      <pc:docMkLst>
        <pc:docMk/>
      </pc:docMkLst>
      <pc:sldChg chg="addSp delSp modSp mod">
        <pc:chgData name="Marcos Maillot" userId="fa14b39d-e966-4ebb-a436-4f96f84b9577" providerId="ADAL" clId="{055F0164-26D4-4F47-BC5A-7A794BE69BF5}" dt="2025-08-19T23:49:53.362" v="101"/>
        <pc:sldMkLst>
          <pc:docMk/>
          <pc:sldMk cId="0" sldId="274"/>
        </pc:sldMkLst>
      </pc:sldChg>
    </pc:docChg>
  </pc:docChgLst>
  <pc:docChgLst>
    <pc:chgData name="Marcos Maillot" userId="fa14b39d-e966-4ebb-a436-4f96f84b9577" providerId="ADAL" clId="{2D40D906-DE93-44E5-B192-09259B1B360B}"/>
    <pc:docChg chg="modSld">
      <pc:chgData name="Marcos Maillot" userId="fa14b39d-e966-4ebb-a436-4f96f84b9577" providerId="ADAL" clId="{2D40D906-DE93-44E5-B192-09259B1B360B}" dt="2025-12-10T00:10:58.864" v="52"/>
      <pc:docMkLst>
        <pc:docMk/>
      </pc:docMkLst>
      <pc:sldChg chg="addSp modSp mod">
        <pc:chgData name="Marcos Maillot" userId="fa14b39d-e966-4ebb-a436-4f96f84b9577" providerId="ADAL" clId="{2D40D906-DE93-44E5-B192-09259B1B360B}" dt="2025-12-09T22:58:54.080" v="19" actId="1076"/>
        <pc:sldMkLst>
          <pc:docMk/>
          <pc:sldMk cId="0" sldId="264"/>
        </pc:sldMkLst>
        <pc:grpChg chg="mod">
          <ac:chgData name="Marcos Maillot" userId="fa14b39d-e966-4ebb-a436-4f96f84b9577" providerId="ADAL" clId="{2D40D906-DE93-44E5-B192-09259B1B360B}" dt="2025-12-09T22:51:10.173" v="9"/>
          <ac:grpSpMkLst>
            <pc:docMk/>
            <pc:sldMk cId="0" sldId="264"/>
            <ac:grpSpMk id="12" creationId="{27A06EFF-EE68-246C-E6DE-E6C74E8EC618}"/>
          </ac:grpSpMkLst>
        </pc:grpChg>
        <pc:grpChg chg="mod">
          <ac:chgData name="Marcos Maillot" userId="fa14b39d-e966-4ebb-a436-4f96f84b9577" providerId="ADAL" clId="{2D40D906-DE93-44E5-B192-09259B1B360B}" dt="2025-12-09T22:51:10.173" v="9"/>
          <ac:grpSpMkLst>
            <pc:docMk/>
            <pc:sldMk cId="0" sldId="264"/>
            <ac:grpSpMk id="13" creationId="{F08045E3-946E-9723-9A03-5A630F0F7F56}"/>
          </ac:grpSpMkLst>
        </pc:grpChg>
        <pc:grpChg chg="mod">
          <ac:chgData name="Marcos Maillot" userId="fa14b39d-e966-4ebb-a436-4f96f84b9577" providerId="ADAL" clId="{2D40D906-DE93-44E5-B192-09259B1B360B}" dt="2025-12-09T22:51:10.173" v="9"/>
          <ac:grpSpMkLst>
            <pc:docMk/>
            <pc:sldMk cId="0" sldId="264"/>
            <ac:grpSpMk id="14" creationId="{4C43E8B0-69F4-8D41-97F2-76C93B7BF211}"/>
          </ac:grpSpMkLst>
        </pc:grpChg>
        <pc:grpChg chg="mod">
          <ac:chgData name="Marcos Maillot" userId="fa14b39d-e966-4ebb-a436-4f96f84b9577" providerId="ADAL" clId="{2D40D906-DE93-44E5-B192-09259B1B360B}" dt="2025-12-09T22:51:14.382" v="15"/>
          <ac:grpSpMkLst>
            <pc:docMk/>
            <pc:sldMk cId="0" sldId="264"/>
            <ac:grpSpMk id="20" creationId="{0E52BE05-93AB-4F64-0A31-CDA9CA5CA868}"/>
          </ac:grpSpMkLst>
        </pc:grpChg>
        <pc:inkChg chg="add mod">
          <ac:chgData name="Marcos Maillot" userId="fa14b39d-e966-4ebb-a436-4f96f84b9577" providerId="ADAL" clId="{2D40D906-DE93-44E5-B192-09259B1B360B}" dt="2025-12-09T22:58:54.080" v="19" actId="1076"/>
          <ac:inkMkLst>
            <pc:docMk/>
            <pc:sldMk cId="0" sldId="264"/>
            <ac:inkMk id="3" creationId="{7CC7EB16-79C3-BC0B-2D5A-AB9AC147CD9E}"/>
          </ac:inkMkLst>
        </pc:inkChg>
        <pc:inkChg chg="add mod">
          <ac:chgData name="Marcos Maillot" userId="fa14b39d-e966-4ebb-a436-4f96f84b9577" providerId="ADAL" clId="{2D40D906-DE93-44E5-B192-09259B1B360B}" dt="2025-12-09T22:51:10.173" v="9"/>
          <ac:inkMkLst>
            <pc:docMk/>
            <pc:sldMk cId="0" sldId="264"/>
            <ac:inkMk id="4" creationId="{CD3EFCCE-6884-6DBD-D1E8-7D199E1F5173}"/>
          </ac:inkMkLst>
        </pc:inkChg>
        <pc:inkChg chg="add mod">
          <ac:chgData name="Marcos Maillot" userId="fa14b39d-e966-4ebb-a436-4f96f84b9577" providerId="ADAL" clId="{2D40D906-DE93-44E5-B192-09259B1B360B}" dt="2025-12-09T22:51:10.173" v="9"/>
          <ac:inkMkLst>
            <pc:docMk/>
            <pc:sldMk cId="0" sldId="264"/>
            <ac:inkMk id="5" creationId="{5158CD8C-A48A-EACB-7951-971348D90670}"/>
          </ac:inkMkLst>
        </pc:inkChg>
        <pc:inkChg chg="add mod">
          <ac:chgData name="Marcos Maillot" userId="fa14b39d-e966-4ebb-a436-4f96f84b9577" providerId="ADAL" clId="{2D40D906-DE93-44E5-B192-09259B1B360B}" dt="2025-12-09T22:51:10.173" v="9"/>
          <ac:inkMkLst>
            <pc:docMk/>
            <pc:sldMk cId="0" sldId="264"/>
            <ac:inkMk id="6" creationId="{0F938434-BF59-978E-401C-83988FF9C2D6}"/>
          </ac:inkMkLst>
        </pc:inkChg>
        <pc:inkChg chg="add mod">
          <ac:chgData name="Marcos Maillot" userId="fa14b39d-e966-4ebb-a436-4f96f84b9577" providerId="ADAL" clId="{2D40D906-DE93-44E5-B192-09259B1B360B}" dt="2025-12-09T22:51:10.173" v="9"/>
          <ac:inkMkLst>
            <pc:docMk/>
            <pc:sldMk cId="0" sldId="264"/>
            <ac:inkMk id="7" creationId="{1C9DEBD3-95FE-8E3F-3502-D99A29DEAF53}"/>
          </ac:inkMkLst>
        </pc:inkChg>
        <pc:inkChg chg="add mod">
          <ac:chgData name="Marcos Maillot" userId="fa14b39d-e966-4ebb-a436-4f96f84b9577" providerId="ADAL" clId="{2D40D906-DE93-44E5-B192-09259B1B360B}" dt="2025-12-09T22:51:10.173" v="9"/>
          <ac:inkMkLst>
            <pc:docMk/>
            <pc:sldMk cId="0" sldId="264"/>
            <ac:inkMk id="8" creationId="{C55FD632-C512-E9E6-EB36-4FFFE1AA7333}"/>
          </ac:inkMkLst>
        </pc:inkChg>
        <pc:inkChg chg="add mod">
          <ac:chgData name="Marcos Maillot" userId="fa14b39d-e966-4ebb-a436-4f96f84b9577" providerId="ADAL" clId="{2D40D906-DE93-44E5-B192-09259B1B360B}" dt="2025-12-09T22:51:10.173" v="9"/>
          <ac:inkMkLst>
            <pc:docMk/>
            <pc:sldMk cId="0" sldId="264"/>
            <ac:inkMk id="9" creationId="{4C2BA84F-02C0-CF20-1E37-F9BD3D592C7A}"/>
          </ac:inkMkLst>
        </pc:inkChg>
        <pc:inkChg chg="add mod">
          <ac:chgData name="Marcos Maillot" userId="fa14b39d-e966-4ebb-a436-4f96f84b9577" providerId="ADAL" clId="{2D40D906-DE93-44E5-B192-09259B1B360B}" dt="2025-12-09T22:51:10.173" v="9"/>
          <ac:inkMkLst>
            <pc:docMk/>
            <pc:sldMk cId="0" sldId="264"/>
            <ac:inkMk id="10" creationId="{B54B0B17-762F-2121-74D6-E6BD2DE48172}"/>
          </ac:inkMkLst>
        </pc:inkChg>
        <pc:inkChg chg="add">
          <ac:chgData name="Marcos Maillot" userId="fa14b39d-e966-4ebb-a436-4f96f84b9577" providerId="ADAL" clId="{2D40D906-DE93-44E5-B192-09259B1B360B}" dt="2025-12-09T22:51:09.609" v="8" actId="9405"/>
          <ac:inkMkLst>
            <pc:docMk/>
            <pc:sldMk cId="0" sldId="264"/>
            <ac:inkMk id="11" creationId="{AC3F9E96-2535-7877-526E-C02EDEE7BA6E}"/>
          </ac:inkMkLst>
        </pc:inkChg>
        <pc:inkChg chg="add mod">
          <ac:chgData name="Marcos Maillot" userId="fa14b39d-e966-4ebb-a436-4f96f84b9577" providerId="ADAL" clId="{2D40D906-DE93-44E5-B192-09259B1B360B}" dt="2025-12-09T22:51:14.382" v="15"/>
          <ac:inkMkLst>
            <pc:docMk/>
            <pc:sldMk cId="0" sldId="264"/>
            <ac:inkMk id="15" creationId="{89777732-20EE-EC16-3D3B-85FBACA9DBA6}"/>
          </ac:inkMkLst>
        </pc:inkChg>
        <pc:inkChg chg="add mod">
          <ac:chgData name="Marcos Maillot" userId="fa14b39d-e966-4ebb-a436-4f96f84b9577" providerId="ADAL" clId="{2D40D906-DE93-44E5-B192-09259B1B360B}" dt="2025-12-09T22:51:14.382" v="15"/>
          <ac:inkMkLst>
            <pc:docMk/>
            <pc:sldMk cId="0" sldId="264"/>
            <ac:inkMk id="16" creationId="{D707D21A-AF92-462A-9E5E-792F619F2AEA}"/>
          </ac:inkMkLst>
        </pc:inkChg>
        <pc:inkChg chg="add mod">
          <ac:chgData name="Marcos Maillot" userId="fa14b39d-e966-4ebb-a436-4f96f84b9577" providerId="ADAL" clId="{2D40D906-DE93-44E5-B192-09259B1B360B}" dt="2025-12-09T22:51:14.382" v="15"/>
          <ac:inkMkLst>
            <pc:docMk/>
            <pc:sldMk cId="0" sldId="264"/>
            <ac:inkMk id="17" creationId="{101DDC19-AFDA-CB11-AD4E-D4CF83A9F3B6}"/>
          </ac:inkMkLst>
        </pc:inkChg>
        <pc:inkChg chg="add mod">
          <ac:chgData name="Marcos Maillot" userId="fa14b39d-e966-4ebb-a436-4f96f84b9577" providerId="ADAL" clId="{2D40D906-DE93-44E5-B192-09259B1B360B}" dt="2025-12-09T22:51:14.382" v="15"/>
          <ac:inkMkLst>
            <pc:docMk/>
            <pc:sldMk cId="0" sldId="264"/>
            <ac:inkMk id="18" creationId="{96177A82-DBBE-1A2A-10D3-53DE32892305}"/>
          </ac:inkMkLst>
        </pc:inkChg>
        <pc:inkChg chg="add mod">
          <ac:chgData name="Marcos Maillot" userId="fa14b39d-e966-4ebb-a436-4f96f84b9577" providerId="ADAL" clId="{2D40D906-DE93-44E5-B192-09259B1B360B}" dt="2025-12-09T22:51:14.382" v="15"/>
          <ac:inkMkLst>
            <pc:docMk/>
            <pc:sldMk cId="0" sldId="264"/>
            <ac:inkMk id="19" creationId="{6750712A-F8DF-70D5-52D5-440F794C2EC4}"/>
          </ac:inkMkLst>
        </pc:inkChg>
      </pc:sldChg>
      <pc:sldChg chg="addSp delSp modSp mod">
        <pc:chgData name="Marcos Maillot" userId="fa14b39d-e966-4ebb-a436-4f96f84b9577" providerId="ADAL" clId="{2D40D906-DE93-44E5-B192-09259B1B360B}" dt="2025-12-10T00:10:58.864" v="52"/>
        <pc:sldMkLst>
          <pc:docMk/>
          <pc:sldMk cId="2267865285" sldId="276"/>
        </pc:sldMkLst>
        <pc:grpChg chg="del mod">
          <ac:chgData name="Marcos Maillot" userId="fa14b39d-e966-4ebb-a436-4f96f84b9577" providerId="ADAL" clId="{2D40D906-DE93-44E5-B192-09259B1B360B}" dt="2025-12-10T00:10:58.864" v="52"/>
          <ac:grpSpMkLst>
            <pc:docMk/>
            <pc:sldMk cId="2267865285" sldId="276"/>
            <ac:grpSpMk id="17" creationId="{53513EDA-700C-3506-8A71-4222210765BB}"/>
          </ac:grpSpMkLst>
        </pc:grpChg>
        <pc:grpChg chg="mod">
          <ac:chgData name="Marcos Maillot" userId="fa14b39d-e966-4ebb-a436-4f96f84b9577" providerId="ADAL" clId="{2D40D906-DE93-44E5-B192-09259B1B360B}" dt="2025-12-10T00:10:58.864" v="52"/>
          <ac:grpSpMkLst>
            <pc:docMk/>
            <pc:sldMk cId="2267865285" sldId="276"/>
            <ac:grpSpMk id="34" creationId="{F96BE9FC-37A6-EFD9-CBCF-31B89E856322}"/>
          </ac:grpSpMkLst>
        </pc:grpChg>
        <pc:grpChg chg="mod">
          <ac:chgData name="Marcos Maillot" userId="fa14b39d-e966-4ebb-a436-4f96f84b9577" providerId="ADAL" clId="{2D40D906-DE93-44E5-B192-09259B1B360B}" dt="2025-12-10T00:10:58.864" v="52"/>
          <ac:grpSpMkLst>
            <pc:docMk/>
            <pc:sldMk cId="2267865285" sldId="276"/>
            <ac:grpSpMk id="35" creationId="{2DE89795-9460-725F-4BED-FA131201ADD1}"/>
          </ac:grpSpMkLst>
        </pc:grpChg>
        <pc:inkChg chg="add">
          <ac:chgData name="Marcos Maillot" userId="fa14b39d-e966-4ebb-a436-4f96f84b9577" providerId="ADAL" clId="{2D40D906-DE93-44E5-B192-09259B1B360B}" dt="2025-12-10T00:10:25.024" v="20" actId="9405"/>
          <ac:inkMkLst>
            <pc:docMk/>
            <pc:sldMk cId="2267865285" sldId="276"/>
            <ac:inkMk id="2" creationId="{3E993879-7F1A-71DE-A28C-0341F0FEE7A0}"/>
          </ac:inkMkLst>
        </pc:inkChg>
        <pc:inkChg chg="add">
          <ac:chgData name="Marcos Maillot" userId="fa14b39d-e966-4ebb-a436-4f96f84b9577" providerId="ADAL" clId="{2D40D906-DE93-44E5-B192-09259B1B360B}" dt="2025-12-10T00:10:25.595" v="21" actId="9405"/>
          <ac:inkMkLst>
            <pc:docMk/>
            <pc:sldMk cId="2267865285" sldId="276"/>
            <ac:inkMk id="3" creationId="{B9A35D86-F76A-A7CF-A1F9-885229750DE7}"/>
          </ac:inkMkLst>
        </pc:inkChg>
        <pc:inkChg chg="add">
          <ac:chgData name="Marcos Maillot" userId="fa14b39d-e966-4ebb-a436-4f96f84b9577" providerId="ADAL" clId="{2D40D906-DE93-44E5-B192-09259B1B360B}" dt="2025-12-10T00:10:26.101" v="22" actId="9405"/>
          <ac:inkMkLst>
            <pc:docMk/>
            <pc:sldMk cId="2267865285" sldId="276"/>
            <ac:inkMk id="4" creationId="{D1687432-C338-7215-75BA-0D2F857B889C}"/>
          </ac:inkMkLst>
        </pc:inkChg>
        <pc:inkChg chg="add">
          <ac:chgData name="Marcos Maillot" userId="fa14b39d-e966-4ebb-a436-4f96f84b9577" providerId="ADAL" clId="{2D40D906-DE93-44E5-B192-09259B1B360B}" dt="2025-12-10T00:10:26.595" v="23" actId="9405"/>
          <ac:inkMkLst>
            <pc:docMk/>
            <pc:sldMk cId="2267865285" sldId="276"/>
            <ac:inkMk id="5" creationId="{EC95186D-B186-837A-D62F-0C23696930B6}"/>
          </ac:inkMkLst>
        </pc:inkChg>
        <pc:inkChg chg="add">
          <ac:chgData name="Marcos Maillot" userId="fa14b39d-e966-4ebb-a436-4f96f84b9577" providerId="ADAL" clId="{2D40D906-DE93-44E5-B192-09259B1B360B}" dt="2025-12-10T00:10:27.117" v="24" actId="9405"/>
          <ac:inkMkLst>
            <pc:docMk/>
            <pc:sldMk cId="2267865285" sldId="276"/>
            <ac:inkMk id="6" creationId="{62B0609E-25A3-9080-80BF-14B7875A6927}"/>
          </ac:inkMkLst>
        </pc:inkChg>
        <pc:inkChg chg="add">
          <ac:chgData name="Marcos Maillot" userId="fa14b39d-e966-4ebb-a436-4f96f84b9577" providerId="ADAL" clId="{2D40D906-DE93-44E5-B192-09259B1B360B}" dt="2025-12-10T00:10:27.579" v="25" actId="9405"/>
          <ac:inkMkLst>
            <pc:docMk/>
            <pc:sldMk cId="2267865285" sldId="276"/>
            <ac:inkMk id="7" creationId="{C28041A0-3ADC-7840-A3A1-98846888C560}"/>
          </ac:inkMkLst>
        </pc:inkChg>
        <pc:inkChg chg="add">
          <ac:chgData name="Marcos Maillot" userId="fa14b39d-e966-4ebb-a436-4f96f84b9577" providerId="ADAL" clId="{2D40D906-DE93-44E5-B192-09259B1B360B}" dt="2025-12-10T00:10:28.044" v="26" actId="9405"/>
          <ac:inkMkLst>
            <pc:docMk/>
            <pc:sldMk cId="2267865285" sldId="276"/>
            <ac:inkMk id="8" creationId="{D990D051-C66A-C56A-D805-6A98D5B29615}"/>
          </ac:inkMkLst>
        </pc:inkChg>
        <pc:inkChg chg="add">
          <ac:chgData name="Marcos Maillot" userId="fa14b39d-e966-4ebb-a436-4f96f84b9577" providerId="ADAL" clId="{2D40D906-DE93-44E5-B192-09259B1B360B}" dt="2025-12-10T00:10:28.518" v="27" actId="9405"/>
          <ac:inkMkLst>
            <pc:docMk/>
            <pc:sldMk cId="2267865285" sldId="276"/>
            <ac:inkMk id="9" creationId="{2FB19BF3-C66C-1773-B229-E4B3E919EC3B}"/>
          </ac:inkMkLst>
        </pc:inkChg>
        <pc:inkChg chg="add">
          <ac:chgData name="Marcos Maillot" userId="fa14b39d-e966-4ebb-a436-4f96f84b9577" providerId="ADAL" clId="{2D40D906-DE93-44E5-B192-09259B1B360B}" dt="2025-12-10T00:10:28.930" v="28" actId="9405"/>
          <ac:inkMkLst>
            <pc:docMk/>
            <pc:sldMk cId="2267865285" sldId="276"/>
            <ac:inkMk id="10" creationId="{B1104A0E-059A-6EE7-91FA-7B03ECF8F21E}"/>
          </ac:inkMkLst>
        </pc:inkChg>
        <pc:inkChg chg="add">
          <ac:chgData name="Marcos Maillot" userId="fa14b39d-e966-4ebb-a436-4f96f84b9577" providerId="ADAL" clId="{2D40D906-DE93-44E5-B192-09259B1B360B}" dt="2025-12-10T00:10:29.265" v="29" actId="9405"/>
          <ac:inkMkLst>
            <pc:docMk/>
            <pc:sldMk cId="2267865285" sldId="276"/>
            <ac:inkMk id="11" creationId="{4C84ED97-995A-D4FE-3316-69AF034AFDA3}"/>
          </ac:inkMkLst>
        </pc:inkChg>
        <pc:inkChg chg="add mod">
          <ac:chgData name="Marcos Maillot" userId="fa14b39d-e966-4ebb-a436-4f96f84b9577" providerId="ADAL" clId="{2D40D906-DE93-44E5-B192-09259B1B360B}" dt="2025-12-10T00:10:58.864" v="52"/>
          <ac:inkMkLst>
            <pc:docMk/>
            <pc:sldMk cId="2267865285" sldId="276"/>
            <ac:inkMk id="12" creationId="{FD59DE83-F862-91A4-23AB-AA1D989CD129}"/>
          </ac:inkMkLst>
        </pc:inkChg>
        <pc:inkChg chg="add">
          <ac:chgData name="Marcos Maillot" userId="fa14b39d-e966-4ebb-a436-4f96f84b9577" providerId="ADAL" clId="{2D40D906-DE93-44E5-B192-09259B1B360B}" dt="2025-12-10T00:10:30.118" v="31" actId="9405"/>
          <ac:inkMkLst>
            <pc:docMk/>
            <pc:sldMk cId="2267865285" sldId="276"/>
            <ac:inkMk id="13" creationId="{71DC85EF-9DCE-CC19-9121-CB6BCFEEF4CC}"/>
          </ac:inkMkLst>
        </pc:inkChg>
        <pc:inkChg chg="add mod">
          <ac:chgData name="Marcos Maillot" userId="fa14b39d-e966-4ebb-a436-4f96f84b9577" providerId="ADAL" clId="{2D40D906-DE93-44E5-B192-09259B1B360B}" dt="2025-12-10T00:10:32.494" v="35"/>
          <ac:inkMkLst>
            <pc:docMk/>
            <pc:sldMk cId="2267865285" sldId="276"/>
            <ac:inkMk id="14" creationId="{C802AE70-3720-12C4-A2A9-4FCC3BD1056D}"/>
          </ac:inkMkLst>
        </pc:inkChg>
        <pc:inkChg chg="add mod">
          <ac:chgData name="Marcos Maillot" userId="fa14b39d-e966-4ebb-a436-4f96f84b9577" providerId="ADAL" clId="{2D40D906-DE93-44E5-B192-09259B1B360B}" dt="2025-12-10T00:10:32.494" v="35"/>
          <ac:inkMkLst>
            <pc:docMk/>
            <pc:sldMk cId="2267865285" sldId="276"/>
            <ac:inkMk id="15" creationId="{0E990591-09F0-EB7B-9E54-451255DCC0D3}"/>
          </ac:inkMkLst>
        </pc:inkChg>
        <pc:inkChg chg="add mod">
          <ac:chgData name="Marcos Maillot" userId="fa14b39d-e966-4ebb-a436-4f96f84b9577" providerId="ADAL" clId="{2D40D906-DE93-44E5-B192-09259B1B360B}" dt="2025-12-10T00:10:58.864" v="52"/>
          <ac:inkMkLst>
            <pc:docMk/>
            <pc:sldMk cId="2267865285" sldId="276"/>
            <ac:inkMk id="16" creationId="{F336CA2C-2EC9-94F6-C322-9F63C61EB775}"/>
          </ac:inkMkLst>
        </pc:inkChg>
        <pc:inkChg chg="add">
          <ac:chgData name="Marcos Maillot" userId="fa14b39d-e966-4ebb-a436-4f96f84b9577" providerId="ADAL" clId="{2D40D906-DE93-44E5-B192-09259B1B360B}" dt="2025-12-10T00:10:36.928" v="36" actId="9405"/>
          <ac:inkMkLst>
            <pc:docMk/>
            <pc:sldMk cId="2267865285" sldId="276"/>
            <ac:inkMk id="18" creationId="{38AB26BC-324D-34C7-0856-100126DC2C55}"/>
          </ac:inkMkLst>
        </pc:inkChg>
        <pc:inkChg chg="add mod">
          <ac:chgData name="Marcos Maillot" userId="fa14b39d-e966-4ebb-a436-4f96f84b9577" providerId="ADAL" clId="{2D40D906-DE93-44E5-B192-09259B1B360B}" dt="2025-12-10T00:10:58.864" v="52"/>
          <ac:inkMkLst>
            <pc:docMk/>
            <pc:sldMk cId="2267865285" sldId="276"/>
            <ac:inkMk id="19" creationId="{1F31C660-4F88-9EC1-4C36-F71B3A47585F}"/>
          </ac:inkMkLst>
        </pc:inkChg>
        <pc:inkChg chg="add">
          <ac:chgData name="Marcos Maillot" userId="fa14b39d-e966-4ebb-a436-4f96f84b9577" providerId="ADAL" clId="{2D40D906-DE93-44E5-B192-09259B1B360B}" dt="2025-12-10T00:10:48.803" v="38" actId="9405"/>
          <ac:inkMkLst>
            <pc:docMk/>
            <pc:sldMk cId="2267865285" sldId="276"/>
            <ac:inkMk id="20" creationId="{1155DF55-1358-B4BC-6C57-7FD9AE7DF0BB}"/>
          </ac:inkMkLst>
        </pc:inkChg>
        <pc:inkChg chg="add mod">
          <ac:chgData name="Marcos Maillot" userId="fa14b39d-e966-4ebb-a436-4f96f84b9577" providerId="ADAL" clId="{2D40D906-DE93-44E5-B192-09259B1B360B}" dt="2025-12-10T00:10:58.864" v="52"/>
          <ac:inkMkLst>
            <pc:docMk/>
            <pc:sldMk cId="2267865285" sldId="276"/>
            <ac:inkMk id="21" creationId="{A4FEECB5-63FB-2A92-D639-9E18B4AFCCEB}"/>
          </ac:inkMkLst>
        </pc:inkChg>
        <pc:inkChg chg="add">
          <ac:chgData name="Marcos Maillot" userId="fa14b39d-e966-4ebb-a436-4f96f84b9577" providerId="ADAL" clId="{2D40D906-DE93-44E5-B192-09259B1B360B}" dt="2025-12-10T00:10:50.610" v="40" actId="9405"/>
          <ac:inkMkLst>
            <pc:docMk/>
            <pc:sldMk cId="2267865285" sldId="276"/>
            <ac:inkMk id="22" creationId="{CD7C4E47-0DA5-CA07-8587-9265C209C400}"/>
          </ac:inkMkLst>
        </pc:inkChg>
        <pc:inkChg chg="add">
          <ac:chgData name="Marcos Maillot" userId="fa14b39d-e966-4ebb-a436-4f96f84b9577" providerId="ADAL" clId="{2D40D906-DE93-44E5-B192-09259B1B360B}" dt="2025-12-10T00:10:51.376" v="41" actId="9405"/>
          <ac:inkMkLst>
            <pc:docMk/>
            <pc:sldMk cId="2267865285" sldId="276"/>
            <ac:inkMk id="23" creationId="{BE925FE7-BC92-0067-6FE7-7D02C729E10B}"/>
          </ac:inkMkLst>
        </pc:inkChg>
        <pc:inkChg chg="add mod">
          <ac:chgData name="Marcos Maillot" userId="fa14b39d-e966-4ebb-a436-4f96f84b9577" providerId="ADAL" clId="{2D40D906-DE93-44E5-B192-09259B1B360B}" dt="2025-12-10T00:10:58.864" v="52"/>
          <ac:inkMkLst>
            <pc:docMk/>
            <pc:sldMk cId="2267865285" sldId="276"/>
            <ac:inkMk id="24" creationId="{0EDFA997-788C-1A63-C6CC-2D851F67F5F0}"/>
          </ac:inkMkLst>
        </pc:inkChg>
        <pc:inkChg chg="add">
          <ac:chgData name="Marcos Maillot" userId="fa14b39d-e966-4ebb-a436-4f96f84b9577" providerId="ADAL" clId="{2D40D906-DE93-44E5-B192-09259B1B360B}" dt="2025-12-10T00:10:53.097" v="43" actId="9405"/>
          <ac:inkMkLst>
            <pc:docMk/>
            <pc:sldMk cId="2267865285" sldId="276"/>
            <ac:inkMk id="25" creationId="{B4119769-F4B0-1547-259E-201C23E7BD49}"/>
          </ac:inkMkLst>
        </pc:inkChg>
        <pc:inkChg chg="add">
          <ac:chgData name="Marcos Maillot" userId="fa14b39d-e966-4ebb-a436-4f96f84b9577" providerId="ADAL" clId="{2D40D906-DE93-44E5-B192-09259B1B360B}" dt="2025-12-10T00:10:53.949" v="44" actId="9405"/>
          <ac:inkMkLst>
            <pc:docMk/>
            <pc:sldMk cId="2267865285" sldId="276"/>
            <ac:inkMk id="26" creationId="{681D75FB-E03A-38A3-AFB9-E5F35DE9247B}"/>
          </ac:inkMkLst>
        </pc:inkChg>
        <pc:inkChg chg="add">
          <ac:chgData name="Marcos Maillot" userId="fa14b39d-e966-4ebb-a436-4f96f84b9577" providerId="ADAL" clId="{2D40D906-DE93-44E5-B192-09259B1B360B}" dt="2025-12-10T00:10:55.047" v="45" actId="9405"/>
          <ac:inkMkLst>
            <pc:docMk/>
            <pc:sldMk cId="2267865285" sldId="276"/>
            <ac:inkMk id="27" creationId="{2A66EE15-5B96-9A18-B4D7-DD9982D75E48}"/>
          </ac:inkMkLst>
        </pc:inkChg>
        <pc:inkChg chg="add">
          <ac:chgData name="Marcos Maillot" userId="fa14b39d-e966-4ebb-a436-4f96f84b9577" providerId="ADAL" clId="{2D40D906-DE93-44E5-B192-09259B1B360B}" dt="2025-12-10T00:10:55.655" v="46" actId="9405"/>
          <ac:inkMkLst>
            <pc:docMk/>
            <pc:sldMk cId="2267865285" sldId="276"/>
            <ac:inkMk id="28" creationId="{66B1EFD5-4B47-4604-02D8-3650952496B1}"/>
          </ac:inkMkLst>
        </pc:inkChg>
        <pc:inkChg chg="add">
          <ac:chgData name="Marcos Maillot" userId="fa14b39d-e966-4ebb-a436-4f96f84b9577" providerId="ADAL" clId="{2D40D906-DE93-44E5-B192-09259B1B360B}" dt="2025-12-10T00:10:56.171" v="47" actId="9405"/>
          <ac:inkMkLst>
            <pc:docMk/>
            <pc:sldMk cId="2267865285" sldId="276"/>
            <ac:inkMk id="29" creationId="{13DE8BDF-6403-8A05-959C-DFCE5512008D}"/>
          </ac:inkMkLst>
        </pc:inkChg>
        <pc:inkChg chg="add">
          <ac:chgData name="Marcos Maillot" userId="fa14b39d-e966-4ebb-a436-4f96f84b9577" providerId="ADAL" clId="{2D40D906-DE93-44E5-B192-09259B1B360B}" dt="2025-12-10T00:10:56.693" v="48" actId="9405"/>
          <ac:inkMkLst>
            <pc:docMk/>
            <pc:sldMk cId="2267865285" sldId="276"/>
            <ac:inkMk id="30" creationId="{AB7D4EBF-151F-0380-6EDB-B640AFB1E205}"/>
          </ac:inkMkLst>
        </pc:inkChg>
        <pc:inkChg chg="add mod">
          <ac:chgData name="Marcos Maillot" userId="fa14b39d-e966-4ebb-a436-4f96f84b9577" providerId="ADAL" clId="{2D40D906-DE93-44E5-B192-09259B1B360B}" dt="2025-12-10T00:10:58.864" v="52"/>
          <ac:inkMkLst>
            <pc:docMk/>
            <pc:sldMk cId="2267865285" sldId="276"/>
            <ac:inkMk id="31" creationId="{B5106F7A-1F43-E0CF-746D-AA8DF8FB4599}"/>
          </ac:inkMkLst>
        </pc:inkChg>
        <pc:inkChg chg="add">
          <ac:chgData name="Marcos Maillot" userId="fa14b39d-e966-4ebb-a436-4f96f84b9577" providerId="ADAL" clId="{2D40D906-DE93-44E5-B192-09259B1B360B}" dt="2025-12-10T00:10:57.681" v="50" actId="9405"/>
          <ac:inkMkLst>
            <pc:docMk/>
            <pc:sldMk cId="2267865285" sldId="276"/>
            <ac:inkMk id="32" creationId="{3DAB5E60-F554-551B-DC19-5D606D317221}"/>
          </ac:inkMkLst>
        </pc:inkChg>
        <pc:inkChg chg="add mod">
          <ac:chgData name="Marcos Maillot" userId="fa14b39d-e966-4ebb-a436-4f96f84b9577" providerId="ADAL" clId="{2D40D906-DE93-44E5-B192-09259B1B360B}" dt="2025-12-10T00:10:58.864" v="52"/>
          <ac:inkMkLst>
            <pc:docMk/>
            <pc:sldMk cId="2267865285" sldId="276"/>
            <ac:inkMk id="33" creationId="{E80628A2-B896-0C83-4E4D-499C62C015AF}"/>
          </ac:inkMkLst>
        </pc:inkChg>
      </pc:sldChg>
    </pc:docChg>
  </pc:docChgLst>
  <pc:docChgLst>
    <pc:chgData name="Marcos Maillot" userId="fa14b39d-e966-4ebb-a436-4f96f84b9577" providerId="ADAL" clId="{99F65AD9-92E9-4575-800C-7EE4501BE442}"/>
    <pc:docChg chg="modSld">
      <pc:chgData name="Marcos Maillot" userId="fa14b39d-e966-4ebb-a436-4f96f84b9577" providerId="ADAL" clId="{99F65AD9-92E9-4575-800C-7EE4501BE442}" dt="2024-10-17T00:48:56.260" v="3" actId="1076"/>
      <pc:docMkLst>
        <pc:docMk/>
      </pc:docMkLst>
      <pc:sldChg chg="modSp mod">
        <pc:chgData name="Marcos Maillot" userId="fa14b39d-e966-4ebb-a436-4f96f84b9577" providerId="ADAL" clId="{99F65AD9-92E9-4575-800C-7EE4501BE442}" dt="2024-10-17T00:48:56.260" v="3" actId="1076"/>
        <pc:sldMkLst>
          <pc:docMk/>
          <pc:sldMk cId="0" sldId="275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09T22:51:04.23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358 26 28 0 0,'-2'-3'231'0'0,"0"1"1"0"0,0-1-1 0 0,0 1 0 0 0,-1 0 0 0 0,1 0 1 0 0,0 0-1 0 0,-1 0 0 0 0,0 0 0 0 0,-3-2 1 0 0,0 3 3642 0 0,0 2 3295 0 0,5 8-4196 0 0,0 24-2518 0 0,-2 290 6125 0 0,0 0-4214 0 0,20-3-2032 0 0,-3-107 742 0 0,-16 193-1616 0 0,8-105 1206 0 0,2-87 353 0 0,-11 90-1623 0 0,1-1 442 0 0,-3-116 1148 0 0,1 2-906 0 0,6 244-1622 0 0,3-247 2741 0 0,0-15-642 0 0,-8-56-600 0 0,-2-23-84 0 0,-9 150-1038 0 0,-1-80 1726 0 0,3 17 473 0 0,14 89-1232 0 0,-5 87-692 0 0,3-352 918 0 0,-53 688 1156 0 0,-18-182-118 0 0,8-107-2489 0 0,37-225 1318 0 0,17-118 415 0 0,-4 30 208 0 0,-3 27 198 0 0,4-40-253 0 0,8-60-668 0 0,-25-51-30017 0 0,23 28 29933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09T22:51:06.036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0 472 80 0 0,'0'4'249'0'0,"1"-4"-143"0"0,-1-1 0 0 0,0 1 0 0 0,0 0 0 0 0,1 0 0 0 0,-1 0 1 0 0,0-1-1 0 0,1 1 0 0 0,-1 0 0 0 0,0 0 0 0 0,1 0 0 0 0,-1 0 0 0 0,0 0 1 0 0,1 0-1 0 0,-1-1 0 0 0,0 1 0 0 0,1 0 0 0 0,-1 0 0 0 0,0 0 0 0 0,1 0 1 0 0,-1 0-1 0 0,0 0 0 0 0,1 0 0 0 0,-1 0 0 0 0,0 1 0 0 0,1-1 0 0 0,-1 0 1 0 0,0 0-1 0 0,1 0 0 0 0,-1 0 0 0 0,0 0 0 0 0,1 1 0 0 0,-1-1 0 0 0,0 0 1 0 0,0 0-1 0 0,1 0 0 0 0,-1 1 0 0 0,0-1 0 0 0,0 0 0 0 0,1 0 0 0 0,-1 1 1 0 0,0-1-1 0 0,0 0 0 0 0,0 1 0 0 0,1-1 0 0 0,-1 0 0 0 0,0 1 0 0 0,0-1 1 0 0,0 0-1 0 0,0 1 0 0 0,0-1 0 0 0,0 0 0 0 0,0 1 0 0 0,0-1 1 0 0,0 0-1 0 0,0 1 0 0 0,0-1 0 0 0,0 0 0 0 0,0 1 0 0 0,0-1 0 0 0,0 0 1 0 0,0 1-1 0 0,0-1 0 0 0,-1 1 0 0 0,12-6-540 0 0,26-13 1098 0 0,0-3 1 0 0,-2 0-1 0 0,-1-3 0 0 0,0-1 1 0 0,37-35-1 0 0,20-16 422 0 0,-49 46-949 0 0,1 2-1 0 0,2 2 1 0 0,0 2 0 0 0,1 1 0 0 0,2 3 0 0 0,76-22 0 0 0,-100 34 72 0 0,20-5-1507 0 0,-14 10-3510 0 0,-30 3 4162 0 0,-33-14-5316 0 0,25 10 5793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09T22:51:06.393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19 34 160 0 0,'-18'-34'2101'0'0,"29"57"1976"0"0,154 266 1224 0 0,19 33-2319 0 0,-69-104-983 0 0,-4 23-170 0 0,-67-136-3600 0 0,-66-131-10915 0 0,-44-65 9978 0 0,2-2 1665 0 0,40 58 814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09T22:51:07.292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22 432 32 0 0,'-3'2'307'0'0,"1"0"0"0"0,0 0-1 0 0,0 0 1 0 0,0 0 0 0 0,1 0 0 0 0,-1 0 0 0 0,0 1 0 0 0,1-1-1 0 0,0 0 1 0 0,-3 5 0 0 0,10-3 3287 0 0,13-10-1997 0 0,37-24-285 0 0,-1-2 0 0 0,-2-2 0 0 0,63-53 0 0 0,22-14-655 0 0,-104 78-590 0 0,1 2 0 0 0,1 2 0 0 0,65-26 0 0 0,-100 45-309 0 0,0 0-1 0 0,0 0 1 0 0,0 0-1 0 0,0 0 0 0 0,-1 0 1 0 0,1-1-1 0 0,0 1 0 0 0,0 0 1 0 0,0 0-1 0 0,0-1 1 0 0,0 1-1 0 0,-1-1 0 0 0,1 1 1 0 0,0-1-1 0 0,0 1 0 0 0,-1-1 1 0 0,1 1-1 0 0,0-1 1 0 0,-1 0-1 0 0,1 1 0 0 0,-1-1 1 0 0,1 0-1 0 0,-1 1 1 0 0,1-1-1 0 0,-1 0 0 0 0,1 0 1 0 0,-1 0-1 0 0,0 1 0 0 0,1-1 1 0 0,-1 0-1 0 0,0 0 1 0 0,0 0-1 0 0,0 0 0 0 0,1 0 1 0 0,-1 0-1 0 0,0-1 1 0 0,-24-22-6178 0 0,10 12 7292 0 0,6 4-1059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09T22:51:07.527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16 4 104 0 0,'-1'0'92'0'0,"1"-1"0"0"0,0 1 0 0 0,-1 0 1 0 0,1 0-1 0 0,0-1 0 0 0,-1 1 0 0 0,1 0 0 0 0,0 0 0 0 0,-1-1 0 0 0,1 1 1 0 0,-1 0-1 0 0,1 0 0 0 0,0 0 0 0 0,-1-1 0 0 0,1 1 0 0 0,-1 0 0 0 0,1 0 0 0 0,-1 0 1 0 0,1 0-1 0 0,-1 0 0 0 0,1 0 0 0 0,0 0 0 0 0,-1 0 0 0 0,1 0 0 0 0,-1 0 1 0 0,1 1-1 0 0,-1-1 0 0 0,1 0 0 0 0,0 0 0 0 0,-1 0 0 0 0,1 0 0 0 0,-1 1 1 0 0,1-1-1 0 0,0 0 0 0 0,-1 0 0 0 0,1 1 0 0 0,0 17 1600 0 0,17 33-565 0 0,-14-45-830 0 0,24 52 859 0 0,3-1-1 0 0,3-1 1 0 0,58 76 0 0 0,-16-24-320 0 0,-1 15-1510 0 0,-66-107-280 0 0,0 1 0 0 0,-2 0 0 0 0,1 1 0 0 0,-2-1 0 0 0,6 32 1 0 0,-11-45 713 0 0,0 0 1 0 0,0 0-1 0 0,0-1 1 0 0,-1 1-1 0 0,1 0 1 0 0,-1 0-1 0 0,0-1 1 0 0,0 1-1 0 0,0-1 1 0 0,0 1-1 0 0,-1-1 1 0 0,1 1-1 0 0,-1-1 1 0 0,0 0-1 0 0,-3 5 1 0 0,-1-1-3 0 0,1-1 0 0 0,-1 1 1 0 0,-1-1-1 0 0,1 0 0 0 0,-12 8 0 0 0,1-3 6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09T22:51:08.316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1289 100 0 0,'14'0'3326'0'0,"4"0"833"0"0,-1-7-3180 0 0,2-5-203 0 0,0-2-1 0 0,-1 0 1 0 0,0-1 0 0 0,-1-1-1 0 0,28-33 1 0 0,-1 2 197 0 0,364-410 3162 0 0,81-78-3155 0 0,-488 534-1019 0 0,33-31-144 0 0,40-28 0 0 0,-25 31-4921 0 0,-58 36-5937 0 0,-26 13 9244 0 0,12-14 1236 0 0,9-4 339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09T22:51:08.59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28 4 72 0 0,'-1'-1'167'0'0,"0"1"-1"0"0,0 0 1 0 0,0-1-1 0 0,0 1 1 0 0,0 0 0 0 0,0-1-1 0 0,0 1 1 0 0,0 0-1 0 0,0 0 1 0 0,0 0-1 0 0,0 0 1 0 0,0 0 0 0 0,0 0-1 0 0,0 0 1 0 0,0 0-1 0 0,0 0 1 0 0,0 1 0 0 0,0-1-1 0 0,0 0 1 0 0,0 1-1 0 0,0-1 1 0 0,0 0 0 0 0,-2 2-1 0 0,3-1-66 0 0,0 0-1 0 0,-1 0 0 0 0,1 0 1 0 0,0 0-1 0 0,0 0 1 0 0,-1 0-1 0 0,1 0 0 0 0,0 0 1 0 0,0 0-1 0 0,0 0 1 0 0,0 0-1 0 0,0 0 0 0 0,0 0 1 0 0,1 0-1 0 0,-1-1 1 0 0,0 1-1 0 0,0 0 0 0 0,1 0 1 0 0,0 2-1 0 0,33 57 1283 0 0,-25-47-808 0 0,290 411 7193 0 0,-52-83-6350 0 0,-231-316-1497 0 0,26 41-1272 0 0,-19-20-3117 0 0,-23-46 4353 0 0,1 0-1 0 0,-1 1 1 0 0,0-1-1 0 0,0 0 1 0 0,0 1-1 0 0,1-1 1 0 0,-1 0-1 0 0,0 1 1 0 0,0-1-1 0 0,0 0 1 0 0,0 1 0 0 0,0-1-1 0 0,0 1 1 0 0,0-1-1 0 0,0 0 1 0 0,0 1-1 0 0,0-1 1 0 0,0 1-1 0 0,0-1 1 0 0,0 0-1 0 0,0 1 1 0 0,0-1-1 0 0,0 0 1 0 0,-1 1 0 0 0,1-1-1 0 0,0 0 1 0 0,0 1-1 0 0,0-1 1 0 0,-1 0-1 0 0,1 1 1 0 0,0-1-1 0 0,0 0 1 0 0,-1 1-1 0 0,1-1 1 0 0,0 0-1 0 0,-1 0 1 0 0,1 1 0 0 0,0-1-1 0 0,0 0 1 0 0,-1 0-1 0 0,-20 1-2415 0 0,-23-14 669 0 0,43 13 1768 0 0,-102-39-1512 0 0,71 25 1362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09T22:51:09.250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0 927 100 0 0,'6'-2'3130'0'0,"6"-14"29"0"0,5-11-910 0 0,27-43 187 0 0,101-122 0 0 0,-96 131-1607 0 0,42-57 384 0 0,-30 36-614 0 0,3 3 1 0 0,139-132 0 0 0,-188 199-512 0 0,0 0-1 0 0,25-13 1 0 0,1 8-1299 0 0,-38 16 829 0 0,-1 1 1 0 0,0-1 0 0 0,1 1 0 0 0,-1 0 0 0 0,1 0 0 0 0,-1 0 0 0 0,1 0-1 0 0,-1 0 1 0 0,1 0 0 0 0,-1 1 0 0 0,0-1 0 0 0,5 2 0 0 0,-6-1 193 0 0,0-1-1 0 0,0 1 1 0 0,-1-1 0 0 0,1 1 0 0 0,0-1 0 0 0,0 1 0 0 0,-1 0-1 0 0,1-1 1 0 0,-1 1 0 0 0,1 0 0 0 0,-1 0 0 0 0,1-1 0 0 0,-1 1 0 0 0,1 0-1 0 0,-1 0 1 0 0,0 0 0 0 0,1 0 0 0 0,-1 0 0 0 0,0-1 0 0 0,0 1-1 0 0,0 0 1 0 0,1 0 0 0 0,-1 0 0 0 0,0 0 0 0 0,0 0 0 0 0,0 0 0 0 0,-1 0-1 0 0,1 0 1 0 0,0 0 0 0 0,0 0 0 0 0,0-1 0 0 0,-1 1 0 0 0,1 0-1 0 0,0 0 1 0 0,-1 0 0 0 0,1 0 0 0 0,-1-1 0 0 0,1 1 0 0 0,-1 0 0 0 0,1 0-1 0 0,-1-1 1 0 0,0 1 0 0 0,1 0 0 0 0,-1-1 0 0 0,0 1 0 0 0,1-1 0 0 0,-2 1-1 0 0,-33 29-1757 0 0,23-24 1815 0 0,-2 0 548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09T22:51:09.607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4 0 44 0 0,'-1'1'88'0'0,"1"0"0"0"0,0-1 1 0 0,-1 1-1 0 0,1 0 0 0 0,0 0 0 0 0,-1-1 1 0 0,1 1-1 0 0,0 0 0 0 0,0 0 0 0 0,0 0 1 0 0,0 0-1 0 0,0-1 0 0 0,0 1 0 0 0,0 0 1 0 0,0 0-1 0 0,0 0 0 0 0,0 0 0 0 0,0-1 1 0 0,1 1-1 0 0,-1 0 0 0 0,0 0 0 0 0,1 0 1 0 0,-1-1-1 0 0,0 1 0 0 0,1 0 0 0 0,0 0 1 0 0,15 26 1492 0 0,-9-16-713 0 0,112 210 4299 0 0,-35-60-1038 0 0,159 230 1 0 0,-128-227-2432 0 0,-115-164-1754 0 0,0 0 0 0 0,0 0 0 0 0,1 0-1 0 0,-1 0 1 0 0,0 0 0 0 0,0 0 0 0 0,0 0-1 0 0,1 1 1 0 0,-1-1 0 0 0,0 0-1 0 0,0 0 1 0 0,0 0 0 0 0,0 1 0 0 0,1-1-1 0 0,-1 0 1 0 0,0 0 0 0 0,0 0 0 0 0,0 1-1 0 0,0-1 1 0 0,0 0 0 0 0,0 0-1 0 0,0 1 1 0 0,1-1 0 0 0,-1 0 0 0 0,0 0-1 0 0,0 1 1 0 0,0-1 0 0 0,0 0 0 0 0,0 0-1 0 0,0 1 1 0 0,0-1 0 0 0,0 0-1 0 0,0 0 1 0 0,-1 1 0 0 0,1-1 0 0 0,0 0-1 0 0,0 0 1 0 0,0 1 0 0 0,0-1-1 0 0,0 0 1 0 0,0 0 0 0 0,0 0 0 0 0,-1 1-1 0 0,1-1 1 0 0,0 0 0 0 0,0 0 0 0 0,0 0-1 0 0,0 1 1 0 0,-1-1 0 0 0,1 0-1 0 0,0 0 1 0 0,0 0 0 0 0,-18-5-6521 0 0,-8-8-1051 0 0,16 6 5548 0 0,-5-5 1573 0 0,6 5 305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09T22:51:10.871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28 76 0 0,'7'-1'223'0'0,"1"0"0"0"0,-1 0 0 0 0,0 0 0 0 0,0-1 0 0 0,0 0 0 0 0,7-4-1 0 0,-10 4-169 0 0,-1 0 0 0 0,1 0-1 0 0,0 1 1 0 0,-1-1-1 0 0,1 1 1 0 0,0 0-1 0 0,0 0 1 0 0,0 0-1 0 0,-1 1 1 0 0,1 0-1 0 0,0-1 1 0 0,0 1 0 0 0,0 1-1 0 0,0-1 1 0 0,0 0-1 0 0,0 1 1 0 0,0 0-1 0 0,0 0 1 0 0,-1 0-1 0 0,1 0 1 0 0,0 1-1 0 0,4 2 1 0 0,46 35-2586 0 0,-51-38 2365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09T22:51:12.411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50 3060 132 0 0,'-1'1'190'0'0,"0"-1"1"0"0,0 1-1 0 0,0-1 1 0 0,0 1-1 0 0,-1-1 1 0 0,1 1-1 0 0,0-1 1 0 0,0 0-1 0 0,0 1 1 0 0,-1-1-1 0 0,1 0 1 0 0,0 0-1 0 0,0 0 1 0 0,-1 0-1 0 0,1 0 1 0 0,0 0-1 0 0,0-1 0 0 0,-1 1 1 0 0,1 0-1 0 0,-2-1 1 0 0,2 0-101 0 0,0-1 0 0 0,-1 1 0 0 0,1-1 0 0 0,0 1 0 0 0,0-1 0 0 0,0 0 0 0 0,0 1 0 0 0,0-1 0 0 0,1 0 0 0 0,-1 1 0 0 0,1-1 0 0 0,-1 0 0 0 0,1 0 0 0 0,-1 0 0 0 0,1-2 1 0 0,-4-24 146 0 0,1 0 1 0 0,1 0 0 0 0,1 0 0 0 0,2-1 0 0 0,6-42 0 0 0,36-141-134 0 0,-36 183-52 0 0,12-54 247 0 0,3 1-1 0 0,5 1 1 0 0,3 1 0 0 0,53-102-1 0 0,-80 176-287 0 0,0 0-1 0 0,1 0 0 0 0,0 1 0 0 0,0-1 0 0 0,1 1 0 0 0,0 0 1 0 0,-1 0-1 0 0,2 0 0 0 0,-1 1 0 0 0,0-1 0 0 0,1 1 1 0 0,0 1-1 0 0,0-1 0 0 0,9-3 0 0 0,0 2 16 0 0,0 1 0 0 0,0 1-1 0 0,1 0 1 0 0,-1 1 0 0 0,20 0 0 0 0,-19 1-38 0 0,-1-1-1 0 0,1-1 1 0 0,-1 0 0 0 0,0-2 0 0 0,0 1-1 0 0,0-2 1 0 0,0 0 0 0 0,-1-1 0 0 0,22-13-1 0 0,-16 7 5 0 0,-1-2-1 0 0,0-1 0 0 0,0 0 0 0 0,-2-1 1 0 0,24-29-1 0 0,2-15 125 0 0,-2-2 1 0 0,65-135-1 0 0,-101 187-87 0 0,75-166 158 0 0,-43 91-430 0 0,89-153 0 0 0,-121 232 210 0 0,-1 0 0 0 0,1 1 0 0 0,0-1 0 0 0,1 1 0 0 0,0 0 0 0 0,0 1 0 0 0,0-1 0 0 0,0 1 0 0 0,1 0 0 0 0,0 1 0 0 0,0 0 0 0 0,11-5 0 0 0,-9 6 9 0 0,1 0-1 0 0,0 1 1 0 0,-1 0 0 0 0,1 1 0 0 0,0 0 0 0 0,0 1 0 0 0,0-1-1 0 0,-1 2 1 0 0,20 2 0 0 0,0 2 6 0 0,36 4 66 0 0,95 3-1 0 0,-137-12 9 0 0,1-2 0 0 0,-1 0 0 0 0,0-1 0 0 0,0-2 0 0 0,0 0-1 0 0,-1-2 1 0 0,38-15 0 0 0,-5-7 210 0 0,-1-2-1 0 0,-2-3 0 0 0,81-68 1 0 0,-77 56-140 0 0,2 4 1 0 0,84-48 0 0 0,-35 41 260 0 0,2 4 0 0 0,164-42 0 0 0,-46 16 341 0 0,-196 60-1042 0 0,45-24-1 0 0,-45 18-1495 0 0,0-2 0 0 0,-2-1 0 0 0,0-2 0 0 0,-2-1 0 0 0,37-37 0 0 0,-52 48 1503 0 0,0 1 66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09T22:51:12.878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4 122 144 0 0,'-1'-24'407'0'0,"0"16"31"0"0,0 1-1 0 0,1 0 0 0 0,0-1 1 0 0,0 1-1 0 0,0-1 0 0 0,1 1 1 0 0,1 0-1 0 0,-1 0 0 0 0,1-1 1 0 0,0 1-1 0 0,4-9 0 0 0,-5 16-367 0 0,0 1-1 0 0,0-1 0 0 0,0 1 1 0 0,-1-1-1 0 0,1 1 1 0 0,0-1-1 0 0,-1 1 1 0 0,1 0-1 0 0,0-1 0 0 0,-1 1 1 0 0,1 0-1 0 0,-1 0 1 0 0,1-1-1 0 0,-1 1 0 0 0,1 0 1 0 0,-1 0-1 0 0,1 0 1 0 0,-1 0-1 0 0,0 0 1 0 0,0 0-1 0 0,1-1 0 0 0,-1 1 1 0 0,0 2-1 0 0,10 26 495 0 0,9 45 872 0 0,-3 2 0 0 0,7 92 0 0 0,-3 158 1354 0 0,-13-185-1750 0 0,2 574 3987 0 0,-9-705-5364 0 0,-6 61 853 0 0,-3-37-1857 0 0,-8-8-3597 0 0,17-26 4785 0 0,-1 0 0 0 0,1 0 0 0 0,0 1 0 0 0,0-1 0 0 0,0 0 0 0 0,0 0 0 0 0,-1 0 0 0 0,1 0 0 0 0,0 1 0 0 0,0-1 0 0 0,0 0 0 0 0,-1 0 0 0 0,1 0 0 0 0,0 0 0 0 0,0 0 0 0 0,-1 0 0 0 0,1 0 0 0 0,0 0 0 0 0,0 0 0 0 0,-1 0 0 0 0,1 1 0 0 0,0-1 0 0 0,0 0 0 0 0,-1-1 0 0 0,1 1 0 0 0,0 0 0 0 0,0 0 0 0 0,0 0 0 0 0,-1 0 0 0 0,1 0 0 0 0,0 0 0 0 0,0 0 0 0 0,-1 0 0 0 0,1 0 0 0 0,0 0 0 0 0,0 0 0 0 0,0-1 0 0 0,-1 1 0 0 0,1 0 0 0 0,0 0 0 0 0,0 0 0 0 0,0 0 0 0 0,-1-1 0 0 0,1 1 0 0 0,-4-15-3117 0 0,2-17 823 0 0,18-60 308 0 0,-11 68 1918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09T22:51:13.204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54 52 0 0,'4'-10'260'0'0,"-2"5"108"0"0,0 1 0 0 0,0-1 0 0 0,0 1 0 0 0,0-1 0 0 0,1 1 0 0 0,-1 0 0 0 0,8-8 3031 0 0,3 52 916 0 0,42 216 1135 0 0,-45-178-4576 0 0,-4 0 0 0 0,-7 158 0 0 0,-6-163-392 0 0,0-4-1368 0 0,5-23-4083 0 0,11-96-6023 0 0,11-24 9080 0 0,-13 53 1647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09T22:51:13.477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28 12 0 0,'1'0'-34'0'0,"14"-16"-501"0"0,3 4 4460 0 0,-6 19 582 0 0,-1 18-1883 0 0,17 85 1248 0 0,-21-77-3567 0 0,1-1-1 0 0,24 61 1 0 0,-27-84-262 0 0,1 0 1 0 0,0-1 0 0 0,0 0-1 0 0,1 0 1 0 0,0-1-1 0 0,0 0 1 0 0,1 0 0 0 0,0-1-1 0 0,0 0 1 0 0,14 8 0 0 0,-13-9-169 0 0,-1 1 1 0 0,0 0 0 0 0,0 0-1 0 0,0 0 1 0 0,0 1 0 0 0,-1 0 0 0 0,0 1-1 0 0,-1-1 1 0 0,0 1 0 0 0,0 1 0 0 0,6 11-1 0 0,-8-10-885 0 0,0 0 1 0 0,-1 0-1 0 0,0 0 0 0 0,0 0 0 0 0,-2 1 0 0 0,1-1 0 0 0,-1 1 0 0 0,-1-1 1 0 0,1 1-1 0 0,-3 11 0 0 0,1-12 593 0 0,-1 0 1 0 0,0 0-1 0 0,-1-1 1 0 0,0 1-1 0 0,-1 0 1 0 0,-7 12-1 0 0,3-7 192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0T00:10:28.042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104 146 92 0 0,'-1'2'344'0'0,"-1"0"1"0"0,1 0-1 0 0,0 0 1 0 0,-1 0-1 0 0,1 0 0 0 0,-1 0 1 0 0,0-1-1 0 0,1 1 0 0 0,-1 0 1 0 0,0-1-1 0 0,0 1 0 0 0,0-1 1 0 0,0 0-1 0 0,0 0 1 0 0,-1 0-1 0 0,1 0 0 0 0,0 0 1 0 0,-1 0-1 0 0,1 0 0 0 0,0-1 1 0 0,-1 1-1 0 0,1-1 1 0 0,0 0-1 0 0,-1 0 0 0 0,1 0 1 0 0,-5 0-1 0 0,5 0-30 0 0,0-1 0 0 0,-1 1 0 0 0,1 0 0 0 0,0-1 1 0 0,0 1-1 0 0,0-1 0 0 0,0 0 0 0 0,0 0 0 0 0,0 0 0 0 0,0 0 0 0 0,0 0 0 0 0,0 0 0 0 0,0 0 0 0 0,0-1 1 0 0,1 1-1 0 0,-3-3 0 0 0,3 2-341 0 0,0 1 0 0 0,0-1 0 0 0,0 1 1 0 0,0-1-1 0 0,0 1 0 0 0,0-1 0 0 0,1 0 0 0 0,-1 0 1 0 0,1 1-1 0 0,-1-1 0 0 0,1 0 0 0 0,0 0 1 0 0,0 0-1 0 0,0-1 0 0 0,-1 0 11 0 0,1 0 1 0 0,0 0 0 0 0,0 1-1 0 0,1-1 1 0 0,-1 0-1 0 0,1 1 1 0 0,-1-1-1 0 0,1 0 1 0 0,0 1-1 0 0,0-1 1 0 0,0 1-1 0 0,0-1 1 0 0,0 1-1 0 0,1-1 1 0 0,-1 1-1 0 0,1 0 1 0 0,0 0-1 0 0,-1 0 1 0 0,1 0-1 0 0,0 0 1 0 0,4-3-1 0 0,-2 3 1 0 0,0 0-1 0 0,-1 1 1 0 0,1-1 0 0 0,0 1-1 0 0,0 0 1 0 0,0 0-1 0 0,0 0 1 0 0,0 1-1 0 0,0-1 1 0 0,0 1 0 0 0,0 0-1 0 0,0 0 1 0 0,6 2-1 0 0,-1-1 44 0 0,0 1-1 0 0,0 0 1 0 0,0 0-1 0 0,0 1 0 0 0,-1 0 1 0 0,1 1-1 0 0,-1 0 0 0 0,0 0 1 0 0,0 1-1 0 0,0 0 1 0 0,0 1-1 0 0,9 8 0 0 0,-16-13 105 0 0,0 0 0 0 0,0 0 1 0 0,0 0-1 0 0,0 1 0 0 0,0-1 0 0 0,0 0 0 0 0,-1 0 0 0 0,1 0 0 0 0,0 1 0 0 0,-1-1 0 0 0,1 0 0 0 0,-1 0 0 0 0,1 1 1 0 0,-1-1-1 0 0,0 1 0 0 0,0 0 0 0 0,0-1 31 0 0,0-1 0 0 0,0 1 0 0 0,0-1 0 0 0,0 1 1 0 0,-1 0-1 0 0,1-1 0 0 0,0 1 0 0 0,-1-1 0 0 0,1 0 0 0 0,0 1 0 0 0,-1-1 0 0 0,1 1 1 0 0,-1-1-1 0 0,1 0 0 0 0,0 1 0 0 0,-1-1 0 0 0,1 0 0 0 0,-1 1 0 0 0,1-1 1 0 0,-1 0-1 0 0,1 1 0 0 0,-1-1 0 0 0,0 0 0 0 0,1 0 0 0 0,-2 0 0 0 0,-26 2 3387 0 0,9-4-4489 0 0,16 2 663 0 0,0 0 0 0 0,0-1 0 0 0,0 0 0 0 0,0 0 0 0 0,0 0 0 0 0,0 0 0 0 0,0 0 0 0 0,1-1 0 0 0,-1 1 0 0 0,-4-4 0 0 0,5 3-331 0 0,0 1 1 0 0,0-1 0 0 0,0-1-1 0 0,1 1 1 0 0,-1 0-1 0 0,0 0 1 0 0,1-1-1 0 0,0 1 1 0 0,-1-1-1 0 0,1 1 1 0 0,0-1-1 0 0,0 1 1 0 0,1-1 0 0 0,-1 0-1 0 0,0 1 1 0 0,1-4-1 0 0,-1 1-385 0 0,1 0 0 0 0,0-1-1 0 0,0 1 1 0 0,1 0 0 0 0,0 0 0 0 0,0 0 0 0 0,0 0-1 0 0,3-8 1 0 0,13-18 408 0 0,-8 20 283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0T00:10:36.9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5772 34 0 0,'15'-18'4688'0'0,"10"-32"16018"0"0,-21 40-19920 0 0,135-277-4808 0 0,-85 181 3036 0 0,39-71-12480 0 0,6 3 8633 0 0,135-265 4729 0 0,-150 253 32 0 0,44-93 4169 0 0,-34 98 7768 0 0,-27 57-4871 0 0,-2-2-6842 0 0,10-25-6497 0 0,32-80-10118 0 0,-64 141 16483 0 0,73-113 6840 0 0,-71 129-7855 0 0,-2-1-5045 0 0,37-67 5450 0 0,111-189 7725 0 0,-87 166-13843 0 0,65-73 8191 0 0,-119 169-2020 0 0,322-415 750 0 0,-290 384 3299 0 0,58-62-8630 0 0,-79 95 6481 0 0,172-149 2375 0 0,-137 131-3244 0 0,-4-4-3820 0 0,-59 55 3347 0 0,2 1 0 0 0,1 2-1 0 0,1 1 1 0 0,65-39-1 0 0,159-53-361 0 0,-213 102 1282 0 0,279-105-2086 0 0,-126 62 1422 0 0,-63 31 3790 0 0,-7 9-8027 0 0,175-10 3758 0 0,-179 28 3460 0 0,168-3 11273 0 0,-205 7-14652 0 0,1 1-4978 0 0,41-2-2763 0 0,0-3 3968 0 0,34 0 2982 0 0,-54 3 2794 0 0,162 19 0 0 0,-75 9 4523 0 0,0 3-5341 0 0,-1 4-4330 0 0,-1 4-3321 0 0,554 124 6905 0 0,-588-130 345 0 0,-3 7 0 0 0,239 90 0 0 0,-346-105 3099 0 0,72 45 0 0 0,125 103-1008 0 0,-29-19 3101 0 0,-86-65-6907 0 0,56 55-11155 0 0,-55-33 8029 0 0,195 123 4696 0 0,-328-230-534 0 0,247 170 341 0 0,127 85-283 0 0,-311-213-39 0 0,-2 3 0 0 0,-2 4 1 0 0,56 58-1 0 0,-103-94 89 0 0,2 2-215 0 0,-1 0-1 0 0,17 24 1 0 0,-30-37-139 0 0,-1-1 1 0 0,1 1 0 0 0,-1 0 0 0 0,0 0-1 0 0,0 0 1 0 0,0 0 0 0 0,0 0 0 0 0,-1 0-1 0 0,0 0 1 0 0,1 0 0 0 0,-2 1 0 0 0,1-1 0 0 0,0 1-1 0 0,-1-1 1 0 0,0 0 0 0 0,0 1 0 0 0,0-1-1 0 0,-2 8 1 0 0,1-10 227 0 0,-1 1 0 0 0,1-1 0 0 0,-1 0 0 0 0,1 0 0 0 0,-1 0 0 0 0,0 0 0 0 0,0 0 0 0 0,0 0 0 0 0,0 0-1 0 0,0-1 1 0 0,0 1 0 0 0,0-1 0 0 0,-1 1 0 0 0,1-1 0 0 0,0 0 0 0 0,-1 0 0 0 0,1 0 0 0 0,-4 1 0 0 0,-6 1-94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0T00:10:25.021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57 227 112 0 0,'0'0'92'0'0,"-1"1"1"0"0,0-1-1 0 0,0 0 0 0 0,0 0 0 0 0,0 0 1 0 0,0 0-1 0 0,1 0 0 0 0,-1 0 0 0 0,0 0 1 0 0,0-1-1 0 0,0 1 0 0 0,0 0 0 0 0,1 0 1 0 0,-1-1-1 0 0,0 1 0 0 0,0 0 0 0 0,1-1 1 0 0,-1 1-1 0 0,0-1 0 0 0,0 1 0 0 0,1-1 1 0 0,-1 1-1 0 0,0-1 0 0 0,1 1 0 0 0,-1-1 1 0 0,1 0-1 0 0,-1 1 0 0 0,1-1 0 0 0,-1 0 1 0 0,1 0-1 0 0,0 1 0 0 0,-1-1 0 0 0,1 0 1 0 0,0 0-1 0 0,-1 0 0 0 0,1 1 0 0 0,0-1 1 0 0,0 0-1 0 0,0 0 0 0 0,0 0 0 0 0,0 0 1 0 0,0 1-1 0 0,0-1 0 0 0,0 0 1 0 0,0 0-1 0 0,0 0 0 0 0,0 0 0 0 0,1 0 1 0 0,-1 1-1 0 0,0-1 0 0 0,1 0 0 0 0,-1 0 1 0 0,0 1-1 0 0,1-1 0 0 0,-1 0 0 0 0,1 0 1 0 0,-1 1-1 0 0,1-1 0 0 0,-1 1 0 0 0,1-1 1 0 0,1-1-1 0 0,-1 2-68 0 0,0 0 0 0 0,0 0 1 0 0,-1-1-1 0 0,1 1 0 0 0,0 0 1 0 0,0 0-1 0 0,0 0 0 0 0,0 0 0 0 0,0 0 1 0 0,-1 0-1 0 0,1 0 0 0 0,0 1 1 0 0,0-1-1 0 0,0 0 0 0 0,0 0 0 0 0,-1 1 1 0 0,1-1-1 0 0,0 0 0 0 0,0 1 0 0 0,-1-1 1 0 0,1 1-1 0 0,0-1 0 0 0,0 1 1 0 0,-1-1-1 0 0,1 1 0 0 0,-1 0 0 0 0,1-1 1 0 0,0 1-1 0 0,-1 0 0 0 0,1-1 1 0 0,0 2-1 0 0,13 22 3992 0 0,-42-46-2059 0 0,-11-32-1891 0 0,37 52-89 0 0,1 1 0 0 0,0-1 0 0 0,0 0 0 0 0,0 0 1 0 0,0 0-1 0 0,0 0 0 0 0,0 0 0 0 0,0 0 0 0 0,1 0 0 0 0,-1 0 0 0 0,1 0 1 0 0,-1 0-1 0 0,1 0 0 0 0,0 0 0 0 0,0 0 0 0 0,0-1 0 0 0,0 1 0 0 0,0 0 1 0 0,1 0-1 0 0,-1 0 0 0 0,0 0 0 0 0,1 0 0 0 0,0 0 0 0 0,-1 0 1 0 0,1 0-1 0 0,0 0 0 0 0,0 0 0 0 0,2-2 0 0 0,0 2 15 0 0,0 0-1 0 0,1 1 0 0 0,-1-1 1 0 0,0 1-1 0 0,1 0 1 0 0,0 0-1 0 0,-1 0 1 0 0,1 0-1 0 0,0 1 0 0 0,-1 0 1 0 0,1-1-1 0 0,0 1 1 0 0,-1 0-1 0 0,1 1 1 0 0,0-1-1 0 0,0 1 0 0 0,4 1 1 0 0,-1-1 43 0 0,-1 1 0 0 0,1 0-1 0 0,-1 0 1 0 0,1 0 0 0 0,-1 1 0 0 0,0-1 0 0 0,0 2 0 0 0,10 6-1 0 0,-17-28-9642 0 0,0-38 8176 0 0,2 38 593 0 0,-1 1 610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0T00:10:25.593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48 225 744 0 0,'-3'1'5526'0'0,"3"-1"-5398"0"0,-8-19 1501 0 0,6 13-1613 0 0,0-1 0 0 0,1 0 0 0 0,0 0 0 0 0,0 0 0 0 0,0-10 0 0 0,1 12-29 0 0,1 0-1 0 0,-1 1 0 0 0,1-1 0 0 0,1 0 0 0 0,-1 1 0 0 0,1-1 1 0 0,-1 1-1 0 0,1 0 0 0 0,0-1 0 0 0,1 1 0 0 0,-1 0 1 0 0,5-5-1 0 0,-7 8 5 0 0,1 1 0 0 0,0-1 1 0 0,0 0-1 0 0,0 0 1 0 0,0 1-1 0 0,0-1 0 0 0,0 0 1 0 0,0 1-1 0 0,1-1 1 0 0,-1 1-1 0 0,0-1 0 0 0,0 1 1 0 0,0 0-1 0 0,0 0 0 0 0,1-1 1 0 0,-1 1-1 0 0,0 0 1 0 0,0 0-1 0 0,3 0 0 0 0,-2 1 7 0 0,1 0 0 0 0,-1 0-1 0 0,0-1 1 0 0,1 2 0 0 0,-1-1-1 0 0,0 0 1 0 0,0 0 0 0 0,0 1-1 0 0,0-1 1 0 0,0 1 0 0 0,0-1-1 0 0,0 1 1 0 0,2 3 0 0 0,-1 0 75 0 0,1 0 1 0 0,-1 0-1 0 0,0 1 1 0 0,0-1-1 0 0,-1 1 1 0 0,0 0 0 0 0,0 0-1 0 0,0 0 1 0 0,-1 0-1 0 0,1 7 1 0 0,-1-12-18 0 0,-1 1 0 0 0,1-1 0 0 0,-1 1 0 0 0,0-1 0 0 0,1 1 0 0 0,-1 0 0 0 0,0-1 0 0 0,0 1 0 0 0,0 0 0 0 0,0-1 0 0 0,-1 1 0 0 0,1 0 0 0 0,0-1 0 0 0,-1 1 0 0 0,1-1 0 0 0,-1 1-1 0 0,1-1 1 0 0,-1 1 0 0 0,0-1 0 0 0,0 1 0 0 0,0-1 0 0 0,0 1 0 0 0,0-1 0 0 0,0 0 0 0 0,0 0 0 0 0,0 0 0 0 0,0 1 0 0 0,-1-1 0 0 0,1 0 0 0 0,0 0 0 0 0,-1-1 0 0 0,1 1 0 0 0,0 0 0 0 0,-1 0 0 0 0,0-1 0 0 0,1 1 0 0 0,-1-1 0 0 0,1 1 0 0 0,-1-1 0 0 0,1 0 0 0 0,-1 1 0 0 0,-2-1 0 0 0,-1-1 9 0 0,0 0 1 0 0,0-1-1 0 0,0 1 1 0 0,1-1-1 0 0,-1 0 1 0 0,0 0-1 0 0,1-1 1 0 0,-1 1-1 0 0,1-1 1 0 0,0 0-1 0 0,0 0 1 0 0,0 0-1 0 0,1-1 1 0 0,-1 0-1 0 0,1 1 1 0 0,-1-1-1 0 0,-3-7 1 0 0,5 9-88 0 0,0 0 1 0 0,0-1-1 0 0,0 0 1 0 0,0 1 0 0 0,1-1-1 0 0,-1 0 1 0 0,1 0-1 0 0,0 0 1 0 0,0 0 0 0 0,0 0-1 0 0,0 0 1 0 0,0 0-1 0 0,0 0 1 0 0,1 0 0 0 0,0 0-1 0 0,0 0 1 0 0,0 0-1 0 0,0-1 1 0 0,0 1 0 0 0,0 0-1 0 0,1 0 1 0 0,0 0-1 0 0,-1 0 1 0 0,1 0 0 0 0,0 0-1 0 0,1 0 1 0 0,-1 0-1 0 0,3-5 1 0 0,-1 6-7 0 0,0-1 0 0 0,0 1 1 0 0,1 0-1 0 0,-1 1 0 0 0,0-1 0 0 0,0 0 0 0 0,1 1 1 0 0,-1 0-1 0 0,1 0 0 0 0,0 0 0 0 0,-1 0 1 0 0,1 0-1 0 0,0 1 0 0 0,-1 0 0 0 0,1 0 0 0 0,0 0 1 0 0,5 1-1 0 0,-6-1-7 0 0,-2 0 21 0 0,-1-2-713 0 0,1 0 149 0 0,-1 0 0 0 0,1 0 0 0 0,0 0 0 0 0,-1 0 0 0 0,1 1 1 0 0,0-1-1 0 0,0 0 0 0 0,0 1 0 0 0,1-1 0 0 0,-1 1 1 0 0,2-3-1 0 0,32-27-2337 0 0,-26 26 2631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0T00:10:26.099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29 68 92 0 0,'0'0'3122'0'0,"-26"-25"1916"0"0,26 23-5020 0 0,-1 1 0 0 0,1 0 0 0 0,0-1 0 0 0,-1 1-1 0 0,1 0 1 0 0,0-1 0 0 0,0 1 0 0 0,0 0 0 0 0,0-1 0 0 0,0 1-1 0 0,0 0 1 0 0,0-1 0 0 0,1 1 0 0 0,-1-1 0 0 0,0 1 0 0 0,1 0 0 0 0,-1 0-1 0 0,1-1 1 0 0,-1 1 0 0 0,1 0 0 0 0,0 0 0 0 0,0 0 0 0 0,-1-1 0 0 0,1 1-1 0 0,0 0 1 0 0,2-1 0 0 0,-1 1-20 0 0,0 0 1 0 0,0 0-1 0 0,0 0 0 0 0,0 1 1 0 0,0-1-1 0 0,1 1 0 0 0,-1-1 0 0 0,0 1 1 0 0,1 0-1 0 0,-1 0 0 0 0,0 0 0 0 0,0 0 1 0 0,1 0-1 0 0,2 1 0 0 0,5 1-4 0 0,0 0-1 0 0,0 1 0 0 0,-1 0 1 0 0,1 1-1 0 0,-1 0 0 0 0,12 7 0 0 0,-19-10 125 0 0,1 1 0 0 0,-1-1 0 0 0,0 1-1 0 0,1-1 1 0 0,-1 1 0 0 0,0 0-1 0 0,0 0 1 0 0,0 0 0 0 0,0 0-1 0 0,0 1 1 0 0,1 2 0 0 0,-8 3 2976 0 0,-19-6-165 0 0,17-1-2613 0 0,1-2 0 0 0,-1 1-1 0 0,1-1 1 0 0,-1 1 0 0 0,1-2 0 0 0,0 1 0 0 0,-1-1 0 0 0,1 0-1 0 0,0 0 1 0 0,-7-4 0 0 0,13 5-554 0 0,1 1-1 0 0,-1-1 1 0 0,0 1 0 0 0,0-1 0 0 0,0 1-1 0 0,0-1 1 0 0,1 1 0 0 0,-1-1-1 0 0,0 1 1 0 0,1 0 0 0 0,-1-1-1 0 0,0 1 1 0 0,1-1 0 0 0,-1 1-1 0 0,0 0 1 0 0,1-1 0 0 0,-1 1-1 0 0,1 0 1 0 0,-1-1 0 0 0,0 1-1 0 0,1 0 1 0 0,-1 0 0 0 0,1-1-1 0 0,-1 1 1 0 0,1 0 0 0 0,-1 0-1 0 0,1 0 1 0 0,-1 0 0 0 0,1 0 0 0 0,-1 0-1 0 0,1 0 1 0 0,-1 0 0 0 0,1 0-1 0 0,-1 0 1 0 0,1 0 0 0 0,0 0-1 0 0,25-6-4540 0 0,-18 7 4092 0 0,0-1 0 0 0,0 1 0 0 0,0 0 1 0 0,0 1-1 0 0,0 0 0 0 0,0 0 0 0 0,9 5 0 0 0,-5-3 380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0T00:10:26.593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76 71 108 0 0,'-1'1'167'0'0,"1"0"0"0"0,-1 1 0 0 0,1-1 0 0 0,-1 0 1 0 0,1 0-1 0 0,-1 0 0 0 0,0 0 0 0 0,1 0 0 0 0,-1 1 0 0 0,0-1 0 0 0,0-1 0 0 0,0 1 0 0 0,0 0 1 0 0,0 0-1 0 0,0 0 0 0 0,0 0 0 0 0,0-1 0 0 0,0 1 0 0 0,0 0 0 0 0,-1-1 0 0 0,1 1 0 0 0,0-1 0 0 0,0 1 1 0 0,-1-1-1 0 0,1 0 0 0 0,0 0 0 0 0,0 1 0 0 0,-1-1 0 0 0,1 0 0 0 0,0 0 0 0 0,-1 0 0 0 0,1 0 1 0 0,0-1-1 0 0,-1 1 0 0 0,1 0 0 0 0,0 0 0 0 0,-1-1 0 0 0,1 1 0 0 0,0-1 0 0 0,0 1 0 0 0,0-1 1 0 0,-1 0-1 0 0,0-1 0 0 0,0 1-32 0 0,0 0 0 0 0,0-1 0 0 0,0 1 0 0 0,0 0 0 0 0,0-1 1 0 0,1 0-1 0 0,-1 1 0 0 0,1-1 0 0 0,-1 0 0 0 0,1 0 0 0 0,0 0 0 0 0,0 0 1 0 0,0 0-1 0 0,0 0 0 0 0,0 0 0 0 0,0-1 0 0 0,0 1 0 0 0,1 0 0 0 0,-1 0 1 0 0,1-1-1 0 0,0 1 0 0 0,-1 0 0 0 0,1-1 0 0 0,0 1 0 0 0,1-3 0 0 0,-1 3-138 0 0,0 0-1 0 0,1 1 0 0 0,-1-1 0 0 0,1 1 0 0 0,0-1 0 0 0,-1 1 1 0 0,1-1-1 0 0,0 1 0 0 0,0-1 0 0 0,0 1 0 0 0,0 0 0 0 0,0 0 1 0 0,0-1-1 0 0,1 1 0 0 0,-1 0 0 0 0,0 0 0 0 0,1 0 0 0 0,-1 0 1 0 0,0 0-1 0 0,1 0 0 0 0,-1 1 0 0 0,1-1 0 0 0,1 0 0 0 0,2 0-2 0 0,-1 0 0 0 0,0 0-1 0 0,0 1 1 0 0,1 0-1 0 0,-1-1 1 0 0,0 2 0 0 0,1-1-1 0 0,-1 0 1 0 0,5 2-1 0 0,4 1 9 0 0,1 1-1 0 0,-1 0 1 0 0,0 1 0 0 0,24 12-1 0 0,-2 8 14 0 0,-33-23 74 0 0,0-1-1 0 0,0 1 1 0 0,0 0-1 0 0,0 0 0 0 0,-1-1 1 0 0,1 1-1 0 0,-1 0 1 0 0,1 0-1 0 0,-1 0 1 0 0,0 1-1 0 0,0-1 1 0 0,0 0-1 0 0,0 0 1 0 0,0 1-1 0 0,0 2 0 0 0,-1-5 199 0 0,-39 10 3998 0 0,-50-26-2857 0 0,109 14-10010 0 0,-17 1 7919 0 0,1 0 1 0 0,-1 1-1 0 0,0-1 1 0 0,1 1-1 0 0,-1 0 1 0 0,1 0-1 0 0,-1 0 1 0 0,1 1-1 0 0,-1-1 1 0 0,6 2-1 0 0,28 15-1384 0 0,-26-11 1772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0T00:10:27.114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80 69 52 0 0,'-3'1'276'0'0,"-1"1"0"0"0,0-1 0 0 0,0 0 0 0 0,0 0 0 0 0,-1 0 0 0 0,1 0 0 0 0,0-1 0 0 0,0 0 0 0 0,0 0 0 0 0,-1 0 0 0 0,1 0 0 0 0,0-1 0 0 0,-7-1 0 0 0,11 2-177 0 0,-1-1 0 0 0,0 1 0 0 0,0 0 0 0 0,0-1-1 0 0,0 1 1 0 0,0-1 0 0 0,0 1 0 0 0,1-1 0 0 0,-1 1 0 0 0,0-1 0 0 0,0 0 0 0 0,1 1 0 0 0,-1-1 0 0 0,0 0 0 0 0,1 0 0 0 0,-1 1 0 0 0,1-1 0 0 0,-1 0 0 0 0,1 0 0 0 0,0 0 0 0 0,-1 0 0 0 0,1 0 0 0 0,-1-1-1 0 0,1 0-67 0 0,0 0 0 0 0,0 0 0 0 0,1 0 0 0 0,-1 0-1 0 0,0 0 1 0 0,1 0 0 0 0,0 0 0 0 0,-1 0 0 0 0,1 0-1 0 0,0 1 1 0 0,0-1 0 0 0,0 0 0 0 0,0 0 0 0 0,0 0-1 0 0,3-2 1 0 0,-3 2-17 0 0,1 0-1 0 0,-1 0 0 0 0,1 1 0 0 0,0-1 0 0 0,-1 0 1 0 0,1 1-1 0 0,0-1 0 0 0,0 1 0 0 0,0 0 0 0 0,0 0 1 0 0,1 0-1 0 0,-1 0 0 0 0,0 0 0 0 0,0 0 1 0 0,1 0-1 0 0,-1 1 0 0 0,0-1 0 0 0,1 1 0 0 0,-1 0 1 0 0,5-1-1 0 0,-2 2 9 0 0,0-1 1 0 0,-1 1-1 0 0,1 0 0 0 0,0 1 1 0 0,0-1-1 0 0,-1 1 0 0 0,1 0 1 0 0,-1 0-1 0 0,9 5 0 0 0,-6-3 118 0 0,-1 1-1 0 0,1-1 1 0 0,-1 1-1 0 0,0 1 1 0 0,-1-1-1 0 0,1 1 1 0 0,-1 0-1 0 0,0 0 1 0 0,-1 0-1 0 0,1 1 1 0 0,-1 0-1 0 0,5 13 0 0 0,-8-20-68 0 0,-1 1-1 0 0,0 0 0 0 0,0-1 0 0 0,0 1 0 0 0,1 0 0 0 0,-1 0 0 0 0,0-1 0 0 0,0 1 0 0 0,0 0 0 0 0,0-1 0 0 0,0 1 0 0 0,0 0 0 0 0,-1 0 0 0 0,1-1 0 0 0,0 1 0 0 0,0 0 0 0 0,0-1 0 0 0,-1 1 0 0 0,1 0 0 0 0,0-1 0 0 0,-1 1 0 0 0,1 0 0 0 0,-1-1 0 0 0,1 1 0 0 0,-1 0 1 0 0,1-1-1 0 0,-1 1 0 0 0,1-1 0 0 0,-2 1 0 0 0,-24 5 1315 0 0,20-6-1223 0 0,-1-1-1 0 0,1 0 0 0 0,-1 0 0 0 0,1 0 0 0 0,-1-1 0 0 0,-7-3 0 0 0,10 3-135 0 0,-35-20-22 0 0,37 21-34 0 0,1 0-1 0 0,-1 0 1 0 0,1 0-1 0 0,-1-1 1 0 0,1 1-1 0 0,-1 0 1 0 0,1-1-1 0 0,0 1 1 0 0,-1-1-1 0 0,1 0 1 0 0,0 1-1 0 0,0-1 1 0 0,0 0-1 0 0,1 0 1 0 0,-1 1-1 0 0,0-1 1 0 0,1 0-1 0 0,-2-4 1 0 0,3 6-2 0 0,0-1 0 0 0,-1 1 0 0 0,1-1 0 0 0,-1 1 0 0 0,1-1 0 0 0,0 1 0 0 0,-1 0 0 0 0,1-1 0 0 0,0 1 0 0 0,-1 0 0 0 0,1-1 1 0 0,0 1-1 0 0,0 0 0 0 0,-1 0 0 0 0,1-1 0 0 0,0 1 0 0 0,0 0 0 0 0,-1 0 0 0 0,1 0 0 0 0,0 0 0 0 0,0 0 0 0 0,0 0 0 0 0,-1 1 1 0 0,1-1-1 0 0,0 0 0 0 0,0 0 0 0 0,-1 0 0 0 0,1 1 0 0 0,1 0 0 0 0,25 5-2821 0 0,-26-6 2705 0 0,44 20-5270 0 0,-35-14 4769 0 0,0 1 1 0 0,-1 0-1 0 0,0 0 1 0 0,12 12-1 0 0,-10-6 322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0T00:10:27.577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93 37 92 0 0,'-5'2'631'0'0,"1"0"1"0"0,-1-1-1 0 0,1 0 0 0 0,-1 0 0 0 0,0 0 1 0 0,0 0-1 0 0,1-1 0 0 0,-11 0 1 0 0,13 0-477 0 0,1 0 1 0 0,-1 0-1 0 0,0 0 1 0 0,0-1-1 0 0,0 1 1 0 0,0 0-1 0 0,0-1 1 0 0,1 0-1 0 0,-1 0 1 0 0,0 1 0 0 0,1-1-1 0 0,-1 0 1 0 0,0 0-1 0 0,1 0 1 0 0,-1-1-1 0 0,1 1 1 0 0,-1 0-1 0 0,1-1 1 0 0,0 1-1 0 0,0 0 1 0 0,0-1-1 0 0,-1 0 1 0 0,2 1-1 0 0,-1-1 1 0 0,-1-2 0 0 0,2 3-153 0 0,0 1 1 0 0,0-1-1 0 0,0 0 1 0 0,0 0-1 0 0,0 1 1 0 0,0-1-1 0 0,1 0 1 0 0,-1 0-1 0 0,0 1 1 0 0,0-1-1 0 0,1 0 1 0 0,-1 1-1 0 0,1-1 1 0 0,-1 0-1 0 0,0 1 1 0 0,1-1-1 0 0,-1 1 1 0 0,1-1-1 0 0,0 0 1 0 0,-1 1 0 0 0,1-1-1 0 0,-1 1 1 0 0,1 0-1 0 0,0-1 1 0 0,-1 1-1 0 0,1-1 1 0 0,0 1-1 0 0,-1 0 1 0 0,1 0-1 0 0,0-1 1 0 0,0 1-1 0 0,-1 0 1 0 0,1 0-1 0 0,0 0 1 0 0,0 0-1 0 0,-1 0 1 0 0,1 0-1 0 0,0 0 1 0 0,0 0-1 0 0,0 0 1 0 0,0 1-1 0 0,35-1 14 0 0,-19 3 44 0 0,0 2-1 0 0,-1 0 1 0 0,0 0-1 0 0,0 2 1 0 0,0 0-1 0 0,-1 0 0 0 0,0 2 1 0 0,0 0-1 0 0,-1 1 1 0 0,0 0-1 0 0,-1 1 1 0 0,0 0-1 0 0,-1 1 1 0 0,14 17-1 0 0,-25-27 84 0 0,1 0-1 0 0,-1 0 1 0 0,0 0 0 0 0,0 0-1 0 0,0 1 1 0 0,0-1 0 0 0,0 0-1 0 0,0 1 1 0 0,-1-1 0 0 0,1 1-1 0 0,-1-1 1 0 0,1 1 0 0 0,-1-1-1 0 0,0 1 1 0 0,0-1 0 0 0,0 1-1 0 0,-1-1 1 0 0,1 1-1 0 0,0-1 1 0 0,-1 1 0 0 0,0-1-1 0 0,1 1 1 0 0,-1-1 0 0 0,0 0-1 0 0,0 1 1 0 0,-1-1 0 0 0,1 0-1 0 0,0 0 1 0 0,-1 0 0 0 0,1 0-1 0 0,-1 0 1 0 0,0 0 0 0 0,-2 2-1 0 0,1-1-48 0 0,-1-1 0 0 0,1 1 0 0 0,-1 0 0 0 0,0-1-1 0 0,1 0 1 0 0,-1 0 0 0 0,0 0 0 0 0,0 0-1 0 0,-1-1 1 0 0,1 0 0 0 0,0 0 0 0 0,-1 0 0 0 0,1 0-1 0 0,0 0 1 0 0,-1-1 0 0 0,1 0 0 0 0,-1 0-1 0 0,-5-1 1 0 0,9 1-260 0 0,1 0-1 0 0,-1 0 0 0 0,0 0 1 0 0,1 0-1 0 0,-1-1 0 0 0,1 1 1 0 0,-1 0-1 0 0,1 0 0 0 0,-1 0 1 0 0,1-1-1 0 0,-1 1 0 0 0,1 0 1 0 0,-1-1-1 0 0,1 1 0 0 0,-1 0 1 0 0,1-1-1 0 0,-1 1 1 0 0,1-1-1 0 0,0 1 0 0 0,-1 0 1 0 0,1-1-1 0 0,0 1 0 0 0,-1-1 1 0 0,1 1-1 0 0,0-1 0 0 0,-1 0 1 0 0,1 1-1 0 0,0-1 0 0 0,0 1 1 0 0,0-1-1 0 0,0 1 0 0 0,0-2 1 0 0,7-21-4863 0 0,23-14-298 0 0,1 16 3915 0 0,-19 13 1132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0T00:10:47.884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113 221 152 0 0,'0'0'107'0'0,"-1"0"1"0"0,1 0-1 0 0,0 0 1 0 0,0 0-1 0 0,-1 0 1 0 0,1 1-1 0 0,0-1 0 0 0,0 0 1 0 0,-1 0-1 0 0,1 0 1 0 0,0 0-1 0 0,-1 0 0 0 0,1 0 1 0 0,0 0-1 0 0,0 0 1 0 0,-1-1-1 0 0,1 1 1 0 0,0 0-1 0 0,-1 0 0 0 0,1 0 1 0 0,0 0-1 0 0,0 0 1 0 0,-1 0-1 0 0,1 0 0 0 0,0-1 1 0 0,0 1-1 0 0,0 0 1 0 0,-1 0-1 0 0,1 0 1 0 0,0-1-1 0 0,0 1 0 0 0,0 0 1 0 0,-1 0-1 0 0,1-1 1 0 0,0 1-1 0 0,0 0 0 0 0,0 0 1 0 0,0-1-1 0 0,0 1 1 0 0,0 0-1 0 0,0 0 1 0 0,-1-1-1 0 0,11-10 1065 0 0,11-2-1462 0 0,-10 9 678 0 0,-7 3-333 0 0,0 1-1 0 0,0 0 0 0 0,1 0 0 0 0,-1 0 1 0 0,0 1-1 0 0,0-1 0 0 0,1 1 1 0 0,-1 0-1 0 0,0 0 0 0 0,0 1 0 0 0,0-1 1 0 0,0 1-1 0 0,0 0 0 0 0,-1 0 1 0 0,1 0-1 0 0,-1 1 0 0 0,1-1 0 0 0,-1 1 1 0 0,6 5-1 0 0,-8-6 14 0 0,1 0 0 0 0,0 0-1 0 0,-1 1 1 0 0,1-1 0 0 0,-1 0 0 0 0,0 1 0 0 0,0-1-1 0 0,0 1 1 0 0,0-1 0 0 0,0 1 0 0 0,0-1-1 0 0,-1 1 1 0 0,1 0 0 0 0,-1-1 0 0 0,0 1 0 0 0,0 0-1 0 0,0-1 1 0 0,0 1 0 0 0,0 0 0 0 0,-1 0 0 0 0,1-1-1 0 0,-1 1 1 0 0,1-1 0 0 0,-1 1 0 0 0,0 0-1 0 0,0-1 1 0 0,-1 0 0 0 0,1 1 0 0 0,0-1 0 0 0,-1 0-1 0 0,-2 4 1 0 0,3-5-51 0 0,-1 0-1 0 0,1 0 1 0 0,-1 0-1 0 0,1 0 1 0 0,-1 0-1 0 0,0 0 1 0 0,0-1-1 0 0,1 1 1 0 0,-1 0 0 0 0,0-1-1 0 0,0 0 1 0 0,0 1-1 0 0,1-1 1 0 0,-1 0-1 0 0,0 0 1 0 0,0 0-1 0 0,0 0 1 0 0,0 0-1 0 0,0 0 1 0 0,0-1-1 0 0,1 1 1 0 0,-1 0-1 0 0,0-1 1 0 0,0 0 0 0 0,0 1-1 0 0,1-1 1 0 0,-1 0-1 0 0,0 0 1 0 0,1 0-1 0 0,-1 0 1 0 0,1 0-1 0 0,-2-2 1 0 0,-7-3-5 0 0,1-1 1 0 0,0 0 0 0 0,-15-14-1 0 0,21 18-25 0 0,0 0 1 0 0,1-1-1 0 0,-1 1 0 0 0,1 0 0 0 0,0-1 1 0 0,0 0-1 0 0,0 0 0 0 0,0 1 0 0 0,0-1 1 0 0,1 0-1 0 0,0 0 0 0 0,0-1 0 0 0,0 1 1 0 0,0 0-1 0 0,1 0 0 0 0,0 0 0 0 0,-1-1 1 0 0,1 1-1 0 0,1 0 0 0 0,-1 0 0 0 0,1 0 1 0 0,0-1-1 0 0,0 1 0 0 0,3-8 0 0 0,-3 10 15 0 0,1-1 0 0 0,-1 0 0 0 0,1 1 0 0 0,0-1-1 0 0,0 1 1 0 0,0-1 0 0 0,0 1 0 0 0,0 0 0 0 0,1 0 0 0 0,-1 0-1 0 0,1 0 1 0 0,-1 0 0 0 0,1 1 0 0 0,0-1 0 0 0,0 1 0 0 0,0 0-1 0 0,0 0 1 0 0,-1 0 0 0 0,2 0 0 0 0,-1 0 0 0 0,0 1 0 0 0,0-1-1 0 0,0 1 1 0 0,0 0 0 0 0,0 0 0 0 0,0 0 0 0 0,0 0 0 0 0,0 0 0 0 0,1 1-1 0 0,-1-1 1 0 0,0 1 0 0 0,0 0 0 0 0,0 0 0 0 0,3 2 0 0 0,-1-1 39 0 0,0 0 0 0 0,-1 0 0 0 0,1 1 0 0 0,0 0 0 0 0,-1-1 1 0 0,0 2-1 0 0,1-1 0 0 0,-1 1 0 0 0,-1-1 0 0 0,1 1 0 0 0,0 0 1 0 0,-1 0-1 0 0,0 1 0 0 0,0-1 0 0 0,0 1 0 0 0,0-1 1 0 0,3 10-1 0 0,-6-12 9 0 0,1 0 1 0 0,0 0 0 0 0,-1 1-1 0 0,0-1 1 0 0,1 0-1 0 0,-1 1 1 0 0,0-1 0 0 0,0 0-1 0 0,0 1 1 0 0,0-1-1 0 0,-1 1 1 0 0,1-1 0 0 0,-1 0-1 0 0,1 0 1 0 0,-1 1 0 0 0,0-1-1 0 0,0 0 1 0 0,0 0-1 0 0,0 0 1 0 0,0 0 0 0 0,0 0-1 0 0,-1 0 1 0 0,1 0-1 0 0,-1 0 1 0 0,1 0 0 0 0,-1-1-1 0 0,0 1 1 0 0,0-1-1 0 0,1 1 1 0 0,-1-1 0 0 0,0 1-1 0 0,0-1 1 0 0,-1 0 0 0 0,1 0-1 0 0,0 0 1 0 0,0-1-1 0 0,0 1 1 0 0,-1 0 0 0 0,1-1-1 0 0,-5 1 1 0 0,1 0 24 0 0,-1 0 0 0 0,1-1 1 0 0,-1 0-1 0 0,1 0 0 0 0,0-1 0 0 0,-1 1 0 0 0,1-1 1 0 0,0-1-1 0 0,-1 1 0 0 0,1-1 0 0 0,0 0 1 0 0,0-1-1 0 0,0 1 0 0 0,-7-6 0 0 0,8 6-93 0 0,0-1-1 0 0,0 0 0 0 0,1 0 0 0 0,0 0 1 0 0,-1-1-1 0 0,1 1 0 0 0,0-1 1 0 0,1 0-1 0 0,-1 0 0 0 0,1-1 0 0 0,0 1 1 0 0,0-1-1 0 0,0 1 0 0 0,0-1 0 0 0,1 0 1 0 0,0 0-1 0 0,-2-7 0 0 0,3 10 1 0 0,1 0-1 0 0,0 0 0 0 0,0 0 1 0 0,0 0-1 0 0,0 0 0 0 0,0 0 1 0 0,0 0-1 0 0,1 0 0 0 0,-1 0 1 0 0,1 0-1 0 0,-1 0 0 0 0,1 0 1 0 0,0 0-1 0 0,0 0 0 0 0,0 1 1 0 0,0-1-1 0 0,0 0 0 0 0,0 0 1 0 0,0 1-1 0 0,1-1 1 0 0,2-2-1 0 0,0 1 15 0 0,1-1 1 0 0,-1 1-1 0 0,1 0 1 0 0,-1 0-1 0 0,1 1 1 0 0,0 0-1 0 0,0 0 1 0 0,8-2 0 0 0,-3 1 29 0 0,0 0 1 0 0,0 1 0 0 0,0 1 0 0 0,0 0 0 0 0,1 0 0 0 0,-1 1 0 0 0,0 0 0 0 0,20 3 0 0 0,-26-2-1 0 0,1 1 0 0 0,0-1 0 0 0,-1 1 0 0 0,1 0 0 0 0,-1 0 0 0 0,1 0 0 0 0,-1 0 0 0 0,0 1 0 0 0,0 0 0 0 0,6 5 0 0 0,-9-7 43 0 0,0 1-1 0 0,0-1 1 0 0,0 1 0 0 0,0 0 0 0 0,-1-1-1 0 0,1 1 1 0 0,0 0 0 0 0,-1 0-1 0 0,1-1 1 0 0,-1 1 0 0 0,0 0 0 0 0,0 0-1 0 0,1 0 1 0 0,-1-1 0 0 0,0 1 0 0 0,-1 0-1 0 0,1 0 1 0 0,0 0 0 0 0,0 0 0 0 0,-1-1-1 0 0,1 1 1 0 0,-1 0 0 0 0,0 0 0 0 0,1-1-1 0 0,-1 1 1 0 0,0-1 0 0 0,0 1-1 0 0,0 0 1 0 0,0-1 0 0 0,0 0 0 0 0,-2 3-1 0 0,-4 4 193 0 0,1-1 0 0 0,-1 0 0 0 0,0 0 0 0 0,-1-1 0 0 0,1 1 1 0 0,-1-2-1 0 0,0 1 0 0 0,-1-1 0 0 0,0 0 0 0 0,0-1 0 0 0,0 0 0 0 0,-9 3 0 0 0,11-5-488 0 0,0 0 0 0 0,0 0 1 0 0,0 0-1 0 0,0-1 1 0 0,0 0-1 0 0,0 0 1 0 0,0-1-1 0 0,-1 0 1 0 0,1 0-1 0 0,0-1 1 0 0,0 0-1 0 0,0 0 0 0 0,0 0 1 0 0,0-1-1 0 0,0 0 1 0 0,0-1-1 0 0,-9-4 1 0 0,14 6-147 0 0,0-1 1 0 0,0 1-1 0 0,0-1 1 0 0,0 0-1 0 0,0 0 1 0 0,0 0-1 0 0,0 0 1 0 0,1 0-1 0 0,-1 0 1 0 0,1 0-1 0 0,-1-1 1 0 0,1 1-1 0 0,0-1 1 0 0,0 1-1 0 0,0-1 1 0 0,0 1 0 0 0,0-5-1 0 0,0 1-158 0 0,0 0 0 0 0,1 0-1 0 0,-1-1 1 0 0,2 1 0 0 0,-1 0-1 0 0,1 0 1 0 0,1-9 0 0 0,2-1-144 0 0,1 0 1 0 0,1 1-1 0 0,0-1 1 0 0,15-27-1 0 0,-9 25 401 0 0,0-1 45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0T00:10:48.800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160 146 96 0 0,'-9'4'303'0'0,"-38"15"2630"0"0,46-18-2736 0 0,-1-1 0 0 0,1 1 0 0 0,-1-1 0 0 0,0 1 0 0 0,1-1 0 0 0,-1 0 0 0 0,1 0 0 0 0,-1 0 0 0 0,1 0 0 0 0,-1 0 0 0 0,0 0 0 0 0,1 0 0 0 0,-1 0 0 0 0,1-1 0 0 0,-1 1 0 0 0,1 0 0 0 0,-1-1 0 0 0,1 0 0 0 0,-1 1 0 0 0,1-1-1 0 0,-1 0 1 0 0,1 0 0 0 0,0 1 0 0 0,-1-1 0 0 0,0-2 0 0 0,1 2-178 0 0,0 0 0 0 0,0-1 0 0 0,0 1-1 0 0,1 0 1 0 0,-1-1 0 0 0,0 1-1 0 0,1-1 1 0 0,-1 1 0 0 0,1-1-1 0 0,0 0 1 0 0,-1 1 0 0 0,1-1 0 0 0,0 1-1 0 0,0-1 1 0 0,0 0 0 0 0,0 1-1 0 0,0-1 1 0 0,0 1 0 0 0,1-1 0 0 0,-1 0-1 0 0,0 1 1 0 0,1-1 0 0 0,0 1-1 0 0,-1-1 1 0 0,1 1 0 0 0,0 0-1 0 0,-1-1 1 0 0,1 1 0 0 0,0-1 0 0 0,0 1-1 0 0,0 0 1 0 0,0 0 0 0 0,1 0-1 0 0,-1 0 1 0 0,0 0 0 0 0,0 0-1 0 0,1 0 1 0 0,-1 0 0 0 0,0 0 0 0 0,1 0-1 0 0,-1 1 1 0 0,3-2 0 0 0,-2 1-30 0 0,0 0 0 0 0,1 0 1 0 0,-1 0-1 0 0,0 0 0 0 0,1 0 1 0 0,-1 1-1 0 0,1-1 0 0 0,-1 1 1 0 0,1-1-1 0 0,-1 1 0 0 0,1 0 1 0 0,-1 0-1 0 0,1 0 0 0 0,-1 0 1 0 0,1 1-1 0 0,-1-1 0 0 0,1 1 1 0 0,-1-1-1 0 0,0 1 0 0 0,1 0 1 0 0,-1 0-1 0 0,0 0 0 0 0,1 0 1 0 0,-1 0-1 0 0,0 1 0 0 0,0-1 0 0 0,3 3 1 0 0,-4-3 72 0 0,0 1 0 0 0,0-1 1 0 0,1 0-1 0 0,-1 1 0 0 0,0-1 0 0 0,-1 1 1 0 0,1-1-1 0 0,0 1 0 0 0,0 0 1 0 0,0-1-1 0 0,-1 1 0 0 0,1 0 0 0 0,-1 0 1 0 0,0-1-1 0 0,1 1 0 0 0,-1 0 1 0 0,0 0-1 0 0,0-1 0 0 0,0 1 0 0 0,0 0 1 0 0,0 0-1 0 0,-1 0 0 0 0,1-1 1 0 0,0 1-1 0 0,-1 0 0 0 0,0 0 0 0 0,1-1 1 0 0,-1 1-1 0 0,0-1 0 0 0,0 1 0 0 0,0 0 1 0 0,0-1-1 0 0,0 1 0 0 0,0-1 1 0 0,0 0-1 0 0,0 1 0 0 0,-1-1 0 0 0,-1 2 1 0 0,0-1 49 0 0,0 0 0 0 0,0-1 1 0 0,1 1-1 0 0,-1-1 0 0 0,-1 1 1 0 0,1-1-1 0 0,0 0 0 0 0,0 0 1 0 0,0 0-1 0 0,0 0 0 0 0,-1-1 1 0 0,1 0-1 0 0,0 1 0 0 0,-1-1 1 0 0,1 0-1 0 0,0-1 0 0 0,-1 1 1 0 0,1 0-1 0 0,0-1 0 0 0,-6-2 1 0 0,4 1-107 0 0,-1 0 1 0 0,1 0 0 0 0,0-1-1 0 0,1 0 1 0 0,-1 0 0 0 0,0-1-1 0 0,1 1 1 0 0,0-1 0 0 0,0 0 0 0 0,0 0-1 0 0,0 0 1 0 0,1-1 0 0 0,-1 1-1 0 0,-4-10 1 0 0,7 12-26 0 0,1 0 1 0 0,-1 0-1 0 0,0-1 0 0 0,0 1 1 0 0,1 0-1 0 0,0-1 0 0 0,-1 1 1 0 0,1 0-1 0 0,0-1 1 0 0,0 1-1 0 0,0-1 0 0 0,1 1 1 0 0,-1 0-1 0 0,0-1 0 0 0,1 1 1 0 0,0 0-1 0 0,-1-1 0 0 0,1 1 1 0 0,0 0-1 0 0,0 0 0 0 0,0 0 1 0 0,1 0-1 0 0,-1 0 1 0 0,0 0-1 0 0,1 0 0 0 0,-1 0 1 0 0,1 0-1 0 0,0 1 0 0 0,-1-1 1 0 0,1 1-1 0 0,0-1 0 0 0,0 1 1 0 0,0 0-1 0 0,0 0 0 0 0,0-1 1 0 0,4 0-1 0 0,7-4-46 0 0,1 0-1 0 0,0 0 0 0 0,0 1 1 0 0,0 1-1 0 0,0 1 0 0 0,16-3 1 0 0,-24 5 26 0 0,1 0 0 0 0,-1 1 1 0 0,0-1-1 0 0,0 1 1 0 0,0 1-1 0 0,0-1 1 0 0,0 1-1 0 0,0 0 0 0 0,0 0 1 0 0,0 1-1 0 0,0-1 1 0 0,0 2-1 0 0,-1-1 0 0 0,1 0 1 0 0,0 1-1 0 0,-1 0 1 0 0,7 5-1 0 0,-12-7 54 0 0,1-1 0 0 0,-1 1 0 0 0,1-1-1 0 0,-1 0 1 0 0,1 1 0 0 0,-1 0 0 0 0,0-1 0 0 0,1 1 0 0 0,-1-1-1 0 0,0 1 1 0 0,1-1 0 0 0,-1 1 0 0 0,0 0 0 0 0,0-1 0 0 0,0 1-1 0 0,1 0 1 0 0,-1-1 0 0 0,0 1 0 0 0,0 0 0 0 0,0-1 0 0 0,0 1-1 0 0,0 0 1 0 0,0-1 0 0 0,0 1 0 0 0,0-1 0 0 0,-1 1 0 0 0,1 0-1 0 0,0-1 1 0 0,0 1 0 0 0,0 0 0 0 0,-1 0 0 0 0,-19 19 726 0 0,-29 4 565 0 0,44-23-1219 0 0,1 0 1 0 0,-1 0-1 0 0,1 0 0 0 0,-1-1 0 0 0,1 0 0 0 0,-1 0 0 0 0,1 0 0 0 0,-8-1 0 0 0,8 0-489 0 0,1 0-1 0 0,-1 0 1 0 0,0 0-1 0 0,0-1 1 0 0,0 1-1 0 0,0-1 1 0 0,1 0-1 0 0,-1 0 1 0 0,-3-3-1 0 0,6 4 107 0 0,-1-1 0 0 0,0 1 0 0 0,0-1 0 0 0,1 0 1 0 0,-1 1-1 0 0,1-1 0 0 0,-1 0 0 0 0,1 0 0 0 0,0 0 0 0 0,0-1 0 0 0,0 1 0 0 0,0 0 0 0 0,0 0 0 0 0,0-1 0 0 0,0 1 1 0 0,1 0-1 0 0,-1-1 0 0 0,1 1 0 0 0,0 0 0 0 0,0-1 0 0 0,0 1 0 0 0,0-1 0 0 0,0 1 0 0 0,0 0 0 0 0,1-1 0 0 0,-1 1 1 0 0,1 0-1 0 0,0-1 0 0 0,-1 1 0 0 0,1 0 0 0 0,0 0 0 0 0,1 0 0 0 0,-1-1 0 0 0,0 1 0 0 0,2-2 0 0 0,2-1-1 0 0,1 2 51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0T00:10:49.601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164 123 16 0 0,'-1'0'269'0'0,"-1"1"-1"0"0,1 0 1 0 0,-1-1-1 0 0,1 0 1 0 0,-1 1-1 0 0,1-1 1 0 0,-1 0-1 0 0,1 1 1 0 0,-1-1-1 0 0,1 0 1 0 0,-1 0-1 0 0,1-1 1 0 0,-1 1 0 0 0,0 0-1 0 0,1 0 1 0 0,-1-1-1 0 0,1 1 1 0 0,0-1-1 0 0,-1 1 1 0 0,1-1-1 0 0,-1 0 1 0 0,1 1-1 0 0,0-1 1 0 0,-1 0-1 0 0,1 0 1 0 0,0 0 0 0 0,0 0-1 0 0,0 0 1 0 0,0 0-1 0 0,0 0 1 0 0,0-1-1 0 0,0 1 1 0 0,-1-2-1 0 0,1 1-244 0 0,0 1-1 0 0,0-1 0 0 0,1 1 0 0 0,-1-1 0 0 0,0 1 1 0 0,1-1-1 0 0,0 0 0 0 0,-1 1 0 0 0,1-1 1 0 0,0 0-1 0 0,0 1 0 0 0,0-1 0 0 0,0 0 0 0 0,0 1 1 0 0,0-1-1 0 0,0 0 0 0 0,1 1 0 0 0,-1-1 0 0 0,1 0 1 0 0,-1 1-1 0 0,1-1 0 0 0,-1 1 0 0 0,1-1 1 0 0,0 1-1 0 0,0-1 0 0 0,0 1 0 0 0,0-1 0 0 0,0 1 1 0 0,2-2-1 0 0,-2 3-31 0 0,0 0 0 0 0,0-1 0 0 0,0 1 0 0 0,0 0 0 0 0,0 0 0 0 0,0 0 0 0 0,0 0 0 0 0,1 0 0 0 0,-1 1 0 0 0,0-1 1 0 0,0 0-1 0 0,0 0 0 0 0,0 1 0 0 0,0-1 0 0 0,0 1 0 0 0,0-1 0 0 0,0 1 0 0 0,0-1 0 0 0,0 1 0 0 0,-1-1 0 0 0,1 1 0 0 0,0 0 0 0 0,0 0 0 0 0,0-1 0 0 0,0 2 0 0 0,19 21 145 0 0,-18-18 23 0 0,-1 0-1 0 0,0 0 1 0 0,0 1-1 0 0,0-1 1 0 0,0 0 0 0 0,-1 1-1 0 0,0-1 1 0 0,0 0 0 0 0,-1 1-1 0 0,0-1 1 0 0,-1 8-1 0 0,1-11-74 0 0,0 0-1 0 0,0-1 0 0 0,1 1 0 0 0,-1-1 0 0 0,0 1 0 0 0,0-1 0 0 0,0 1 0 0 0,-1-1 0 0 0,1 0 0 0 0,0 0 0 0 0,0 1 0 0 0,-1-1 0 0 0,1 0 0 0 0,-1 0 0 0 0,1 0 0 0 0,-1-1 0 0 0,1 1 0 0 0,-1 0 0 0 0,1 0 0 0 0,-1-1 0 0 0,0 1 0 0 0,1-1 0 0 0,-1 0 0 0 0,0 1 0 0 0,0-1 0 0 0,1 0 1 0 0,-1 0-1 0 0,0 0 0 0 0,0 0 0 0 0,1 0 0 0 0,-1 0 0 0 0,0-1 0 0 0,1 1 0 0 0,-1-1 0 0 0,0 1 0 0 0,1-1 0 0 0,-1 1 0 0 0,0-1 0 0 0,1 0 0 0 0,-3-1 0 0 0,-5-2 36 0 0,-1 0 1 0 0,1-1-1 0 0,0 0 0 0 0,0-1 0 0 0,-13-10 0 0 0,18 13-171 0 0,0-1-1 0 0,1 1 0 0 0,-1-1 1 0 0,1 0-1 0 0,0 0 0 0 0,0 0 1 0 0,0 0-1 0 0,1 0 0 0 0,-1-1 1 0 0,1 1-1 0 0,0-1 0 0 0,0 0 1 0 0,-1-8-1 0 0,3 11 26 0 0,0 0-1 0 0,0 0 1 0 0,1 0 0 0 0,-1 0-1 0 0,1 0 1 0 0,-1 0 0 0 0,1 1-1 0 0,0-1 1 0 0,0 0 0 0 0,0 0-1 0 0,0 0 1 0 0,0 1 0 0 0,0-1-1 0 0,0 0 1 0 0,1 1 0 0 0,-1-1-1 0 0,0 1 1 0 0,1-1 0 0 0,-1 1-1 0 0,1 0 1 0 0,0 0 0 0 0,-1 0-1 0 0,1 0 1 0 0,0 0 0 0 0,0 0-1 0 0,0 0 1 0 0,0 1 0 0 0,2-2-1 0 0,4-1-32 0 0,0 0-1 0 0,1 0 0 0 0,-1 1 1 0 0,1 0-1 0 0,11-1 1 0 0,53 4-169 0 0,-68-1 207 0 0,0 1 1 0 0,1 0-1 0 0,-1 0 1 0 0,0 1-1 0 0,0-1 1 0 0,0 1-1 0 0,0 0 1 0 0,0 1-1 0 0,0-1 1 0 0,-1 1-1 0 0,7 5 1 0 0,-10-8 160 0 0,-28 24 1539 0 0,22-21-1684 0 0,0-1 0 0 0,0 1 0 0 0,0-1 0 0 0,0-1 0 0 0,-1 1 0 0 0,1-1 0 0 0,-1 0 0 0 0,1 0 0 0 0,-1 0 0 0 0,1-1 0 0 0,-1 1 0 0 0,1-2 0 0 0,-1 1 0 0 0,1 0 0 0 0,-1-1 1 0 0,1 0-1 0 0,-1-1 0 0 0,1 1 0 0 0,-6-3 0 0 0,7 2-539 0 0,0 1 1 0 0,0-1 0 0 0,0-1 0 0 0,1 1 0 0 0,-1 0 0 0 0,1-1 0 0 0,-1 0-1 0 0,1 0 1 0 0,0 0 0 0 0,0 0 0 0 0,0 0 0 0 0,1 0 0 0 0,-1-1 0 0 0,1 0 0 0 0,0 1-1 0 0,-3-6 1 0 0,3-6-2618 0 0,2 15 3111 0 0,0 0-1 0 0,0 0 1 0 0,0-1-1 0 0,0 1 1 0 0,0 0-1 0 0,0-1 1 0 0,0 1 0 0 0,0 0-1 0 0,1 0 1 0 0,-1-1-1 0 0,0 1 1 0 0,0 0-1 0 0,0 0 1 0 0,0-1-1 0 0,0 1 1 0 0,0 0-1 0 0,1 0 1 0 0,-1 0 0 0 0,0-1-1 0 0,0 1 1 0 0,0 0-1 0 0,1 0 1 0 0,-1 0-1 0 0,0-1 1 0 0,0 1-1 0 0,0 0 1 0 0,1 0 0 0 0,-1 0-1 0 0,0 0 1 0 0,0 0-1 0 0,1 0 1 0 0,-1 0-1 0 0,0 0 1 0 0,1-1-1 0 0,-1 1 1 0 0,0 0-1 0 0,0 0 1 0 0,1 0 0 0 0,-1 0-1 0 0,0 0 1 0 0,0 0-1 0 0,1 1 1 0 0,-1-1-1 0 0,0 0 1 0 0,0 0-1 0 0,1 0 1 0 0,-1 0-1 0 0,0 0 1 0 0,6 2-200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0T00:10:50.608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146 41 20 0 0,'-20'12'4327'0'0,"19"-12"-4261"0"0,1 0-1 0 0,-1 1 1 0 0,1-1-1 0 0,-1 0 0 0 0,1 0 1 0 0,0 0-1 0 0,-1 0 0 0 0,1 0 1 0 0,-1 0-1 0 0,1 0 0 0 0,-1 0 1 0 0,1 0-1 0 0,-1 0 0 0 0,1-1 1 0 0,-1 1-1 0 0,1 0 1 0 0,0 0-1 0 0,-1 0 0 0 0,1 0 1 0 0,-1-1-1 0 0,1 1 0 0 0,0 0 1 0 0,-1 0-1 0 0,1-1 0 0 0,0 1 1 0 0,-1 0-1 0 0,1-1 0 0 0,0 1 1 0 0,-1 0-1 0 0,1-1 1 0 0,0 1-1 0 0,0 0 0 0 0,-1-1 1 0 0,1 1-1 0 0,0-1 0 0 0,0 1 1 0 0,0-1-1 0 0,0 1 0 0 0,-1 0 1 0 0,1-1-1 0 0,0 1 0 0 0,0-1 1 0 0,0 1-1 0 0,0-1 1 0 0,0 1-1 0 0,0-1 0 0 0,0 1 1 0 0,0-1-1 0 0,0 1 0 0 0,1 0 1 0 0,-1-2-1 0 0,0 2 125 0 0,44 19-548 0 0,-39-15 381 0 0,-1 0 0 0 0,0 1 0 0 0,1-1 0 0 0,-2 1 0 0 0,1 0 0 0 0,5 9 0 0 0,-8-12 25 0 0,1 0 1 0 0,-1 1 0 0 0,0-1-1 0 0,0 1 1 0 0,0 0 0 0 0,0-1-1 0 0,0 1 1 0 0,-1 0 0 0 0,1-1-1 0 0,-1 1 1 0 0,0 0 0 0 0,1 0-1 0 0,-1-1 1 0 0,0 1 0 0 0,-1 0-1 0 0,1 0 1 0 0,-1 2 0 0 0,0-4-18 0 0,1 0 1 0 0,-1 1 0 0 0,1-1-1 0 0,-1 0 1 0 0,0 0-1 0 0,0 0 1 0 0,1 0-1 0 0,-1 0 1 0 0,0 0 0 0 0,0-1-1 0 0,0 1 1 0 0,0 0-1 0 0,0 0 1 0 0,0-1-1 0 0,0 1 1 0 0,0 0 0 0 0,0-1-1 0 0,0 1 1 0 0,-1-1-1 0 0,1 1 1 0 0,0-1-1 0 0,-2 0 1 0 0,-35-2 820 0 0,27 0-625 0 0,1-2-1 0 0,-1 1 1 0 0,1-2 0 0 0,-15-7-1 0 0,19 8-204 0 0,-1 0-1 0 0,1-1 0 0 0,-1 0 0 0 0,2 0 0 0 0,-1 0 0 0 0,0-1 1 0 0,1 0-1 0 0,0 0 0 0 0,-7-12 0 0 0,11 17-35 0 0,0-1-1 0 0,1 0 1 0 0,-1 1 0 0 0,0-1-1 0 0,1 0 1 0 0,-1 1 0 0 0,1-1-1 0 0,0 0 1 0 0,-1 0 0 0 0,1 0-1 0 0,0 1 1 0 0,0-1 0 0 0,0 0-1 0 0,1 0 1 0 0,-1 0 0 0 0,0 1-1 0 0,1-1 1 0 0,0-3 0 0 0,1 3-7 0 0,-1-1 1 0 0,1 1 0 0 0,0 0 0 0 0,-1 0-1 0 0,1 0 1 0 0,0 0 0 0 0,0 0 0 0 0,1 1-1 0 0,-1-1 1 0 0,0 1 0 0 0,0-1-1 0 0,1 1 1 0 0,-1 0 0 0 0,1 0 0 0 0,-1 0-1 0 0,5-1 1 0 0,0 0 0 0 0,0 0 0 0 0,0 1 0 0 0,1 0 0 0 0,-1 0 0 0 0,0 0 0 0 0,0 1 0 0 0,11 1 0 0 0,-14-1 13 0 0,-1 1 0 0 0,1-1 0 0 0,-1 1 0 0 0,1 0-1 0 0,-1 0 1 0 0,1 0 0 0 0,-1 0 0 0 0,0 1 0 0 0,1-1-1 0 0,-1 1 1 0 0,0 0 0 0 0,0 0 0 0 0,0 0 0 0 0,0 0-1 0 0,0 1 1 0 0,3 3 0 0 0,-5-5 37 0 0,-1 0 0 0 0,0-1 1 0 0,1 1-1 0 0,-1 0 0 0 0,0 0 0 0 0,0 0 0 0 0,1 0 0 0 0,-1-1 1 0 0,0 1-1 0 0,0 0 0 0 0,0 0 0 0 0,0 0 0 0 0,0 0 1 0 0,0 0-1 0 0,0-1 0 0 0,0 1 0 0 0,0 0 0 0 0,-1 0 0 0 0,1 0 1 0 0,0 0-1 0 0,0-1 0 0 0,-1 1 0 0 0,1 0 0 0 0,-1 0 1 0 0,1-1-1 0 0,0 1 0 0 0,-1 0 0 0 0,0 0 0 0 0,1-1 0 0 0,-1 1 1 0 0,1-1-1 0 0,-1 1 0 0 0,0 0 0 0 0,1-1 0 0 0,-1 0 1 0 0,0 1-1 0 0,0-1 0 0 0,1 1 0 0 0,-1-1 0 0 0,0 0 0 0 0,0 1 1 0 0,0-1-1 0 0,1 0 0 0 0,-1 0 0 0 0,0 0 0 0 0,0 0 1 0 0,-1 1-1 0 0,-2 0 58 0 0,-1 0 0 0 0,1 0 0 0 0,-1 0 0 0 0,1 0 0 0 0,-1 0 0 0 0,1-1 0 0 0,-10 0 1 0 0,-40-17-984 0 0,51 16 673 0 0,0 0 0 0 0,1 0 0 0 0,-1 0 0 0 0,0 0 1 0 0,1-1-1 0 0,0 1 0 0 0,-1-1 0 0 0,1 0 0 0 0,0 0 1 0 0,0 0-1 0 0,0 0 0 0 0,0 0 0 0 0,0 0 1 0 0,0 0-1 0 0,1-1 0 0 0,-1 1 0 0 0,-1-5 0 0 0,2 7 140 0 0,1-1 0 0 0,0 1 0 0 0,0-1 0 0 0,0 1-1 0 0,0 0 1 0 0,0-1 0 0 0,0 1 0 0 0,0-1-1 0 0,-1 1 1 0 0,1-1 0 0 0,0 1 0 0 0,1 0 0 0 0,-1-1-1 0 0,0 1 1 0 0,0-1 0 0 0,0 1 0 0 0,0-1 0 0 0,0 1-1 0 0,0 0 1 0 0,0-1 0 0 0,1 1 0 0 0,-1-1-1 0 0,0 1 1 0 0,0 0 0 0 0,0-1 0 0 0,1 1 0 0 0,-1 0-1 0 0,0-1 1 0 0,1 1 0 0 0,-1 0 0 0 0,0 0 0 0 0,1-1-1 0 0,-1 1 1 0 0,0 0 0 0 0,1 0 0 0 0,-1-1-1 0 0,1 1 1 0 0,20 0-1926 0 0,20 14 251 0 0,-3 9 947 0 0,-24-14 612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0T00:10:51.373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28 21 12 0 0,'-17'11'718'0'0,"6"-8"7573"0"0,13-5-8291 0 0,0 0 1 0 0,0 0-1 0 0,0 0 0 0 0,0 0 1 0 0,0 0-1 0 0,0 1 0 0 0,1-1 1 0 0,-1 1-1 0 0,1 0 0 0 0,-1 0 1 0 0,1 0-1 0 0,-1 0 0 0 0,1 0 1 0 0,0 0-1 0 0,-1 1 0 0 0,1-1 1 0 0,0 1-1 0 0,-1 0 0 0 0,1 0 1 0 0,0 0-1 0 0,0 0 0 0 0,-1 0 1 0 0,4 1-1 0 0,5 0 15 0 0,0 0 1 0 0,0 1-1 0 0,0 1 0 0 0,15 5 1 0 0,-15-3 84 0 0,0 0 0 0 0,-1 2 0 0 0,1-1 1 0 0,-1 1-1 0 0,0 1 0 0 0,-1 0 1 0 0,0 0-1 0 0,0 1 0 0 0,-1 0 0 0 0,0 0 1 0 0,10 16-1 0 0,-18-25-68 0 0,0 1 0 0 0,0-1 0 0 0,0 0 0 0 0,1 0 0 0 0,-1 0 1 0 0,0 0-1 0 0,0 0 0 0 0,0 1 0 0 0,0-1 0 0 0,0 0 0 0 0,0 0 0 0 0,0 0 0 0 0,0 1 0 0 0,0-1 0 0 0,0 0 1 0 0,0 0-1 0 0,0 0 0 0 0,0 0 0 0 0,0 1 0 0 0,0-1 0 0 0,0 0 0 0 0,0 0 0 0 0,0 0 0 0 0,0 0 0 0 0,0 1 0 0 0,0-1 1 0 0,-1 0-1 0 0,1 0 0 0 0,0 0 0 0 0,0 0 0 0 0,0 1 0 0 0,0-1 0 0 0,0 0 0 0 0,0 0 0 0 0,0 0 0 0 0,-1 0 1 0 0,1 0-1 0 0,0 0 0 0 0,0 0 0 0 0,0 1 0 0 0,0-1 0 0 0,-1 0 0 0 0,1 0 0 0 0,0 0 0 0 0,0 0 0 0 0,0 0 1 0 0,0 0-1 0 0,-1 0 0 0 0,1 0 0 0 0,0 0 0 0 0,0 0 0 0 0,-18 2 628 0 0,-14-3-357 0 0,22 0-289 0 0,1-1 1 0 0,0 0 0 0 0,0-1 0 0 0,0 0 0 0 0,0 0 0 0 0,0-1 0 0 0,-8-5 0 0 0,12 7-71 0 0,0-1 0 0 0,1 0 0 0 0,-1 0 0 0 0,1-1 0 0 0,0 1 0 0 0,0-1 0 0 0,0 0 0 0 0,1 0 0 0 0,-1 0 0 0 0,1-1 0 0 0,0 1 0 0 0,0-1 0 0 0,-3-7 0 0 0,5 10 48 0 0,1 1 0 0 0,-1 0 0 0 0,1 0 0 0 0,-1-1 0 0 0,1 1 0 0 0,0 0 0 0 0,0 0 0 0 0,0-1-1 0 0,0 1 1 0 0,0 0 0 0 0,0 0 0 0 0,0-1 0 0 0,0 1 0 0 0,0 0 0 0 0,0-1 0 0 0,1 1-1 0 0,-1 0 1 0 0,0 0 0 0 0,1 0 0 0 0,-1-1 0 0 0,1 1 0 0 0,0 0 0 0 0,-1 0 0 0 0,1 0-1 0 0,0 0 1 0 0,1-1 0 0 0,0 0 6 0 0,1 0-1 0 0,-1 0 1 0 0,1 1-1 0 0,0-1 1 0 0,0 1-1 0 0,0-1 1 0 0,-1 1-1 0 0,1 0 0 0 0,0 0 1 0 0,6 0-1 0 0,5-1 16 0 0,0 0-1 0 0,0 2 0 0 0,23 0 0 0 0,-25 2-24 0 0,-1 0-1 0 0,0 0 0 0 0,0 1 0 0 0,0 0 0 0 0,0 1 0 0 0,20 9 0 0 0,-26-10 127 0 0,0-1 0 0 0,0 1 1 0 0,0 0-1 0 0,-1 0 0 0 0,1 1 0 0 0,-1-1 0 0 0,0 1 1 0 0,0 0-1 0 0,0 0 0 0 0,0 1 0 0 0,-1-1 0 0 0,0 1 1 0 0,0-1-1 0 0,0 1 0 0 0,0 0 0 0 0,2 7 0 0 0,-5-12-30 0 0,0 1 0 0 0,0 0 0 0 0,0-1 0 0 0,1 1 1 0 0,-1 0-1 0 0,0-1 0 0 0,0 1 0 0 0,0 0 0 0 0,0-1 0 0 0,-1 1 0 0 0,1 0 0 0 0,0 0 0 0 0,0-1 0 0 0,0 1 0 0 0,-1 0 0 0 0,1-1 0 0 0,0 1 0 0 0,0-1 0 0 0,-1 1 0 0 0,1 0 0 0 0,-1-1 0 0 0,1 1 1 0 0,-1-1-1 0 0,1 1 0 0 0,-1-1 0 0 0,1 1 0 0 0,-1-1 0 0 0,1 1 0 0 0,-2 0 0 0 0,-25 7 1101 0 0,-28-6-586 0 0,40-4-674 0 0,1 0 0 0 0,-1-1 0 0 0,1 0 1 0 0,-19-8-1 0 0,27 9-163 0 0,0 0 0 0 0,0-1 0 0 0,0 1 0 0 0,0-2 0 0 0,0 1 0 0 0,1-1 0 0 0,-1 0 1 0 0,1 0-1 0 0,0 0 0 0 0,1-1 0 0 0,-1 1 0 0 0,-4-7 0 0 0,8 10 25 0 0,0 0 0 0 0,1 0 0 0 0,-1 0 0 0 0,0 0 0 0 0,1 0 0 0 0,-1 0 0 0 0,1 0 0 0 0,-1-1 0 0 0,1 1 0 0 0,0 0 0 0 0,-1 0 0 0 0,1 0 0 0 0,0-1 0 0 0,0 1 0 0 0,0 0 0 0 0,0 0 0 0 0,0-1 0 0 0,0 1 0 0 0,0 0 0 0 0,0 0 0 0 0,0-1 0 0 0,1 1 0 0 0,-1 0 0 0 0,0 0 0 0 0,1 0 0 0 0,-1-1 0 0 0,1 1 0 0 0,0 0 0 0 0,-1 0 1 0 0,1 0-1 0 0,0 0 0 0 0,-1 0 0 0 0,1 0 0 0 0,0 0 0 0 0,0 0 0 0 0,0 1 0 0 0,0-1 0 0 0,0 0 0 0 0,0 0 0 0 0,0 1 0 0 0,0-1 0 0 0,0 1 0 0 0,0-1 0 0 0,1 1 0 0 0,-1-1 0 0 0,0 1 0 0 0,0 0 0 0 0,3-1 0 0 0,2 0-177 0 0,0-1 1 0 0,-1 1-1 0 0,1 0 1 0 0,0 1 0 0 0,0-1-1 0 0,0 1 1 0 0,0 1-1 0 0,0-1 1 0 0,7 2-1 0 0,0 1 145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0T00:10:52.274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158 18 132 0 0,'-38'23'2594'0'0,"34"-20"-2261"0"0,0 0 1 0 0,0 0-1 0 0,0-1 1 0 0,0 1-1 0 0,0-1 1 0 0,0 0-1 0 0,-1 0 1 0 0,1 0-1 0 0,-1 0 0 0 0,0-1 1 0 0,1 0-1 0 0,-1 0 1 0 0,0 0-1 0 0,0-1 1 0 0,1 1-1 0 0,-1-1 1 0 0,0 0-1 0 0,0 0 0 0 0,-6-2 1 0 0,11 2-321 0 0,0 0 0 0 0,-1 0-1 0 0,1 0 1 0 0,-1 0 0 0 0,1 0 0 0 0,-1 0 0 0 0,1 0-1 0 0,-1 0 1 0 0,1 0 0 0 0,-1 0 0 0 0,1 0 0 0 0,-1 0 0 0 0,1-1-1 0 0,0 1 1 0 0,-1 0 0 0 0,1 0 0 0 0,-1 0 0 0 0,1-1-1 0 0,0 1 1 0 0,-1 0 0 0 0,1-1 0 0 0,0 1 0 0 0,-1 0 0 0 0,1-1-1 0 0,0 1 1 0 0,-1 0 0 0 0,1-1 0 0 0,0 1 0 0 0,0-1-1 0 0,0 1 1 0 0,-1 0 0 0 0,1-1 0 0 0,0 1 0 0 0,0-1 0 0 0,0 1-1 0 0,0-1 1 0 0,0 1 0 0 0,0-1 0 0 0,0 1 0 0 0,0-1-1 0 0,0 1 1 0 0,0-1 0 0 0,0 1 0 0 0,0 0 0 0 0,0-1 0 0 0,0 1-1 0 0,0-1 1 0 0,0 1 0 0 0,1-1 0 0 0,-1 1 0 0 0,0-1-1 0 0,0 1 1 0 0,0 0 0 0 0,1-1 0 0 0,-1 1 0 0 0,0 0 0 0 0,1-1-1 0 0,-1 1 1 0 0,0 0 0 0 0,1-1 0 0 0,-1 1 0 0 0,0 0-1 0 0,1-1 1 0 0,1 0-8 0 0,0 0-1 0 0,0-1 1 0 0,-1 1-1 0 0,1 0 1 0 0,0 0-1 0 0,0 1 0 0 0,0-1 1 0 0,0 0-1 0 0,0 1 1 0 0,1-1-1 0 0,-1 1 1 0 0,0 0-1 0 0,4-1 1 0 0,2 3 51 0 0,1 0 0 0 0,-1 0 1 0 0,0 0-1 0 0,0 1 1 0 0,0 1-1 0 0,-1-1 0 0 0,1 1 1 0 0,-1 1-1 0 0,0-1 1 0 0,10 10-1 0 0,-12-11 53 0 0,-1 0 1 0 0,0 1-1 0 0,0 0 1 0 0,-1 0-1 0 0,1 0 1 0 0,-1 0 0 0 0,0 0-1 0 0,0 1 1 0 0,0-1-1 0 0,-1 1 1 0 0,1 0-1 0 0,-1 0 1 0 0,0 0-1 0 0,-1 0 1 0 0,1 0-1 0 0,-1 1 1 0 0,1 8-1 0 0,-2-13-49 0 0,-1 1 0 0 0,1 0-1 0 0,0 0 1 0 0,-1-1 0 0 0,1 1-1 0 0,-1 0 1 0 0,0-1 0 0 0,0 1-1 0 0,1 0 1 0 0,-1-1 0 0 0,0 1-1 0 0,-1-1 1 0 0,1 1 0 0 0,0-1 0 0 0,0 0-1 0 0,0 1 1 0 0,-1-1 0 0 0,1 0-1 0 0,-1 0 1 0 0,1 0 0 0 0,-1 0-1 0 0,1 0 1 0 0,-1 0 0 0 0,0-1-1 0 0,1 1 1 0 0,-1 0 0 0 0,0-1-1 0 0,1 0 1 0 0,-1 1 0 0 0,0-1 0 0 0,0 0-1 0 0,0 0 1 0 0,1 0 0 0 0,-1 0-1 0 0,0 0 1 0 0,-3 0 0 0 0,-5-1-35 0 0,-1 1 1 0 0,0-1-1 0 0,1-1 0 0 0,-19-5 1 0 0,24 6-68 0 0,0-1 0 0 0,0 0 0 0 0,0 0 0 0 0,1-1 0 0 0,-1 1 0 0 0,1-1 1 0 0,-1 0-1 0 0,1 0 0 0 0,0-1 0 0 0,0 1 0 0 0,0-1 0 0 0,1 0 0 0 0,-1 0 0 0 0,-4-7 0 0 0,7 9 26 0 0,1 1 0 0 0,-1 0-1 0 0,1-1 1 0 0,-1 1-1 0 0,1 0 1 0 0,-1-1 0 0 0,1 1-1 0 0,0 0 1 0 0,-1-1 0 0 0,1 1-1 0 0,0-1 1 0 0,0 1-1 0 0,0-1 1 0 0,0 1 0 0 0,1 0-1 0 0,-1-1 1 0 0,0 1-1 0 0,1-1 1 0 0,-1 1 0 0 0,0 0-1 0 0,2-3 1 0 0,0 2 12 0 0,-1 0 1 0 0,1 0-1 0 0,0 0 1 0 0,0 0-1 0 0,0 1 1 0 0,0-1-1 0 0,0 1 1 0 0,1-1-1 0 0,-1 1 1 0 0,0 0-1 0 0,1-1 0 0 0,-1 1 1 0 0,1 0-1 0 0,-1 1 1 0 0,6-2-1 0 0,4-1 44 0 0,1 1 0 0 0,0 1-1 0 0,-1 0 1 0 0,1 0 0 0 0,0 1 0 0 0,0 1-1 0 0,-1 0 1 0 0,19 5 0 0 0,-22-4-24 0 0,1 0 1 0 0,-1 1-1 0 0,1 0 0 0 0,-1 0 1 0 0,0 1-1 0 0,-1 1 1 0 0,1-1-1 0 0,-1 1 1 0 0,1 1-1 0 0,-1 0 1 0 0,10 10-1 0 0,-16-15 22 0 0,-1 0 0 0 0,0 0 0 0 0,0 0 0 0 0,0 0 0 0 0,0 1 0 0 0,0-1 0 0 0,0 0 0 0 0,0 1 0 0 0,-1-1 0 0 0,1 1 0 0 0,0-1 0 0 0,-1 1 1 0 0,1-1-1 0 0,-1 1 0 0 0,1-1 0 0 0,-1 1 0 0 0,0-1 0 0 0,0 1 0 0 0,0 0 0 0 0,0-1 0 0 0,0 1 0 0 0,0-1 0 0 0,0 1 0 0 0,0 0 0 0 0,-1-1 0 0 0,0 3 0 0 0,0-2 47 0 0,-1 1-1 0 0,0-1 0 0 0,1 0 1 0 0,-1 0-1 0 0,0 1 1 0 0,0-1-1 0 0,0 0 1 0 0,-1-1-1 0 0,1 1 0 0 0,0 0 1 0 0,-1-1-1 0 0,0 1 1 0 0,-3 1-1 0 0,-3 1 14 0 0,-1 0 0 0 0,-1-1 0 0 0,1 0 0 0 0,0 0 0 0 0,-1-1-1 0 0,-18 2 1 0 0,16-5-159 0 0,1 0 1 0 0,0-1-1 0 0,0 0 0 0 0,0-1 0 0 0,0 0 0 0 0,-15-7 1 0 0,22 8-97 0 0,1 1 0 0 0,-1-1 0 0 0,1-1 0 0 0,-1 1 0 0 0,1 0 0 0 0,0-1 0 0 0,-1 0 0 0 0,1 0 0 0 0,1-1 0 0 0,-1 1 0 0 0,0-1 0 0 0,1 1 0 0 0,0-1 0 0 0,0 0 0 0 0,0-1 0 0 0,0 1 0 0 0,-3-9 0 0 0,5 9-330 0 0,1 1-1 0 0,0-1 1 0 0,0 0-1 0 0,1 0 0 0 0,-1 0 1 0 0,1 0-1 0 0,-1 0 1 0 0,1 1-1 0 0,1-1 1 0 0,-1 0-1 0 0,0 1 0 0 0,1-1 1 0 0,0 1-1 0 0,0-1 1 0 0,0 1-1 0 0,4-5 1 0 0,41-48-4143 0 0,-15 31 3497 0 0,-22 20 891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0T00:10:53.09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156 126 96 0 0,'-3'0'314'0'0,"0"0"0"0"0,0 0 0 0 0,0 0 0 0 0,0-1 0 0 0,0 0 0 0 0,0 1 0 0 0,0-1 0 0 0,0 0 0 0 0,1 0 0 0 0,-1-1 0 0 0,0 1 0 0 0,0-1 0 0 0,1 1 0 0 0,-4-4 0 0 0,5 5-267 0 0,1-1 0 0 0,-1 0 0 0 0,1 1-1 0 0,-1-1 1 0 0,1 0 0 0 0,-1 1 0 0 0,1-1-1 0 0,-1 0 1 0 0,1 1 0 0 0,0-1 0 0 0,0 0 0 0 0,-1 0-1 0 0,1 1 1 0 0,0-1 0 0 0,0 0 0 0 0,0 0-1 0 0,0 0 1 0 0,0 1 0 0 0,0-1 0 0 0,0 0 0 0 0,0 0-1 0 0,0-1 1 0 0,1 1-13 0 0,-1-1 0 0 0,1 1-1 0 0,0-1 1 0 0,0 0 0 0 0,0 1-1 0 0,0 0 1 0 0,0-1 0 0 0,0 1 0 0 0,0 0-1 0 0,1-1 1 0 0,-1 1 0 0 0,0 0-1 0 0,1 0 1 0 0,2-1 0 0 0,-2 1-3 0 0,1 0 0 0 0,0 0 0 0 0,-1 1 0 0 0,1-1 0 0 0,0 1 0 0 0,-1-1-1 0 0,1 1 1 0 0,0 0 0 0 0,0 0 0 0 0,-1 1 0 0 0,1-1 0 0 0,0 0 0 0 0,0 1 0 0 0,-1 0 0 0 0,1 0 0 0 0,0-1 0 0 0,-1 2 0 0 0,1-1 0 0 0,-1 0 0 0 0,0 0-1 0 0,4 3 1 0 0,2 1 14 0 0,-1-1-1 0 0,1 2 1 0 0,-1-1-1 0 0,0 1 1 0 0,8 9-1 0 0,-12-12 62 0 0,-1-1-1 0 0,0 1 1 0 0,0 0 0 0 0,0 0-1 0 0,0 0 1 0 0,-1 0-1 0 0,1 0 1 0 0,-1 1 0 0 0,0-1-1 0 0,0 0 1 0 0,0 1-1 0 0,0-1 1 0 0,0 0-1 0 0,-1 1 1 0 0,1 4 0 0 0,-2-6-25 0 0,1-1 1 0 0,-1 1-1 0 0,1-1 1 0 0,-1 1 0 0 0,1-1-1 0 0,-1 0 1 0 0,0 1 0 0 0,0-1-1 0 0,0 0 1 0 0,0 1 0 0 0,0-1-1 0 0,0 0 1 0 0,0 0-1 0 0,0 0 1 0 0,0 0 0 0 0,0 0-1 0 0,-1 0 1 0 0,1 0 0 0 0,0 0-1 0 0,-1-1 1 0 0,1 1 0 0 0,-1 0-1 0 0,1-1 1 0 0,-1 1-1 0 0,1-1 1 0 0,-1 1 0 0 0,1-1-1 0 0,-1 0 1 0 0,1 0 0 0 0,-1 0-1 0 0,1 0 1 0 0,-1 0-1 0 0,0 0 1 0 0,-2-1 0 0 0,-7 1-29 0 0,0-2 0 0 0,0 0 0 0 0,0 0 0 0 0,0 0 0 0 0,0-2 0 0 0,0 1-1 0 0,1-1 1 0 0,-1-1 0 0 0,1 0 0 0 0,1-1 0 0 0,-1 1 0 0 0,1-2 0 0 0,0 1 0 0 0,0-1 0 0 0,0-1 0 0 0,1 0 0 0 0,1 0 0 0 0,-1 0 0 0 0,1-1 0 0 0,-9-16 0 0 0,15 24-67 0 0,0 0 0 0 0,1 0 0 0 0,-1 0 0 0 0,1-1 0 0 0,-1 1 1 0 0,1 0-1 0 0,-1 0 0 0 0,1-1 0 0 0,0 1 0 0 0,0 0 0 0 0,0-1 0 0 0,-1 1 1 0 0,1 0-1 0 0,1-1 0 0 0,-1 1 0 0 0,0 0 0 0 0,0-1 0 0 0,0 1 0 0 0,1 0 0 0 0,-1 0 1 0 0,1-1-1 0 0,-1 1 0 0 0,1 0 0 0 0,-1 0 0 0 0,1 0 0 0 0,0-1 0 0 0,-1 1 0 0 0,3-1 1 0 0,-1 0-1 0 0,1 0 0 0 0,0 0 0 0 0,-1 0 0 0 0,1 1 0 0 0,0-1 0 0 0,0 1 0 0 0,1 0 0 0 0,-1-1 1 0 0,0 2-1 0 0,0-1 0 0 0,4 0 0 0 0,11-2 10 0 0,-1 2 0 0 0,0 0 1 0 0,22 3-1 0 0,-33-2 89 0 0,1 1 0 0 0,-1 0 0 0 0,1 1 1 0 0,-1 0-1 0 0,1 0 0 0 0,-1 0 0 0 0,0 1 0 0 0,0-1 0 0 0,11 8 1 0 0,-16-9-11 0 0,0 0 0 0 0,0-1 0 0 0,0 1 0 0 0,0 0 1 0 0,0 0-1 0 0,0 0 0 0 0,-1 0 0 0 0,1 0 0 0 0,0 0 0 0 0,0 0 1 0 0,-1 1-1 0 0,1-1 0 0 0,0 0 0 0 0,-1 0 0 0 0,0 1 0 0 0,1-1 1 0 0,-1 0-1 0 0,0 0 0 0 0,1 1 0 0 0,-1-1 0 0 0,0 2 1 0 0,-1-1 18 0 0,1 0 1 0 0,-1 0-1 0 0,0 0 1 0 0,1-1 0 0 0,-1 1-1 0 0,0 0 1 0 0,-1 0-1 0 0,1-1 1 0 0,0 1-1 0 0,0 0 1 0 0,-1-1 0 0 0,1 1-1 0 0,-1-1 1 0 0,1 0-1 0 0,-1 0 1 0 0,1 1 0 0 0,-1-1-1 0 0,-3 1 1 0 0,2 0-115 0 0,-1 0-1 0 0,1 0 1 0 0,-1-1 0 0 0,1 0-1 0 0,-1 1 1 0 0,0-1 0 0 0,1-1 0 0 0,-1 1-1 0 0,-4 0 1 0 0,3-1-513 0 0,0 0 0 0 0,0 0 0 0 0,0 0 0 0 0,0-1 0 0 0,0 1 1 0 0,0-1-1 0 0,0-1 0 0 0,0 1 0 0 0,0-1 0 0 0,-8-3 0 0 0,11 4 204 0 0,0 0 1 0 0,0-1-1 0 0,0 1 1 0 0,0 0-1 0 0,1-1 1 0 0,-1 1-1 0 0,0-1 1 0 0,1 1-1 0 0,-1-1 1 0 0,1 0-1 0 0,-1 1 1 0 0,1-1-1 0 0,0 0 1 0 0,0 0-1 0 0,0 0 1 0 0,0 0-1 0 0,0 0 1 0 0,0-3-1 0 0,0 2 137 0 0,1 1-1 0 0,0-1 1 0 0,1 1-1 0 0,-1-1 0 0 0,0 1 1 0 0,1-1-1 0 0,-1 1 1 0 0,1-1-1 0 0,0 1 1 0 0,-1-1-1 0 0,1 1 1 0 0,0 0-1 0 0,1 0 1 0 0,-1-1-1 0 0,0 1 1 0 0,1 0-1 0 0,-1 0 0 0 0,1 0 1 0 0,3-3-1 0 0,3-4-89 0 0,0-1 45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0T00:10:28.51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82 327 224 0 0,'-1'1'162'0'0,"1"1"1"0"0,-1-1-1 0 0,0 0 0 0 0,0 1 1 0 0,0-1-1 0 0,1 0 0 0 0,-1 0 0 0 0,-1 1 1 0 0,1-1-1 0 0,0 0 0 0 0,0 0 1 0 0,0 0-1 0 0,0-1 0 0 0,-1 1 0 0 0,1 0 1 0 0,-1 0-1 0 0,1-1 0 0 0,0 1 1 0 0,-1-1-1 0 0,1 1 0 0 0,-1-1 1 0 0,1 1-1 0 0,-1-1 0 0 0,1 0 0 0 0,-1 0 1 0 0,1 0-1 0 0,-1 0 0 0 0,0 0 1 0 0,1 0-1 0 0,-1 0 0 0 0,1-1 1 0 0,-1 1-1 0 0,1 0 0 0 0,-1-1 0 0 0,1 1 1 0 0,0-1-1 0 0,-1 0 0 0 0,1 1 1 0 0,-1-1-1 0 0,1 0 0 0 0,0 0 0 0 0,0 0 1 0 0,-1 0-1 0 0,1 0 0 0 0,0 0 1 0 0,-1-1-1 0 0,0-2-9 0 0,0 1 0 0 0,-1 0 0 0 0,1 0 0 0 0,1-1 0 0 0,-1 1 0 0 0,0-1 0 0 0,1 0 0 0 0,0 1 0 0 0,0-1 1 0 0,0 0-1 0 0,0 0 0 0 0,0 1 0 0 0,1-1 0 0 0,0 0 0 0 0,0 0 0 0 0,0 0 0 0 0,1-7 0 0 0,0 7-137 0 0,-1 0 0 0 0,1 0 0 0 0,0 0 0 0 0,0 0 0 0 0,1 1 1 0 0,-1-1-1 0 0,1 0 0 0 0,0 1 0 0 0,0-1 0 0 0,0 1 0 0 0,0 0 0 0 0,1 0 0 0 0,-1-1 0 0 0,1 2 0 0 0,0-1 1 0 0,0 0-1 0 0,0 0 0 0 0,0 1 0 0 0,0 0 0 0 0,1 0 0 0 0,-1 0 0 0 0,8-3 0 0 0,-5 3-6 0 0,0 1-1 0 0,0 1 1 0 0,0-1-1 0 0,0 1 1 0 0,0 0-1 0 0,0 0 0 0 0,0 1 1 0 0,0 0-1 0 0,0 0 1 0 0,0 0-1 0 0,-1 1 1 0 0,1 0-1 0 0,0 0 1 0 0,8 4-1 0 0,0 0 67 0 0,-7-3 50 0 0,0 0 1 0 0,0 0 0 0 0,0 1 0 0 0,-1 0-1 0 0,8 6 2840 0 0,-56-12 2637 0 0,36 2-5310 0 0,0 0 1 0 0,0-1 0 0 0,0 0 0 0 0,0 0 0 0 0,1 0 0 0 0,-1-1-1 0 0,-9-3 1 0 0,11 3-687 0 0,1 0 0 0 0,-1 0-1 0 0,1 0 1 0 0,-1 0 0 0 0,1-1-1 0 0,0 1 1 0 0,0-1 0 0 0,0 0-1 0 0,0 0 1 0 0,1 0 0 0 0,-1 0-1 0 0,1-1 1 0 0,-1 1 0 0 0,1-1-1 0 0,-2-3 1 0 0,3 1-306 0 0,-1 1 0 0 0,1-1-1 0 0,-1 0 1 0 0,1 1 0 0 0,1-1 0 0 0,-1 0 0 0 0,1 1 0 0 0,0-1 0 0 0,1 0 0 0 0,-1 0-1 0 0,1 1 1 0 0,0-1 0 0 0,0 0 0 0 0,1 1 0 0 0,0-1 0 0 0,0 1 0 0 0,0 0 0 0 0,0 0-1 0 0,1 0 1 0 0,4-6 0 0 0,16-26-732 0 0,-15 25 1154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0T00:10:28.928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68 226 116 0 0,'-8'8'-286'0'0,"-30"22"6965"0"0,38-30-6521 0 0,-1 0 0 0 0,0 0 0 0 0,1 1 1 0 0,-1-1-1 0 0,1 0 0 0 0,-1 0 1 0 0,1 0-1 0 0,-1 0 0 0 0,0 1 1 0 0,1-1-1 0 0,-1 0 0 0 0,1 0 1 0 0,-1 0-1 0 0,0 0 0 0 0,1 0 0 0 0,-1-1 1 0 0,1 1-1 0 0,-1 0 0 0 0,1 0 1 0 0,-1 0-1 0 0,0 0 0 0 0,1-1 1 0 0,-1 1-1 0 0,1 0 0 0 0,-1-1 1 0 0,0 0-55 0 0,0 0 0 0 0,0-1 1 0 0,1 1-1 0 0,-1 0 1 0 0,1 0-1 0 0,-1-1 0 0 0,1 1 1 0 0,-1 0-1 0 0,1-1 1 0 0,0 1-1 0 0,0-1 0 0 0,-1 1 1 0 0,1 0-1 0 0,0-1 1 0 0,1-2-1 0 0,-1-5 156 0 0,2-1 1 0 0,-1 1-1 0 0,1-1 0 0 0,1 1 0 0 0,4-13 1 0 0,-4 13 559 0 0,0 1-1 0 0,0-1 1 0 0,-1 0 0 0 0,-1 0 0 0 0,2-12 918 0 0,-3 15 949 0 0,2-5-6307 0 0,13-7-8482 0 0,4-16 7241 0 0,-7 11 3659 0 0,-5 11 826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0T00:10:29.264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33 399 12 0 0,'-27'-8'7476'0'0,"26"5"-7437"0"0,0 1-1 0 0,0-1 1 0 0,0 1 0 0 0,1-1 0 0 0,-1 1-1 0 0,1-1 1 0 0,-1 0 0 0 0,1 1-1 0 0,0-1 1 0 0,0 0 0 0 0,0 1 0 0 0,0-1-1 0 0,1 0 1 0 0,-1 1 0 0 0,1-1-1 0 0,0 0 1 0 0,0 1 0 0 0,-1-1 0 0 0,2 1-1 0 0,-1-1 1 0 0,0 1 0 0 0,0 0 0 0 0,1 0-1 0 0,-1-1 1 0 0,3-1 0 0 0,2-4 125 0 0,0 0 1 0 0,0 0 0 0 0,1 0-1 0 0,0 1 1 0 0,11-9 0 0 0,-11 11-2 0 0,1-1 1 0 0,-1 2 0 0 0,1-1-1 0 0,0 1 1 0 0,0 0-1 0 0,0 1 1 0 0,1 0 0 0 0,-1 0-1 0 0,1 1 1 0 0,0 0-1 0 0,0 0 1 0 0,0 1 0 0 0,-1 0-1 0 0,1 1 1 0 0,0 0 0 0 0,0 0-1 0 0,0 1 1 0 0,0 0-1 0 0,0 0 1 0 0,14 8 7497 0 0,-36-8-5144 0 0,-15-3-1616 0 0,-16-12-2178 0 0,40 12 442 0 0,0 0-1 0 0,0-1 0 0 0,0 1 0 0 0,1-1 0 0 0,-1 0 1 0 0,1 0-1 0 0,-1 0 0 0 0,1 0 0 0 0,0 0 1 0 0,-4-7-1 0 0,4 5-222 0 0,1 0 0 0 0,0 0-1 0 0,-1 0 1 0 0,2 0 0 0 0,-1 0 0 0 0,1 0 0 0 0,-1 0 0 0 0,0-11 0 0 0,3-31-804 0 0,10-13 318 0 0,-6 41 1245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0T00:10:29.666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1 421 88 0 0,'9'-59'2635'0'0,"-7"34"-1193"0"0,2 0 0 0 0,1 0 0 0 0,9-26 0 0 0,-11 44-1195 0 0,-1 0 0 0 0,2 0 0 0 0,-1 0 0 0 0,1 1 0 0 0,0-1 0 0 0,0 1 0 0 0,1 0 0 0 0,-1 0-1 0 0,1 0 1 0 0,1 1 0 0 0,-1 0 0 0 0,1 0 0 0 0,0 0 0 0 0,12-6 0 0 0,-13 8-84 0 0,0 1-1 0 0,1 0 1 0 0,0 0-1 0 0,-1 0 0 0 0,1 1 1 0 0,0 0-1 0 0,0 0 1 0 0,0 1-1 0 0,0 0 1 0 0,0-1-1 0 0,0 2 1 0 0,0-1-1 0 0,0 1 1 0 0,-1 0-1 0 0,1 0 1 0 0,0 1-1 0 0,0 0 1 0 0,-1 0-1 0 0,1 0 0 0 0,-1 0 1 0 0,0 1-1 0 0,0 0 1 0 0,0 0-1 0 0,5 11 6912 0 0,-26-13-4619 0 0,-13-2-1320 0 0,-35-18 16 0 0,33 1-1919 0 0,29 17 491 0 0,1 0 1 0 0,0 0-1 0 0,-1-1 1 0 0,1 1 0 0 0,0 0-1 0 0,0-1 1 0 0,0 1-1 0 0,0-1 1 0 0,0 0 0 0 0,0 1-1 0 0,0-1 1 0 0,0 0 0 0 0,1 1-1 0 0,-1-3 1 0 0,1 2-308 0 0,0 0 0 0 0,0 1 0 0 0,1-1 0 0 0,-1 0 0 0 0,0 1 0 0 0,1-1 0 0 0,0 0 0 0 0,-1 1 0 0 0,1-1 1 0 0,0 1-1 0 0,0-1 0 0 0,0 1 0 0 0,0-1 0 0 0,0 1 0 0 0,0-1 0 0 0,0 1 0 0 0,1 0 0 0 0,-1 0 0 0 0,0 0 0 0 0,1 0 0 0 0,-1 0 1 0 0,1 0-1 0 0,1-1 0 0 0,41-22-4701 0 0,-39 22 4786 0 0,61-30-2159 0 0,-46 24 2299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0T00:10:30.11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74 141 204 0 0,'-1'1'193'0'0,"1"0"0"0"0,0-1 0 0 0,-1 1-1 0 0,1 0 1 0 0,-1 0 0 0 0,1 0 0 0 0,-1-1 0 0 0,1 1-1 0 0,-1 0 1 0 0,0-1 0 0 0,1 1 0 0 0,-1 0 0 0 0,0-1 0 0 0,0 1-1 0 0,1-1 1 0 0,-1 1 0 0 0,0-1 0 0 0,0 1 0 0 0,0-1 0 0 0,0 0-1 0 0,0 1 1 0 0,1-1 0 0 0,-1 0 0 0 0,0 0 0 0 0,0 0 0 0 0,0 0-1 0 0,0 0 1 0 0,0 0 0 0 0,-1 0 0 0 0,0 0 114 0 0,0-1 0 0 0,0 0 1 0 0,0 0-1 0 0,1 0 0 0 0,-1 0 0 0 0,0 0 1 0 0,1 0-1 0 0,-1-1 0 0 0,1 1 0 0 0,-1-1 1 0 0,1 1-1 0 0,0-1 0 0 0,-2-1 0 0 0,-1-2 207 0 0,1 0 0 0 0,0 0 0 0 0,1 0 0 0 0,-1 0 0 0 0,1-1-1 0 0,0 1 1 0 0,0-1 0 0 0,0 1 0 0 0,-1-12 0 0 0,3 15-334 0 0,0-1 0 0 0,0 0-1 0 0,0 0 1 0 0,1 1 0 0 0,-1-1 0 0 0,1 0 0 0 0,-1 1 0 0 0,1-1 0 0 0,0 0 0 0 0,0 1 0 0 0,0-1 0 0 0,1 1 0 0 0,-1-1-1 0 0,1 1 1 0 0,-1 0 0 0 0,1 0 0 0 0,0 0 0 0 0,0 0 0 0 0,0 0 0 0 0,3-3 0 0 0,-1 2 6 0 0,1 1 0 0 0,-1 0 0 0 0,1 0 1 0 0,-1 0-1 0 0,1 0 0 0 0,0 1 0 0 0,-1 0 0 0 0,1 0 0 0 0,0 0 1 0 0,9 0-1 0 0,-2 1 152 0 0,0 0 1 0 0,0 1-1 0 0,-1 0 0 0 0,1 1 1 0 0,0 1-1 0 0,-1-1 1 0 0,0 2-1 0 0,0 0 1 0 0,11 5-1 0 0,-6-1-341 0 0,-11-5 1135 0 0,-9-3-325 0 0,-14-1-2828 0 0,53 12-20450 0 0,-34-11 22320 0 0,36 6-1316 0 0,-23-4 1174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0T00:10:30.583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1 216 0 0,'27'30'1396'0'0,"-10"-10"3944"0"0,-50-26 5814 0 0,32 6-11043 0 0,1 0-1 0 0,-1 0 0 0 0,1 0 0 0 0,-1 0 0 0 0,1 0 1 0 0,-1 0-1 0 0,1-1 0 0 0,-1 1 0 0 0,1 0 1 0 0,-1 0-1 0 0,1 0 0 0 0,0-1 0 0 0,-1 1 1 0 0,1 0-1 0 0,0-1 0 0 0,-1 1 0 0 0,1 0 0 0 0,-1-1 1 0 0,1 1-1 0 0,0 0 0 0 0,0-1 0 0 0,-1 1 1 0 0,1-1-1 0 0,0 1 0 0 0,0 0 0 0 0,-1-1 1 0 0,1 1-1 0 0,0-1 0 0 0,0 1 0 0 0,0-1 0 0 0,0 1 1 0 0,0-1-1 0 0,0 1 0 0 0,0-1 0 0 0,0 1 1 0 0,0-1-1 0 0,0 1 0 0 0,0-1 0 0 0,0 1 1 0 0,0 0-1 0 0,0-1 0 0 0,0 1 0 0 0,0-1 0 0 0,1 1 1 0 0,-1-1-1 0 0,0 1 0 0 0,0-1 0 0 0,1 0 1 0 0,30-9 791 0 0,46 4-1248 0 0,-58 6 314 0 0,1 2 0 0 0,-1 0 1 0 0,0 2-1 0 0,1 0 0 0 0,-2 1 0 0 0,1 1 0 0 0,-1 0 0 0 0,0 2 0 0 0,0 0 0 0 0,0 1 0 0 0,30 21 1 0 0,-33-14 370 0 0,-15-15-281 0 0,0-1 0 0 0,0 0 0 0 0,0 0 0 0 0,0 1 0 0 0,0-1 0 0 0,1 0 0 0 0,-1 0 0 0 0,0 1 0 0 0,0-1 0 0 0,-1 0 0 0 0,1 0 0 0 0,0 1 0 0 0,0-1 0 0 0,0 0 0 0 0,0 0 0 0 0,0 1 0 0 0,0-1 0 0 0,0 0 0 0 0,0 0 0 0 0,0 1 0 0 0,0-1 0 0 0,-1 0 0 0 0,1 0 0 0 0,0 0 0 0 0,0 1 0 0 0,0-1 0 0 0,0 0 0 0 0,-1 0 0 0 0,1 0 0 0 0,0 0 0 0 0,0 0 0 0 0,0 1 0 0 0,-1-1 0 0 0,1 0 0 0 0,0 0 0 0 0,0 0 0 0 0,-1 0 0 0 0,1 0 0 0 0,0 0 0 0 0,-40 2 4391 0 0,25-2-4774 0 0,-9-2 1611 0 0,18 2-7109 0 0,15 6-1907 0 0,3 1 4091 0 0,33 19-4614 0 0,-20-13 6274 0 0,-2 1 0 0 0,34 26 0 0 0,-44-29 1746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0T00:10:30.971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1 116 0 0,'15'26'796'0'0,"29"60"4769"0"0,-40-76-3737 0 0,-1 0 0 0 0,0 0 0 0 0,0 1 0 0 0,-1-1 1 0 0,0 1-1 0 0,0 21 3737 0 0,8-32-5530 0 0,0 1 0 0 0,-1 0-1 0 0,1 0 1 0 0,-1 1 0 0 0,11 4-1 0 0,-16-6 21 0 0,-1 1 0 0 0,0 1 0 0 0,0-1 0 0 0,0 0 0 0 0,0 1 0 0 0,0 0 0 0 0,0-1 0 0 0,-1 1 0 0 0,1 0 1 0 0,0 1-1 0 0,-1-1 0 0 0,0 0 0 0 0,1 1 0 0 0,-1-1 0 0 0,0 1 0 0 0,0 0 0 0 0,-1-1 0 0 0,3 6 0 0 0,-2 3 4191 0 0,5 34-14938 0 0,12 28-1863 0 0,3 36 7811 0 0,-18-88 4404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0T00:10:31.512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1 24 0 0,'6'36'816'0'0,"4"25"2138"0"0,-9-53-1970 0 0,-1-1 1 0 0,0 0-1 0 0,0 1 1 0 0,0-1-1 0 0,-1 0 1 0 0,-3 9 0 0 0,13-15 6004 0 0,23 17-4881 0 0,19 20-2837 0 0,-43-29 706 0 0,-1-1-1 0 0,0 1 1 0 0,-1 1 0 0 0,0-1 0 0 0,0 1 0 0 0,-1 0 0 0 0,0 0-1 0 0,-1 1 1 0 0,0-1 0 0 0,0 1 0 0 0,-1 0 0 0 0,-1 0 0 0 0,0 0-1 0 0,0 0 1 0 0,-1 1 0 0 0,-1 15 0 0 0,-1-4 282 0 0,-1 0 0 0 0,-2-1 0 0 0,0 0 0 0 0,-1 0 0 0 0,-1 0-1 0 0,-1 0 1 0 0,-12 26 0 0 0,18-47-173 0 0,1 1 0 0 0,-1-1 0 0 0,1 1-1 0 0,-1-1 1 0 0,0 0 0 0 0,0 1 0 0 0,1-1-1 0 0,-1 0 1 0 0,0 1 0 0 0,0-1 0 0 0,0 0-1 0 0,0 0 1 0 0,-1 0 0 0 0,1 0 0 0 0,0 0-1 0 0,0 0 1 0 0,-3 1 0 0 0,4-2-67 0 0,-1 0 1 0 0,0 0-1 0 0,1 0 0 0 0,-1 0 1 0 0,1-1-1 0 0,-1 1 0 0 0,0 0 1 0 0,1 0-1 0 0,-1-1 0 0 0,1 1 0 0 0,-1 0 1 0 0,1-1-1 0 0,0 1 0 0 0,-1-1 1 0 0,1 1-1 0 0,-1-1 0 0 0,1 1 1 0 0,0-1-1 0 0,-1 1 0 0 0,1-1 1 0 0,0 1-1 0 0,-1-1 0 0 0,1 1 1 0 0,0-1-1 0 0,0 1 0 0 0,0-1 0 0 0,-1 0 1 0 0,1 1-1 0 0,0-1 0 0 0,-1-4-29 0 0,0 0 0 0 0,0 0 1 0 0,0 0-1 0 0,1 0 0 0 0,-1 0 0 0 0,1 0 0 0 0,1 0 0 0 0,-1 0 0 0 0,1 0 0 0 0,1-6 0 0 0,-2 9 0 0 0,1 0-1 0 0,-1 1 1 0 0,0-1 0 0 0,1 0 0 0 0,0 0-1 0 0,0 1 1 0 0,-1-1 0 0 0,1 0 0 0 0,0 1-1 0 0,0-1 1 0 0,0 1 0 0 0,0-1 0 0 0,1 1 0 0 0,-1 0-1 0 0,0-1 1 0 0,1 1 0 0 0,-1 0 0 0 0,1 0-1 0 0,-1 0 1 0 0,1 0 0 0 0,-1 0 0 0 0,1 0 0 0 0,0 0-1 0 0,-1 1 1 0 0,1-1 0 0 0,0 1 0 0 0,0-1-1 0 0,0 1 1 0 0,-1 0 0 0 0,1-1 0 0 0,0 1 0 0 0,0 0-1 0 0,0 0 1 0 0,0 0 0 0 0,0 1 0 0 0,-1-1-1 0 0,1 0 1 0 0,0 1 0 0 0,0-1 0 0 0,-1 1-1 0 0,1 0 1 0 0,0-1 0 0 0,0 1 0 0 0,-1 0 0 0 0,1 0-1 0 0,-1 0 1 0 0,1 0 0 0 0,-1 0 0 0 0,3 3-1 0 0,0-1-259 0 0,1 1 0 0 0,-1-1 0 0 0,-1 1 0 0 0,1 0 0 0 0,0 0 0 0 0,-1 0 0 0 0,0 0 0 0 0,0 1 1 0 0,0-1-1 0 0,0 1 0 0 0,-1 0 0 0 0,0 0 0 0 0,0 0 0 0 0,0 0 0 0 0,-1 0 0 0 0,2 10 0 0 0,-27-21-10345 0 0,-17-16 5432 0 0,3 2 3716 0 0,27 17 1232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0T00:10:53.946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207 215 132 0 0,'-10'1'451'0'0,"1"1"0"0"0,0-2 0 0 0,-1 1 1 0 0,1-1-1 0 0,0-1 0 0 0,-18-2 0 0 0,19 1-193 0 0,-1 1-1 0 0,1-1 1 0 0,0-1-1 0 0,0 0 1 0 0,0 0-1 0 0,1 0 1 0 0,-1-1 0 0 0,1 0-1 0 0,0 0 1 0 0,0-1-1 0 0,0 0 1 0 0,0-1-1 0 0,-7-7 1 0 0,13 12-231 0 0,0-1 1 0 0,0 0-1 0 0,0 0 1 0 0,0 1-1 0 0,0-1 0 0 0,0 0 1 0 0,0 0-1 0 0,1 0 1 0 0,-1 0-1 0 0,1 0 0 0 0,-1 0 1 0 0,1 0-1 0 0,0 0 1 0 0,0 0-1 0 0,0 0 0 0 0,0 0 1 0 0,0 0-1 0 0,0 0 1 0 0,0 0-1 0 0,1 0 0 0 0,-1 0 1 0 0,1 0-1 0 0,-1 0 1 0 0,1 0-1 0 0,0 1 0 0 0,0-1 1 0 0,0 0-1 0 0,0 0 1 0 0,0 1-1 0 0,0-1 0 0 0,1 0 1 0 0,-1 1-1 0 0,0-1 1 0 0,1 1-1 0 0,-1 0 0 0 0,1-1 1 0 0,2 0-1 0 0,0-1-3 0 0,-1 0-1 0 0,1 0 0 0 0,0 1 1 0 0,0-1-1 0 0,0 1 0 0 0,0 0 1 0 0,1 0-1 0 0,-1 1 0 0 0,0-1 1 0 0,1 1-1 0 0,-1 0 0 0 0,1 0 1 0 0,-1 1-1 0 0,1-1 0 0 0,7 1 1 0 0,-3 2-16 0 0,-1 0 0 0 0,0 1 0 0 0,0 0 0 0 0,0 0 0 0 0,0 1 0 0 0,-1 0 0 0 0,0 0 0 0 0,1 1-1 0 0,-1 0 1 0 0,-1 0 0 0 0,1 1 0 0 0,8 9 0 0 0,-12-12 62 0 0,0 0 0 0 0,0 0 0 0 0,-1 0 0 0 0,1 1 0 0 0,-1-1-1 0 0,0 1 1 0 0,0-1 0 0 0,0 1 0 0 0,0 0 0 0 0,-1 0 0 0 0,0-1-1 0 0,1 1 1 0 0,-1 0 0 0 0,-1 0 0 0 0,1 0 0 0 0,-1 1-1 0 0,1-1 1 0 0,-1 0 0 0 0,0 0 0 0 0,-1 0 0 0 0,1 0 0 0 0,-1 0-1 0 0,0 0 1 0 0,0 0 0 0 0,0 0 0 0 0,0 0 0 0 0,-4 6 0 0 0,4-8-11 0 0,0-1 1 0 0,-1 1-1 0 0,1-1 1 0 0,-1 0-1 0 0,0 1 1 0 0,1-1 0 0 0,-1 0-1 0 0,0 0 1 0 0,0 0-1 0 0,0 0 1 0 0,0 0-1 0 0,0-1 1 0 0,0 1 0 0 0,0 0-1 0 0,0-1 1 0 0,0 0-1 0 0,0 1 1 0 0,0-1-1 0 0,0 0 1 0 0,0 0 0 0 0,0 0-1 0 0,0 0 1 0 0,0-1-1 0 0,0 1 1 0 0,-1 0 0 0 0,1-1-1 0 0,0 0 1 0 0,0 1-1 0 0,1-1 1 0 0,-5-2-1 0 0,-4-1 20 0 0,0 0-1 0 0,0-1 1 0 0,0 0 0 0 0,-14-11-1 0 0,13 7-118 0 0,1 0 0 0 0,-1 0-1 0 0,2-1 1 0 0,-1-1 0 0 0,-15-22 0 0 0,23 30 28 0 0,0 0 1 0 0,0 0 0 0 0,0 0 0 0 0,0 0-1 0 0,1 0 1 0 0,-1 0 0 0 0,1-1 0 0 0,0 1 0 0 0,0-1-1 0 0,0 1 1 0 0,0-1 0 0 0,1 1 0 0 0,-1-1-1 0 0,1 1 1 0 0,0-1 0 0 0,0 0 0 0 0,0 1-1 0 0,1-1 1 0 0,-1 1 0 0 0,1-1 0 0 0,0 0-1 0 0,0 1 1 0 0,0 0 0 0 0,0-1 0 0 0,1 1-1 0 0,-1 0 1 0 0,1 0 0 0 0,2-4 0 0 0,0 4 14 0 0,-1 0 0 0 0,1 0 0 0 0,0 1 0 0 0,0-1 0 0 0,0 1 1 0 0,0 0-1 0 0,1 0 0 0 0,-1 0 0 0 0,0 1 0 0 0,1 0 0 0 0,0-1 0 0 0,-1 2 1 0 0,1-1-1 0 0,-1 0 0 0 0,1 1 0 0 0,0 0 0 0 0,-1 0 0 0 0,1 0 0 0 0,0 1 1 0 0,7 1-1 0 0,1 0 57 0 0,0 1 0 0 0,0 0 1 0 0,-1 1-1 0 0,1 0 1 0 0,-1 1-1 0 0,14 7 0 0 0,-23-10 52 0 0,0 0 0 0 0,0 0 0 0 0,0 1 0 0 0,-1-1 0 0 0,1 1 0 0 0,0-1 0 0 0,-1 1-1 0 0,0 0 1 0 0,0 0 0 0 0,0 0 0 0 0,0 0 0 0 0,0 0 0 0 0,0 0 0 0 0,-1 1-1 0 0,0-1 1 0 0,1 0 0 0 0,-1 1 0 0 0,-1-1 0 0 0,1 1 0 0 0,0 0 0 0 0,-1-1 0 0 0,0 1-1 0 0,0-1 1 0 0,0 1 0 0 0,-1 6 0 0 0,1-7-76 0 0,-1 0 0 0 0,0 0 0 0 0,0 0 0 0 0,0-1 1 0 0,0 1-1 0 0,0 0 0 0 0,0 0 0 0 0,-1-1 0 0 0,1 1 0 0 0,-1-1 0 0 0,0 1 0 0 0,0-1 0 0 0,-3 3 0 0 0,2-3-211 0 0,1 0 0 0 0,-1 0 0 0 0,1 0-1 0 0,-1-1 1 0 0,0 1 0 0 0,0-1-1 0 0,0 0 1 0 0,1 0 0 0 0,-1 0 0 0 0,0 0-1 0 0,0-1 1 0 0,-1 1 0 0 0,1-1-1 0 0,0 1 1 0 0,-3-1 0 0 0,2-1-176 0 0,0 1 1 0 0,1-1-1 0 0,-1 0 0 0 0,0 0 1 0 0,1 0-1 0 0,-1-1 0 0 0,1 1 0 0 0,-1-1 1 0 0,1 1-1 0 0,0-1 0 0 0,0 0 1 0 0,0-1-1 0 0,0 1 0 0 0,0-1 1 0 0,0 1-1 0 0,1-1 0 0 0,-1 0 1 0 0,1 0-1 0 0,-1 0 0 0 0,1 0 1 0 0,0 0-1 0 0,0 0 0 0 0,1-1 1 0 0,-1 1-1 0 0,-1-5 0 0 0,0 0 15 0 0,0 0 0 0 0,1 0 0 0 0,0 0 0 0 0,0-1 0 0 0,0 1 0 0 0,1-1 0 0 0,0 1 0 0 0,1-1 0 0 0,0 1-1 0 0,1-11 1 0 0,3 3 91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0T00:10:55.04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250 84 68 0 0,'-3'0'130'0'0,"1"-1"1"0"0,-1 1-1 0 0,1-1 0 0 0,0 1 1 0 0,-1-1-1 0 0,1 0 0 0 0,0 0 1 0 0,0 0-1 0 0,0 0 1 0 0,-1 0-1 0 0,1-1 0 0 0,0 1 1 0 0,1 0-1 0 0,-1-1 0 0 0,0 0 1 0 0,0 1-1 0 0,1-1 0 0 0,-1 0 1 0 0,1 0-1 0 0,-1 0 0 0 0,0-2 1 0 0,1 3-113 0 0,0 0 0 0 0,1-1-1 0 0,-1 1 1 0 0,1 0 0 0 0,0 0 0 0 0,-1 0 0 0 0,1 0 0 0 0,0 0 0 0 0,-1-1-1 0 0,1 1 1 0 0,0 0 0 0 0,0 0 0 0 0,0-1 0 0 0,0 1 0 0 0,0 0 0 0 0,1 0-1 0 0,-1 0 1 0 0,0-1 0 0 0,0 1 0 0 0,1 0 0 0 0,-1 0 0 0 0,1 0 0 0 0,-1 0-1 0 0,1 0 1 0 0,0 0 0 0 0,-1 0 0 0 0,1 0 0 0 0,0 0 0 0 0,-1 0 0 0 0,1 0-1 0 0,0 0 1 0 0,0 0 0 0 0,0 0 0 0 0,0 1 0 0 0,0-1 0 0 0,0 0 0 0 0,0 1 0 0 0,0-1-1 0 0,0 1 1 0 0,0-1 0 0 0,1 1 0 0 0,-1 0 0 0 0,1-1 0 0 0,1 1 11 0 0,0-1 1 0 0,0 1-1 0 0,-1 0 0 0 0,1 0 1 0 0,0 0-1 0 0,-1 1 1 0 0,1-1-1 0 0,0 1 1 0 0,0-1-1 0 0,-1 1 1 0 0,1 0-1 0 0,-1 0 0 0 0,1 0 1 0 0,-1 0-1 0 0,1 1 1 0 0,-1-1-1 0 0,0 1 1 0 0,1-1-1 0 0,-1 1 1 0 0,0 0-1 0 0,0 0 0 0 0,0 0 1 0 0,-1 0-1 0 0,1 0 1 0 0,0 0-1 0 0,1 3 1 0 0,2 3 39 0 0,1-1 1 0 0,-1 1-1 0 0,-1 0 1 0 0,0 0 0 0 0,0 0-1 0 0,5 15 1 0 0,-7-17 49 0 0,-1 0 1 0 0,0-1-1 0 0,0 1 1 0 0,-1 0-1 0 0,1 0 1 0 0,-1 0-1 0 0,0 0 0 0 0,-1 0 1 0 0,1-1-1 0 0,-1 1 1 0 0,0 0-1 0 0,-1 0 1 0 0,0-1-1 0 0,1 1 1 0 0,-2-1-1 0 0,1 1 1 0 0,-1-1-1 0 0,0 0 0 0 0,0 0 1 0 0,0 0-1 0 0,0 0 1 0 0,-1 0-1 0 0,0-1 1 0 0,0 0-1 0 0,-8 7 1 0 0,6-8-12 0 0,1 1 0 0 0,-1-1 0 0 0,0 1 0 0 0,0-2 0 0 0,-1 1 0 0 0,1-1 0 0 0,0 0 0 0 0,-1 0 0 0 0,0 0 0 0 0,1-1 0 0 0,-1 0 0 0 0,0-1 0 0 0,0 0 0 0 0,1 0 0 0 0,-1 0 0 0 0,0 0 0 0 0,0-1 0 0 0,1-1 0 0 0,-1 1 0 0 0,0-1 0 0 0,1 0 0 0 0,-7-3 0 0 0,0-1-22 0 0,-1 0 0 0 0,2-1 0 0 0,-1 0 0 0 0,-11-10 1 0 0,20 14-76 0 0,0 0 0 0 0,0 0 0 0 0,0-1 0 0 0,0 0 0 0 0,1 0 0 0 0,0 0 1 0 0,-1 0-1 0 0,2 0 0 0 0,-1-1 0 0 0,0 1 0 0 0,1-1 0 0 0,0 0 0 0 0,0 1 1 0 0,-2-9-1 0 0,4 11-24 0 0,0-1 0 0 0,0 1 1 0 0,0 0-1 0 0,1 0 0 0 0,-1-1 1 0 0,1 1-1 0 0,-1 0 0 0 0,1 0 1 0 0,0 0-1 0 0,0 0 0 0 0,0 0 1 0 0,0 0-1 0 0,0 0 1 0 0,0 0-1 0 0,1 0 0 0 0,-1 0 1 0 0,0 1-1 0 0,1-1 0 0 0,0 0 1 0 0,-1 1-1 0 0,1-1 0 0 0,0 1 1 0 0,0 0-1 0 0,0 0 0 0 0,0 0 1 0 0,0-1-1 0 0,0 2 0 0 0,0-1 1 0 0,0 0-1 0 0,0 0 0 0 0,5 0 1 0 0,5-3-8 0 0,0 1 0 0 0,1 0 0 0 0,0 1 0 0 0,15 0 1 0 0,2 0 146 0 0,-1 2 1 0 0,40 5-1 0 0,-60-4-19 0 0,1 1 1 0 0,-1 0-1 0 0,1 0 0 0 0,-1 1 0 0 0,0 0 0 0 0,0 0 0 0 0,0 1 0 0 0,0 0 0 0 0,0 1 0 0 0,-1 0 0 0 0,9 7 0 0 0,-16-11-21 0 0,0-1 0 0 0,0 1 0 0 0,-1 0 1 0 0,1 0-1 0 0,0 0 0 0 0,0-1 0 0 0,0 1 0 0 0,-1 0 0 0 0,1 0 0 0 0,-1 0 0 0 0,1 0 0 0 0,-1 0 1 0 0,1 1-1 0 0,-1-1 0 0 0,1 0 0 0 0,-1 0 0 0 0,0 0 0 0 0,0 0 0 0 0,0 0 0 0 0,0 1 1 0 0,0-1-1 0 0,0 0 0 0 0,0 0 0 0 0,0 0 0 0 0,0 0 0 0 0,0 1 0 0 0,0-1 0 0 0,-1 0 0 0 0,1 0 1 0 0,-1 1-1 0 0,-1 1 47 0 0,0 0 1 0 0,0 0-1 0 0,0 0 1 0 0,-1 0-1 0 0,1-1 1 0 0,-1 1-1 0 0,1-1 1 0 0,-1 0-1 0 0,0 1 1 0 0,-4 1-1 0 0,-4 2-92 0 0,-1 1 0 0 0,0-2 0 0 0,0 1 0 0 0,-22 5 0 0 0,25-9-431 0 0,1-1 0 0 0,0 0 1 0 0,-1 0-1 0 0,1 0 0 0 0,-1-1 1 0 0,0-1-1 0 0,1 1 0 0 0,0-2 0 0 0,-1 1 1 0 0,1-1-1 0 0,0 0 0 0 0,-1-1 0 0 0,1 0 1 0 0,1 0-1 0 0,-1 0 0 0 0,0-1 1 0 0,1-1-1 0 0,0 1 0 0 0,0-1 0 0 0,-12-11 1 0 0,13 11 46 0 0,1-1 0 0 0,1 0-1 0 0,-1 0 1 0 0,1 0 0 0 0,0 0 0 0 0,1-1 0 0 0,-1 1 0 0 0,1-1 0 0 0,0 0 0 0 0,1 0 0 0 0,0 0 0 0 0,0-1 0 0 0,0 1 0 0 0,1 0 0 0 0,0-1 0 0 0,1 1 0 0 0,0-1-1 0 0,0 1 1 0 0,0-1 0 0 0,1 1 0 0 0,0 0 0 0 0,0-1 0 0 0,5-13 0 0 0,0 5 110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0T00:10:55.653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317 116 100 0 0,'-64'48'4060'0'0,"52"-37"-2710"0"0,-1-1-1 0 0,0 0 1 0 0,-1-1 0 0 0,-19 10-1 0 0,33-19-825 0 0,8-23 132 0 0,-7 22-658 0 0,0 0-1 0 0,0 0 0 0 0,1 1 0 0 0,-1-1 1 0 0,0 0-1 0 0,0 0 0 0 0,0 1 0 0 0,1-1 0 0 0,-1 0 1 0 0,0 1-1 0 0,1-1 0 0 0,-1 1 0 0 0,0 0 1 0 0,1-1-1 0 0,-1 1 0 0 0,1 0 0 0 0,-1 0 1 0 0,1 0-1 0 0,-1 0 0 0 0,0 0 0 0 0,1 0 0 0 0,-1 1 1 0 0,1-1-1 0 0,1 1 0 0 0,0 0-20 0 0,-1 0 1 0 0,1 1-1 0 0,-1-1 1 0 0,1 1-1 0 0,-1 0 0 0 0,0 0 1 0 0,0 0-1 0 0,0 0 0 0 0,0 0 1 0 0,0 0-1 0 0,3 5 0 0 0,-2-2 63 0 0,0 0 0 0 0,0 0-1 0 0,-1 0 1 0 0,1 0-1 0 0,-1 1 1 0 0,0-1 0 0 0,-1 1-1 0 0,1 0 1 0 0,-1-1 0 0 0,0 1-1 0 0,0 0 1 0 0,-1 6-1 0 0,0-10 58 0 0,0 1-1 0 0,0-1 0 0 0,-1 0 0 0 0,1 0 1 0 0,-1 1-1 0 0,1-1 0 0 0,-1 0 0 0 0,0 0 0 0 0,0 0 1 0 0,0 0-1 0 0,0 0 0 0 0,0 0 0 0 0,-1 0 0 0 0,1 0 1 0 0,0 0-1 0 0,-1-1 0 0 0,0 1 0 0 0,1 0 0 0 0,-1-1 1 0 0,0 1-1 0 0,0-1 0 0 0,0 0 0 0 0,1 0 0 0 0,-5 2 1 0 0,2-2-31 0 0,0 0 0 0 0,0-1 1 0 0,0 1-1 0 0,0-1 0 0 0,0 0 1 0 0,0 0-1 0 0,0-1 0 0 0,0 1 1 0 0,0-1-1 0 0,0 0 1 0 0,0 0-1 0 0,-7-3 0 0 0,-6-3-229 0 0,0-1 1 0 0,0-1-1 0 0,1-1 0 0 0,-30-23 0 0 0,41 29-319 0 0,0 0-1 0 0,0 0 1 0 0,1 0 0 0 0,-1-1-1 0 0,1 0 1 0 0,0 0 0 0 0,1 0 0 0 0,-1 0-1 0 0,1-1 1 0 0,0 0 0 0 0,0 1-1 0 0,1-1 1 0 0,0 0 0 0 0,0 0-1 0 0,0 0 1 0 0,1-1 0 0 0,-1 1-1 0 0,2 0 1 0 0,-1-1 0 0 0,1 1-1 0 0,0 0 1 0 0,0-1 0 0 0,0 1 0 0 0,3-10-1 0 0,12-84-1734 0 0,-10 79 1972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0T00:10:56.167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92 80 48 0 0,'0'0'408'0'0,"-22"8"3711"0"0,17-8-3842 0 0,0-1-1 0 0,0 0 0 0 0,0-1 1 0 0,1 1-1 0 0,-1-1 1 0 0,0 0-1 0 0,1 0 1 0 0,-1 0-1 0 0,1-1 1 0 0,0 1-1 0 0,0-1 1 0 0,0 0-1 0 0,-6-6 550 0 0,13 7-837 0 0,0 1 0 0 0,-1-1 0 0 0,1 1 0 0 0,0 0 0 0 0,0 0 1 0 0,1 0-1 0 0,-1 0 0 0 0,0 1 0 0 0,0-1 0 0 0,0 1 0 0 0,0 0 0 0 0,1 0 0 0 0,4 0 0 0 0,-3 0 4 0 0,5-1 1 0 0,1 2-1 0 0,-1-1 1 0 0,0 1-1 0 0,0 1 1 0 0,0-1-1 0 0,0 2 1 0 0,0-1-1 0 0,-1 2 1 0 0,1-1-1 0 0,-1 1 1 0 0,1 1-1 0 0,-1-1 1 0 0,-1 2-1 0 0,11 7 0 0 0,-19-13 38 0 0,1 0 0 0 0,-1 0 1 0 0,0 0-1 0 0,0 0 0 0 0,1 0 0 0 0,-1 1 0 0 0,0-1 0 0 0,1 0 0 0 0,-1 0 0 0 0,0 1 0 0 0,0-1 0 0 0,1 0 0 0 0,-1 0 0 0 0,0 1 0 0 0,0-1 0 0 0,0 0 0 0 0,0 0 0 0 0,1 1 0 0 0,-1-1 0 0 0,0 0 0 0 0,0 1 0 0 0,0-1 0 0 0,0 0 0 0 0,0 1 0 0 0,0-1 0 0 0,0 0 0 0 0,0 1 0 0 0,0-1 0 0 0,0 0 0 0 0,0 1 0 0 0,0-1 0 0 0,0 0 0 0 0,0 1 0 0 0,0-1 0 0 0,0 0 0 0 0,0 1 0 0 0,0-1 0 0 0,-1 0 0 0 0,1 1 0 0 0,0-1 0 0 0,0 0 0 0 0,0 0 0 0 0,0 1 0 0 0,-1-1 0 0 0,1 0 0 0 0,0 0 0 0 0,0 1 0 0 0,-1-1 0 0 0,-22 6 730 0 0,-29-8-570 0 0,40-1-698 0 0,1 0 0 0 0,0-1 0 0 0,-22-12 0 0 0,29 14 120 0 0,1 0 0 0 0,-1 0 0 0 0,1-1 0 0 0,0 1 0 0 0,-1-1 0 0 0,1 0 0 0 0,1 0 0 0 0,-1 0 0 0 0,0 0 0 0 0,1-1 0 0 0,-1 1 0 0 0,1-1 0 0 0,0 0 1 0 0,0 1-1 0 0,-1-6 0 0 0,3 8 298 0 0,0 0 0 0 0,0 0-1 0 0,0 0 1 0 0,0 0 0 0 0,0 0 0 0 0,1 0 0 0 0,-1-1 0 0 0,0 1 0 0 0,1 0 0 0 0,-1 0 0 0 0,1 0 0 0 0,-1 0 0 0 0,1 0 0 0 0,-1 0 0 0 0,1 0 0 0 0,0 0 0 0 0,0 0 0 0 0,-1 1 0 0 0,1-1 0 0 0,0 0 0 0 0,0 0 0 0 0,0 1 0 0 0,0-1 0 0 0,0 0 0 0 0,0 1 0 0 0,0-1 0 0 0,0 1-1 0 0,0-1 1 0 0,0 1 0 0 0,2-1 0 0 0,5-2-108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0T00:10:56.691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55 119 104 0 0,'-2'2'313'0'0,"0"1"0"0"0,-1-1-1 0 0,1 1 1 0 0,0-1 0 0 0,-1 0 0 0 0,1 0 0 0 0,-1 0-1 0 0,0 0 1 0 0,1 0 0 0 0,-1 0 0 0 0,0-1 0 0 0,-6 3-1 0 0,8-4-217 0 0,1 0 0 0 0,-1 0 0 0 0,1 0-1 0 0,-1 0 1 0 0,1 0 0 0 0,-1 0 0 0 0,1 0-1 0 0,-1 0 1 0 0,1 0 0 0 0,-1 0 0 0 0,1 0-1 0 0,-1 0 1 0 0,1 0 0 0 0,0-1 0 0 0,-1 1-1 0 0,1 0 1 0 0,-1 0 0 0 0,1 0 0 0 0,-1-1-1 0 0,1 1 1 0 0,0 0 0 0 0,-1-1-1 0 0,1 1 1 0 0,-1 0 0 0 0,1-1 0 0 0,0 1-1 0 0,-1 0 1 0 0,1-1 0 0 0,0 1 0 0 0,-1-1-1 0 0,1-1-47 0 0,-1 0 0 0 0,1 0 0 0 0,0 0 0 0 0,0 0-1 0 0,-1 0 1 0 0,1 0 0 0 0,0 0 0 0 0,1 0 0 0 0,-1 0 0 0 0,0 0-1 0 0,1 1 1 0 0,0-5 0 0 0,0 0 35 0 0,1 0 1 0 0,0 0-1 0 0,0 0 1 0 0,0 0-1 0 0,1 0 0 0 0,0 1 1 0 0,0-1-1 0 0,0 1 0 0 0,1 0 1 0 0,0 0-1 0 0,0 0 1 0 0,0 0-1 0 0,0 1 0 0 0,1-1 1 0 0,0 1-1 0 0,0 0 0 0 0,0 1 1 0 0,0-1-1 0 0,11-4 1 0 0,-11 6-39 0 0,1 0 0 0 0,0 1 1 0 0,0 0-1 0 0,0 0 1 0 0,0 0-1 0 0,0 1 1 0 0,0-1-1 0 0,0 2 1 0 0,0-1-1 0 0,0 1 1 0 0,0 0-1 0 0,0 0 1 0 0,0 0-1 0 0,0 1 1 0 0,-1 0-1 0 0,1 0 1 0 0,0 1-1 0 0,-1-1 1 0 0,0 1-1 0 0,1 0 1 0 0,3 4-1 0 0,-2-2 66 0 0,-1-1-1 0 0,0 1 1 0 0,-1 0 0 0 0,1 1-1 0 0,-1-1 1 0 0,0 1-1 0 0,-1 0 1 0 0,1 0-1 0 0,-1 1 1 0 0,-1-1 0 0 0,1 1-1 0 0,-1 0 1 0 0,0 0-1 0 0,0 0 1 0 0,-1 0-1 0 0,2 9 1 0 0,-4-12 25 0 0,1 0 1 0 0,-1-1 0 0 0,0 1-1 0 0,0 0 1 0 0,0 0-1 0 0,-1 0 1 0 0,1 0-1 0 0,-1 0 1 0 0,0-1-1 0 0,0 1 1 0 0,-1 0 0 0 0,1-1-1 0 0,-1 1 1 0 0,1 0-1 0 0,-1-1 1 0 0,0 0-1 0 0,-1 0 1 0 0,1 1-1 0 0,0-1 1 0 0,-1 0-1 0 0,0-1 1 0 0,0 1 0 0 0,1 0-1 0 0,-2-1 1 0 0,1 0-1 0 0,0 0 1 0 0,0 0-1 0 0,-1 0 1 0 0,1 0-1 0 0,-1-1 1 0 0,1 1-1 0 0,-1-1 1 0 0,-4 1 0 0 0,3-1-26 0 0,0 0 0 0 0,0-1 0 0 0,-1 0 0 0 0,1 0 1 0 0,0 0-1 0 0,0 0 0 0 0,0-1 0 0 0,0 0 0 0 0,-1 0 1 0 0,1-1-1 0 0,0 1 0 0 0,1-1 0 0 0,-9-4 1 0 0,10 5-271 0 0,0 0 0 0 0,0 0 0 0 0,0-1 1 0 0,0 0-1 0 0,1 1 0 0 0,-1-1 1 0 0,0 0-1 0 0,1 0 0 0 0,-1 0 1 0 0,1-1-1 0 0,0 1 0 0 0,0 0 0 0 0,0-1 1 0 0,0 0-1 0 0,0 1 0 0 0,0-1 1 0 0,1 0-1 0 0,-1 0 0 0 0,1 0 0 0 0,0 0 1 0 0,0 0-1 0 0,-1-6 0 0 0,2 7-220 0 0,1 0 1 0 0,-1 0-1 0 0,1 0 0 0 0,0 0 0 0 0,-1 1 0 0 0,1-1 0 0 0,0 0 0 0 0,0 0 1 0 0,0 1-1 0 0,1-1 0 0 0,-1 1 0 0 0,0-1 0 0 0,0 1 0 0 0,1-1 0 0 0,-1 1 1 0 0,1 0-1 0 0,0 0 0 0 0,-1 0 0 0 0,1 0 0 0 0,0 0 0 0 0,-1 0 0 0 0,1 0 0 0 0,0 0 1 0 0,0 1-1 0 0,2-2 0 0 0,57-13-3272 0 0,-50 13 3321 0 0,21-3-250 0 0,-15 3 362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0T00:10:57.242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56 36 120 0 0,'-2'-1'289'0'0,"-1"0"0"0"0,1 0 0 0 0,0-1 1 0 0,0 1-1 0 0,0 0 0 0 0,0-1 0 0 0,0 1 0 0 0,0-1 0 0 0,0 0 0 0 0,0 0 1 0 0,1 0-1 0 0,-1 1 0 0 0,-1-4 0 0 0,-7-6 2716 0 0,40 43-2331 0 0,-19-20-770 0 0,0 1-35 0 0,0 0 0 0 0,-1 0 0 0 0,0 1 0 0 0,9 18 0 0 0,-18-30 194 0 0,0 0 0 0 0,1 0 0 0 0,-1 0 0 0 0,0 0 0 0 0,-1 1 0 0 0,1-1 0 0 0,0 0 0 0 0,-1 0 0 0 0,1 1 0 0 0,-1-1 0 0 0,1 1 0 0 0,-1-1 0 0 0,0 0 0 0 0,0 1 0 0 0,0-1 0 0 0,-1 1 0 0 0,1-1 0 0 0,-1 0 0 0 0,1 1 0 0 0,-1-1 0 0 0,0 0 0 0 0,1 0 0 0 0,-1 0 0 0 0,0 1 0 0 0,-1-1 0 0 0,1 0 0 0 0,0 0 0 0 0,-1 0 0 0 0,1 0 0 0 0,-1-1 0 0 0,1 1 0 0 0,-1 0 0 0 0,0-1 0 0 0,0 1 0 0 0,0-1 0 0 0,0 1 0 0 0,-3 0 0 0 0,2-1 32 0 0,-1 0-1 0 0,0 0 1 0 0,0-1-1 0 0,0 0 1 0 0,0 1-1 0 0,1-2 1 0 0,-1 1-1 0 0,0 0 1 0 0,0-1-1 0 0,0 1 1 0 0,1-1 0 0 0,-1 0-1 0 0,0-1 1 0 0,1 1-1 0 0,-1-1 1 0 0,1 1-1 0 0,-1-1 1 0 0,1 0-1 0 0,-5-4 1 0 0,-11-3-1616 0 0,19 9 1032 0 0,29 33-7191 0 0,-1 1 6370 0 0,-19-25 1085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0T00:10:57.679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63 60 16 0 0,'-1'-2'177'0'0,"0"1"1"0"0,0 0-1 0 0,0 1 1 0 0,0-1-1 0 0,0 0 1 0 0,0 0-1 0 0,0 0 1 0 0,-1 1-1 0 0,1-1 1 0 0,0 0-1 0 0,0 1 1 0 0,-1-1-1 0 0,1 1 1 0 0,0 0-1 0 0,-1-1 1 0 0,1 1-1 0 0,-1 0 1 0 0,1 0-1 0 0,0 0 1 0 0,-3 0-1 0 0,2 0-10 0 0,1 0 0 0 0,0 0 0 0 0,-1 0 0 0 0,1 0 0 0 0,0 0 0 0 0,-1 0 0 0 0,1 0 0 0 0,0 0 0 0 0,-1-1-1 0 0,1 1 1 0 0,0-1 0 0 0,-1 1 0 0 0,1-1 0 0 0,0 1 0 0 0,0-1 0 0 0,0 0 0 0 0,-1 0 0 0 0,1 1 0 0 0,0-1 0 0 0,0 0 0 0 0,0 0 0 0 0,0 0-1 0 0,1 0 1 0 0,-1 0 0 0 0,0-1 0 0 0,-1 0 0 0 0,2 1-134 0 0,0 1 0 0 0,0-1-1 0 0,-1 0 1 0 0,1 1 0 0 0,0-1 0 0 0,0 0-1 0 0,0 0 1 0 0,0 1 0 0 0,0-1 0 0 0,0 0-1 0 0,0 0 1 0 0,0 1 0 0 0,0-1 0 0 0,0 0-1 0 0,0 0 1 0 0,0 1 0 0 0,0-1 0 0 0,1 0 0 0 0,-1 1-1 0 0,0-1 1 0 0,1 0 0 0 0,-1 1 0 0 0,0-1-1 0 0,1 0 1 0 0,-1 1 0 0 0,1-1 0 0 0,-1 1-1 0 0,1-1 1 0 0,-1 0 0 0 0,1 1 0 0 0,-1 0-1 0 0,1-1 1 0 0,1 0 0 0 0,31-7 207 0 0,-21 8-250 0 0,0 0-1 0 0,1 1 0 0 0,20 4 1 0 0,56 22-677 0 0,-81-24 617 0 0,0 1-1 0 0,-1 0 0 0 0,1 0 0 0 0,-1 1 0 0 0,0-1 0 0 0,0 2 0 0 0,-1-1 0 0 0,12 13 0 0 0,-18-18 56 0 0,0-1 0 0 0,0 1-1 0 0,-1 0 1 0 0,1 0-1 0 0,0 0 1 0 0,0 0-1 0 0,0 0 1 0 0,-1 0 0 0 0,1 0-1 0 0,0 0 1 0 0,0 0-1 0 0,-1 0 1 0 0,1 0-1 0 0,0 0 1 0 0,0 0-1 0 0,0 0 1 0 0,-1 0 0 0 0,1 0-1 0 0,0 0 1 0 0,0 0-1 0 0,-1 0 1 0 0,1 0-1 0 0,0 0 1 0 0,0 1 0 0 0,0-1-1 0 0,-1 0 1 0 0,1 0-1 0 0,0 0 1 0 0,0 0-1 0 0,0 0 1 0 0,0 1 0 0 0,-1-1-1 0 0,1 0 1 0 0,0 0-1 0 0,0 0 1 0 0,0 0-1 0 0,0 1 1 0 0,0-1 0 0 0,0 0-1 0 0,0 0 1 0 0,0 0-1 0 0,-1 1 1 0 0,1-1-1 0 0,0 0 1 0 0,0 0-1 0 0,0 1 1 0 0,0-1 0 0 0,0 0-1 0 0,0 0 1 0 0,0 0-1 0 0,0 1 1 0 0,0-1-1 0 0,0 0 1 0 0,0 0 0 0 0,1 1-1 0 0,-1-1 1 0 0,0 0-1 0 0,0 0 1 0 0,0 0-1 0 0,0 1 1 0 0,0-1 0 0 0,0 0-1 0 0,0 0 1 0 0,1 1-1 0 0,-2-2-75 0 0,0 1-1 0 0,0 0 1 0 0,0 0 0 0 0,0 0-1 0 0,0 0 1 0 0,0 0-1 0 0,1 0 1 0 0,-1 0 0 0 0,0 0-1 0 0,0 1 1 0 0,0-1-1 0 0,0 0 1 0 0,0 0 0 0 0,1 1-1 0 0,-1-1 1 0 0,0 1-1 0 0,0-1 1 0 0,0 1 0 0 0,1-1-1 0 0,-1 1 1 0 0,0-1-1 0 0,1 1 1 0 0,-1-1 0 0 0,0 1-1 0 0,1 0 1 0 0,-1 0-1 0 0,1-1 1 0 0,-1 1 0 0 0,1 0-1 0 0,-1 0 1 0 0,1-1-1 0 0,0 1 1 0 0,-1 0 0 0 0,1 0-1 0 0,0 0 1 0 0,0 0-1 0 0,0 0 1 0 0,-1 1 0 0 0,1 17-777 0 0,1 0 1 0 0,1 0 0 0 0,4 23 0 0 0,-2-26 670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0T00:10:58.281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20 150 120 0 0,'-2'-2'546'0'0,"-7"-6"1555"0"0,2-3-193 0 0,6 9-1870 0 0,1 1 0 0 0,0-1 0 0 0,0 0 1 0 0,0 0-1 0 0,0 0 0 0 0,0 0 0 0 0,0 0 0 0 0,1 0 0 0 0,-1 0 0 0 0,1 1 0 0 0,-1-1 0 0 0,1 0 0 0 0,1-2 0 0 0,0-3-45 0 0,1 1 0 0 0,0 0 0 0 0,1 0 0 0 0,-1 0 0 0 0,1 0 0 0 0,0 1 0 0 0,1 0 0 0 0,-1-1 0 0 0,1 2 0 0 0,0-1 0 0 0,1 0 0 0 0,-1 1 0 0 0,1 0 0 0 0,-1 0 0 0 0,1 1 0 0 0,0 0 0 0 0,1 0 0 0 0,-1 0 0 0 0,12-3 0 0 0,-14 5-16 0 0,1 0-1 0 0,-1 0 0 0 0,1 1 0 0 0,-1-1 0 0 0,1 1 0 0 0,-1 0 0 0 0,1 1 0 0 0,-1-1 0 0 0,0 1 0 0 0,1 0 0 0 0,-1 0 0 0 0,0 0 0 0 0,1 0 0 0 0,-1 1 0 0 0,0 0 0 0 0,0 0 1 0 0,0 0-1 0 0,0 0 0 0 0,0 0 0 0 0,-1 1 0 0 0,1 0 0 0 0,-1 0 0 0 0,0 0 0 0 0,0 0 0 0 0,0 0 0 0 0,0 1 0 0 0,0-1 0 0 0,-1 1 0 0 0,1 0 0 0 0,3 7 0 0 0,-4-5 46 0 0,0-1 0 0 0,0 1-1 0 0,-1-1 1 0 0,0 1-1 0 0,0 0 1 0 0,0 0 0 0 0,-1-1-1 0 0,1 1 1 0 0,-1 0-1 0 0,-1 0 1 0 0,1 0 0 0 0,-1-1-1 0 0,0 1 1 0 0,0 0-1 0 0,-4 10 1 0 0,4-14 16 0 0,0 0 0 0 0,1 0-1 0 0,-1 0 1 0 0,0 0 0 0 0,-1 0 0 0 0,1 0 0 0 0,0 0-1 0 0,-1 0 1 0 0,1 0 0 0 0,-1 0 0 0 0,1-1 0 0 0,-1 1-1 0 0,0-1 1 0 0,1 1 0 0 0,-1-1 0 0 0,0 0 0 0 0,0 0-1 0 0,0 0 1 0 0,0 0 0 0 0,0 0 0 0 0,-1 0 0 0 0,1 0 0 0 0,0-1-1 0 0,0 1 1 0 0,0-1 0 0 0,-1 1 0 0 0,1-1 0 0 0,0 0-1 0 0,-1 0 1 0 0,1 0 0 0 0,0 0 0 0 0,-1 0 0 0 0,1-1-1 0 0,0 1 1 0 0,0-1 0 0 0,0 0 0 0 0,-1 1 0 0 0,1-1-1 0 0,0 0 1 0 0,0 0 0 0 0,-3-2 0 0 0,-2-1 38 0 0,0-1-1 0 0,1 0 1 0 0,-1 0 0 0 0,1 0-1 0 0,0-1 1 0 0,0 0 0 0 0,0 0-1 0 0,1-1 1 0 0,-8-12 0 0 0,11 16-89 0 0,0 0 1 0 0,0 0-1 0 0,0 0 1 0 0,1 0 0 0 0,-1 0-1 0 0,1 0 1 0 0,0 0-1 0 0,0 0 1 0 0,0-1-1 0 0,1 1 1 0 0,-1 0 0 0 0,1 0-1 0 0,-1-1 1 0 0,1 1-1 0 0,0-1 1 0 0,1 1-1 0 0,-1 0 1 0 0,0-1 0 0 0,1 1-1 0 0,0 0 1 0 0,0 0-1 0 0,0-1 1 0 0,0 1-1 0 0,0 0 1 0 0,1 0-1 0 0,-1 0 1 0 0,3-3 0 0 0,-3 6-59 0 0,-1-1 1 0 0,1 0 0 0 0,-1 1 0 0 0,1-1-1 0 0,-1 0 1 0 0,1 1 0 0 0,0-1 0 0 0,-1 1-1 0 0,1-1 1 0 0,0 1 0 0 0,0 0 0 0 0,-1-1 0 0 0,1 1-1 0 0,0 0 1 0 0,0-1 0 0 0,0 1 0 0 0,0 0-1 0 0,-1 0 1 0 0,1 0 0 0 0,0 0 0 0 0,0 0-1 0 0,0 0 1 0 0,0 0 0 0 0,0 0 0 0 0,-1 0-1 0 0,1 0 1 0 0,2 1 0 0 0,8 0-3836 0 0,-13 1 3439 0 0,2-1 270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20569f7507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g220569f7507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220569f7507_1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g220569f7507_1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220569f7507_1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g220569f7507_1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220569f7507_1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g220569f7507_1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220569f7507_1_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g220569f7507_1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220569f7507_1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g220569f7507_1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20569f7507_1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g220569f7507_1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220569f7507_1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g220569f7507_1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220569f7507_1_1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g220569f7507_1_1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>
          <a:extLst>
            <a:ext uri="{FF2B5EF4-FFF2-40B4-BE49-F238E27FC236}">
              <a16:creationId xmlns:a16="http://schemas.microsoft.com/office/drawing/2014/main" id="{221A1879-2E44-5792-0D93-E96EE640D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220569f7507_1_129:notes">
            <a:extLst>
              <a:ext uri="{FF2B5EF4-FFF2-40B4-BE49-F238E27FC236}">
                <a16:creationId xmlns:a16="http://schemas.microsoft.com/office/drawing/2014/main" id="{F2A404AD-DD5B-70E3-471D-A5DBA47F22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g220569f7507_1_129:notes">
            <a:extLst>
              <a:ext uri="{FF2B5EF4-FFF2-40B4-BE49-F238E27FC236}">
                <a16:creationId xmlns:a16="http://schemas.microsoft.com/office/drawing/2014/main" id="{676E64D4-E608-D8C8-0805-4CD7A6B219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450534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220569f7507_1_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g220569f7507_1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220569f7507_1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g220569f7507_1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220569f7507_1_1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g220569f7507_1_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22D88B79-09AE-7890-1DEE-519042BD5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>
            <a:extLst>
              <a:ext uri="{FF2B5EF4-FFF2-40B4-BE49-F238E27FC236}">
                <a16:creationId xmlns:a16="http://schemas.microsoft.com/office/drawing/2014/main" id="{E1F92B08-F286-0DC9-0C1F-CD6EBD044D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>
            <a:extLst>
              <a:ext uri="{FF2B5EF4-FFF2-40B4-BE49-F238E27FC236}">
                <a16:creationId xmlns:a16="http://schemas.microsoft.com/office/drawing/2014/main" id="{09051D2C-EB3A-4F4A-2199-DABA9E007A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889156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220569f7507_1_1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g220569f7507_1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20569f7507_1_1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g220569f7507_1_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220569f7507_1_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g220569f7507_1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43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name="adj" fmla="val 16667"/>
            </a:avLst>
          </a:prstGeom>
          <a:solidFill>
            <a:schemeClr val="lt1">
              <a:alpha val="67058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3"/>
          <p:cNvSpPr txBox="1">
            <a:spLocks noGrp="1"/>
          </p:cNvSpPr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3" name="Google Shape;13;p43"/>
          <p:cNvSpPr txBox="1">
            <a:spLocks noGrp="1"/>
          </p:cNvSpPr>
          <p:nvPr>
            <p:ph type="subTitle" idx="1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4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44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4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4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4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5"/>
          <p:cNvSpPr/>
          <p:nvPr/>
        </p:nvSpPr>
        <p:spPr>
          <a:xfrm rot="10800000" flipH="1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5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45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45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6"/>
          <p:cNvSpPr txBox="1">
            <a:spLocks noGrp="1"/>
          </p:cNvSpPr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28" name="Google Shape;28;p46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7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47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body" idx="2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47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8"/>
          <p:cNvSpPr txBox="1"/>
          <p:nvPr/>
        </p:nvSpPr>
        <p:spPr>
          <a:xfrm rot="10800000" flipH="1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48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48"/>
          <p:cNvSpPr txBox="1">
            <a:spLocks noGrp="1"/>
          </p:cNvSpPr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body" idx="1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49"/>
          <p:cNvSpPr txBox="1">
            <a:spLocks noGrp="1"/>
          </p:cNvSpPr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44" name="Google Shape;44;p49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50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50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5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50"/>
          <p:cNvSpPr txBox="1">
            <a:spLocks noGrp="1"/>
          </p:cNvSpPr>
          <p:nvPr>
            <p:ph type="subTitle" idx="1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0" name="Google Shape;50;p50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50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51"/>
          <p:cNvSpPr txBox="1"/>
          <p:nvPr/>
        </p:nvSpPr>
        <p:spPr>
          <a:xfrm rot="10800000" flipH="1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51"/>
          <p:cNvSpPr/>
          <p:nvPr/>
        </p:nvSpPr>
        <p:spPr>
          <a:xfrm rot="10800000" flipH="1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51"/>
          <p:cNvSpPr txBox="1">
            <a:spLocks noGrp="1"/>
          </p:cNvSpPr>
          <p:nvPr>
            <p:ph type="body" idx="1"/>
          </p:nvPr>
        </p:nvSpPr>
        <p:spPr>
          <a:xfrm>
            <a:off x="57150" y="4696825"/>
            <a:ext cx="8382000" cy="4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>
            <a:endParaRPr/>
          </a:p>
        </p:txBody>
      </p:sp>
      <p:sp>
        <p:nvSpPr>
          <p:cNvPr id="56" name="Google Shape;56;p51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4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52"/>
          <p:cNvSpPr txBox="1">
            <a:spLocks noGrp="1"/>
          </p:cNvSpPr>
          <p:nvPr>
            <p:ph type="title" hasCustomPrompt="1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" name="Google Shape;59;p52"/>
          <p:cNvSpPr txBox="1">
            <a:spLocks noGrp="1"/>
          </p:cNvSpPr>
          <p:nvPr>
            <p:ph type="body" idx="1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0" name="Google Shape;60;p5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4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21c03c1d1e6_1_13"/>
          <p:cNvSpPr txBox="1">
            <a:spLocks noGrp="1"/>
          </p:cNvSpPr>
          <p:nvPr>
            <p:ph type="title"/>
          </p:nvPr>
        </p:nvSpPr>
        <p:spPr>
          <a:xfrm>
            <a:off x="856060" y="463888"/>
            <a:ext cx="7429499" cy="1108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5" name="Google Shape;65;g21c03c1d1e6_1_13"/>
          <p:cNvSpPr txBox="1">
            <a:spLocks noGrp="1"/>
          </p:cNvSpPr>
          <p:nvPr>
            <p:ph type="body" idx="1"/>
          </p:nvPr>
        </p:nvSpPr>
        <p:spPr>
          <a:xfrm>
            <a:off x="856059" y="1687115"/>
            <a:ext cx="7429499" cy="2656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36550"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1pPr>
            <a:lvl2pPr marL="914400" lvl="1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2pPr>
            <a:lvl3pPr marL="1371600" lvl="2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3pPr>
            <a:lvl4pPr marL="1828800" lvl="3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4pPr>
            <a:lvl5pPr marL="2286000" lvl="4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5pPr>
            <a:lvl6pPr marL="2743200" lvl="5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6pPr>
            <a:lvl7pPr marL="3200400" lvl="6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7pPr>
            <a:lvl8pPr marL="3657600" lvl="7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8pPr>
            <a:lvl9pPr marL="4114800" lvl="8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9pPr>
          </a:lstStyle>
          <a:p>
            <a:endParaRPr/>
          </a:p>
        </p:txBody>
      </p:sp>
      <p:sp>
        <p:nvSpPr>
          <p:cNvPr id="66" name="Google Shape;66;g21c03c1d1e6_1_13"/>
          <p:cNvSpPr txBox="1">
            <a:spLocks noGrp="1"/>
          </p:cNvSpPr>
          <p:nvPr>
            <p:ph type="dt" idx="10"/>
          </p:nvPr>
        </p:nvSpPr>
        <p:spPr>
          <a:xfrm>
            <a:off x="5592691" y="4412457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7" name="Google Shape;67;g21c03c1d1e6_1_13"/>
          <p:cNvSpPr txBox="1">
            <a:spLocks noGrp="1"/>
          </p:cNvSpPr>
          <p:nvPr>
            <p:ph type="ftr" idx="11"/>
          </p:nvPr>
        </p:nvSpPr>
        <p:spPr>
          <a:xfrm>
            <a:off x="856058" y="4412456"/>
            <a:ext cx="4679482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8" name="Google Shape;68;g21c03c1d1e6_1_13"/>
          <p:cNvSpPr txBox="1">
            <a:spLocks noGrp="1"/>
          </p:cNvSpPr>
          <p:nvPr>
            <p:ph type="sldNum" idx="12"/>
          </p:nvPr>
        </p:nvSpPr>
        <p:spPr>
          <a:xfrm>
            <a:off x="7707241" y="4412456"/>
            <a:ext cx="578317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terial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42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4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image" Target="../media/image13.png"/><Relationship Id="rId18" Type="http://schemas.openxmlformats.org/officeDocument/2006/relationships/customXml" Target="../ink/ink8.xml"/><Relationship Id="rId26" Type="http://schemas.openxmlformats.org/officeDocument/2006/relationships/customXml" Target="../ink/ink12.xml"/><Relationship Id="rId3" Type="http://schemas.openxmlformats.org/officeDocument/2006/relationships/image" Target="../media/image8.png"/><Relationship Id="rId21" Type="http://schemas.openxmlformats.org/officeDocument/2006/relationships/image" Target="../media/image17.png"/><Relationship Id="rId7" Type="http://schemas.openxmlformats.org/officeDocument/2006/relationships/image" Target="../media/image10.png"/><Relationship Id="rId12" Type="http://schemas.openxmlformats.org/officeDocument/2006/relationships/customXml" Target="../ink/ink5.xml"/><Relationship Id="rId17" Type="http://schemas.openxmlformats.org/officeDocument/2006/relationships/image" Target="../media/image15.png"/><Relationship Id="rId25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6" Type="http://schemas.openxmlformats.org/officeDocument/2006/relationships/customXml" Target="../ink/ink7.xml"/><Relationship Id="rId20" Type="http://schemas.openxmlformats.org/officeDocument/2006/relationships/customXml" Target="../ink/ink9.xml"/><Relationship Id="rId29" Type="http://schemas.openxmlformats.org/officeDocument/2006/relationships/image" Target="../media/image21.png"/><Relationship Id="rId1" Type="http://schemas.openxmlformats.org/officeDocument/2006/relationships/slideLayout" Target="../slideLayouts/slideLayout3.xml"/><Relationship Id="rId6" Type="http://schemas.openxmlformats.org/officeDocument/2006/relationships/customXml" Target="../ink/ink2.xml"/><Relationship Id="rId11" Type="http://schemas.openxmlformats.org/officeDocument/2006/relationships/image" Target="../media/image12.png"/><Relationship Id="rId24" Type="http://schemas.openxmlformats.org/officeDocument/2006/relationships/customXml" Target="../ink/ink11.xml"/><Relationship Id="rId5" Type="http://schemas.openxmlformats.org/officeDocument/2006/relationships/image" Target="../media/image9.png"/><Relationship Id="rId15" Type="http://schemas.openxmlformats.org/officeDocument/2006/relationships/image" Target="../media/image14.png"/><Relationship Id="rId23" Type="http://schemas.openxmlformats.org/officeDocument/2006/relationships/image" Target="../media/image18.png"/><Relationship Id="rId28" Type="http://schemas.openxmlformats.org/officeDocument/2006/relationships/customXml" Target="../ink/ink13.xml"/><Relationship Id="rId10" Type="http://schemas.openxmlformats.org/officeDocument/2006/relationships/customXml" Target="../ink/ink4.xml"/><Relationship Id="rId19" Type="http://schemas.openxmlformats.org/officeDocument/2006/relationships/image" Target="../media/image16.png"/><Relationship Id="rId31" Type="http://schemas.openxmlformats.org/officeDocument/2006/relationships/image" Target="../media/image22.png"/><Relationship Id="rId4" Type="http://schemas.openxmlformats.org/officeDocument/2006/relationships/customXml" Target="../ink/ink1.xml"/><Relationship Id="rId9" Type="http://schemas.openxmlformats.org/officeDocument/2006/relationships/image" Target="../media/image11.png"/><Relationship Id="rId14" Type="http://schemas.openxmlformats.org/officeDocument/2006/relationships/customXml" Target="../ink/ink6.xml"/><Relationship Id="rId22" Type="http://schemas.openxmlformats.org/officeDocument/2006/relationships/customXml" Target="../ink/ink10.xml"/><Relationship Id="rId27" Type="http://schemas.openxmlformats.org/officeDocument/2006/relationships/image" Target="../media/image20.png"/><Relationship Id="rId30" Type="http://schemas.openxmlformats.org/officeDocument/2006/relationships/customXml" Target="../ink/ink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customXml" Target="../ink/ink20.xml"/><Relationship Id="rId18" Type="http://schemas.openxmlformats.org/officeDocument/2006/relationships/image" Target="../media/image31.png"/><Relationship Id="rId26" Type="http://schemas.openxmlformats.org/officeDocument/2006/relationships/image" Target="../media/image35.png"/><Relationship Id="rId39" Type="http://schemas.openxmlformats.org/officeDocument/2006/relationships/customXml" Target="../ink/ink33.xml"/><Relationship Id="rId21" Type="http://schemas.openxmlformats.org/officeDocument/2006/relationships/customXml" Target="../ink/ink24.xml"/><Relationship Id="rId34" Type="http://schemas.openxmlformats.org/officeDocument/2006/relationships/image" Target="../media/image39.png"/><Relationship Id="rId42" Type="http://schemas.openxmlformats.org/officeDocument/2006/relationships/image" Target="../media/image43.png"/><Relationship Id="rId47" Type="http://schemas.openxmlformats.org/officeDocument/2006/relationships/customXml" Target="../ink/ink37.xml"/><Relationship Id="rId50" Type="http://schemas.openxmlformats.org/officeDocument/2006/relationships/image" Target="../media/image47.png"/><Relationship Id="rId55" Type="http://schemas.openxmlformats.org/officeDocument/2006/relationships/customXml" Target="../ink/ink41.xml"/><Relationship Id="rId63" Type="http://schemas.openxmlformats.org/officeDocument/2006/relationships/customXml" Target="../ink/ink45.xml"/><Relationship Id="rId7" Type="http://schemas.openxmlformats.org/officeDocument/2006/relationships/customXml" Target="../ink/ink17.xml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30.png"/><Relationship Id="rId29" Type="http://schemas.openxmlformats.org/officeDocument/2006/relationships/customXml" Target="../ink/ink28.xml"/><Relationship Id="rId11" Type="http://schemas.openxmlformats.org/officeDocument/2006/relationships/customXml" Target="../ink/ink19.xml"/><Relationship Id="rId24" Type="http://schemas.openxmlformats.org/officeDocument/2006/relationships/image" Target="../media/image34.png"/><Relationship Id="rId32" Type="http://schemas.openxmlformats.org/officeDocument/2006/relationships/image" Target="../media/image38.png"/><Relationship Id="rId37" Type="http://schemas.openxmlformats.org/officeDocument/2006/relationships/customXml" Target="../ink/ink32.xml"/><Relationship Id="rId40" Type="http://schemas.openxmlformats.org/officeDocument/2006/relationships/image" Target="../media/image42.png"/><Relationship Id="rId45" Type="http://schemas.openxmlformats.org/officeDocument/2006/relationships/customXml" Target="../ink/ink36.xml"/><Relationship Id="rId53" Type="http://schemas.openxmlformats.org/officeDocument/2006/relationships/customXml" Target="../ink/ink40.xml"/><Relationship Id="rId58" Type="http://schemas.openxmlformats.org/officeDocument/2006/relationships/image" Target="../media/image51.png"/><Relationship Id="rId5" Type="http://schemas.openxmlformats.org/officeDocument/2006/relationships/customXml" Target="../ink/ink16.xml"/><Relationship Id="rId61" Type="http://schemas.openxmlformats.org/officeDocument/2006/relationships/customXml" Target="../ink/ink44.xml"/><Relationship Id="rId19" Type="http://schemas.openxmlformats.org/officeDocument/2006/relationships/customXml" Target="../ink/ink23.xml"/><Relationship Id="rId14" Type="http://schemas.openxmlformats.org/officeDocument/2006/relationships/image" Target="../media/image29.png"/><Relationship Id="rId22" Type="http://schemas.openxmlformats.org/officeDocument/2006/relationships/image" Target="../media/image33.png"/><Relationship Id="rId27" Type="http://schemas.openxmlformats.org/officeDocument/2006/relationships/customXml" Target="../ink/ink27.xml"/><Relationship Id="rId30" Type="http://schemas.openxmlformats.org/officeDocument/2006/relationships/image" Target="../media/image37.png"/><Relationship Id="rId35" Type="http://schemas.openxmlformats.org/officeDocument/2006/relationships/customXml" Target="../ink/ink31.xml"/><Relationship Id="rId43" Type="http://schemas.openxmlformats.org/officeDocument/2006/relationships/customXml" Target="../ink/ink35.xml"/><Relationship Id="rId48" Type="http://schemas.openxmlformats.org/officeDocument/2006/relationships/image" Target="../media/image46.png"/><Relationship Id="rId56" Type="http://schemas.openxmlformats.org/officeDocument/2006/relationships/image" Target="../media/image50.png"/><Relationship Id="rId64" Type="http://schemas.openxmlformats.org/officeDocument/2006/relationships/image" Target="../media/image54.png"/><Relationship Id="rId8" Type="http://schemas.openxmlformats.org/officeDocument/2006/relationships/image" Target="../media/image26.png"/><Relationship Id="rId51" Type="http://schemas.openxmlformats.org/officeDocument/2006/relationships/customXml" Target="../ink/ink39.xml"/><Relationship Id="rId3" Type="http://schemas.openxmlformats.org/officeDocument/2006/relationships/customXml" Target="../ink/ink15.xml"/><Relationship Id="rId12" Type="http://schemas.openxmlformats.org/officeDocument/2006/relationships/image" Target="../media/image28.png"/><Relationship Id="rId17" Type="http://schemas.openxmlformats.org/officeDocument/2006/relationships/customXml" Target="../ink/ink22.xml"/><Relationship Id="rId25" Type="http://schemas.openxmlformats.org/officeDocument/2006/relationships/customXml" Target="../ink/ink26.xml"/><Relationship Id="rId33" Type="http://schemas.openxmlformats.org/officeDocument/2006/relationships/customXml" Target="../ink/ink30.xml"/><Relationship Id="rId38" Type="http://schemas.openxmlformats.org/officeDocument/2006/relationships/image" Target="../media/image41.png"/><Relationship Id="rId46" Type="http://schemas.openxmlformats.org/officeDocument/2006/relationships/image" Target="../media/image45.png"/><Relationship Id="rId59" Type="http://schemas.openxmlformats.org/officeDocument/2006/relationships/customXml" Target="../ink/ink43.xml"/><Relationship Id="rId20" Type="http://schemas.openxmlformats.org/officeDocument/2006/relationships/image" Target="../media/image32.png"/><Relationship Id="rId41" Type="http://schemas.openxmlformats.org/officeDocument/2006/relationships/customXml" Target="../ink/ink34.xml"/><Relationship Id="rId54" Type="http://schemas.openxmlformats.org/officeDocument/2006/relationships/image" Target="../media/image49.png"/><Relationship Id="rId62" Type="http://schemas.openxmlformats.org/officeDocument/2006/relationships/image" Target="../media/image5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5.png"/><Relationship Id="rId15" Type="http://schemas.openxmlformats.org/officeDocument/2006/relationships/customXml" Target="../ink/ink21.xml"/><Relationship Id="rId23" Type="http://schemas.openxmlformats.org/officeDocument/2006/relationships/customXml" Target="../ink/ink25.xml"/><Relationship Id="rId28" Type="http://schemas.openxmlformats.org/officeDocument/2006/relationships/image" Target="../media/image36.png"/><Relationship Id="rId36" Type="http://schemas.openxmlformats.org/officeDocument/2006/relationships/image" Target="../media/image40.png"/><Relationship Id="rId49" Type="http://schemas.openxmlformats.org/officeDocument/2006/relationships/customXml" Target="../ink/ink38.xml"/><Relationship Id="rId57" Type="http://schemas.openxmlformats.org/officeDocument/2006/relationships/customXml" Target="../ink/ink42.xml"/><Relationship Id="rId10" Type="http://schemas.openxmlformats.org/officeDocument/2006/relationships/image" Target="../media/image27.png"/><Relationship Id="rId31" Type="http://schemas.openxmlformats.org/officeDocument/2006/relationships/customXml" Target="../ink/ink29.xml"/><Relationship Id="rId44" Type="http://schemas.openxmlformats.org/officeDocument/2006/relationships/image" Target="../media/image44.png"/><Relationship Id="rId52" Type="http://schemas.openxmlformats.org/officeDocument/2006/relationships/image" Target="../media/image48.png"/><Relationship Id="rId60" Type="http://schemas.openxmlformats.org/officeDocument/2006/relationships/image" Target="../media/image52.png"/><Relationship Id="rId4" Type="http://schemas.openxmlformats.org/officeDocument/2006/relationships/image" Target="../media/image24.png"/><Relationship Id="rId9" Type="http://schemas.openxmlformats.org/officeDocument/2006/relationships/customXml" Target="../ink/ink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"/>
          <p:cNvSpPr txBox="1">
            <a:spLocks noGrp="1"/>
          </p:cNvSpPr>
          <p:nvPr>
            <p:ph type="ctrTitle"/>
          </p:nvPr>
        </p:nvSpPr>
        <p:spPr>
          <a:xfrm>
            <a:off x="1465500" y="372650"/>
            <a:ext cx="62130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/>
              <a:t>Aprendizaje Profundo</a:t>
            </a:r>
            <a:endParaRPr/>
          </a:p>
        </p:txBody>
      </p:sp>
      <p:sp>
        <p:nvSpPr>
          <p:cNvPr id="74" name="Google Shape;74;p1"/>
          <p:cNvSpPr txBox="1">
            <a:spLocks noGrp="1"/>
          </p:cNvSpPr>
          <p:nvPr>
            <p:ph type="subTitle" idx="1"/>
          </p:nvPr>
        </p:nvSpPr>
        <p:spPr>
          <a:xfrm>
            <a:off x="460950" y="1379610"/>
            <a:ext cx="8222100" cy="16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900"/>
              <a:t>Facultad de Ingeniería</a:t>
            </a:r>
            <a:endParaRPr sz="29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900"/>
              <a:t>Universidad de Buenos Aires</a:t>
            </a:r>
            <a:endParaRPr sz="2900"/>
          </a:p>
        </p:txBody>
      </p:sp>
      <p:sp>
        <p:nvSpPr>
          <p:cNvPr id="75" name="Google Shape;75;p1"/>
          <p:cNvSpPr txBox="1">
            <a:spLocks noGrp="1"/>
          </p:cNvSpPr>
          <p:nvPr>
            <p:ph type="subTitle" idx="1"/>
          </p:nvPr>
        </p:nvSpPr>
        <p:spPr>
          <a:xfrm>
            <a:off x="198125" y="3661752"/>
            <a:ext cx="8222100" cy="137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600" dirty="0"/>
              <a:t>Profesores: </a:t>
            </a:r>
            <a:endParaRPr sz="26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dirty="0"/>
              <a:t>		</a:t>
            </a:r>
            <a:r>
              <a:rPr lang="pt-BR" sz="2600" dirty="0"/>
              <a:t>Marcos Maillot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/>
              <a:t>		Antonio Zarauz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/>
              <a:t>		Gerardo Vilcamiza</a:t>
            </a:r>
            <a:endParaRPr sz="2600" dirty="0"/>
          </a:p>
        </p:txBody>
      </p:sp>
      <p:pic>
        <p:nvPicPr>
          <p:cNvPr id="76" name="Google Shape;76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21900" y="2437800"/>
            <a:ext cx="1500200" cy="150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"/>
          <p:cNvSpPr txBox="1">
            <a:spLocks noGrp="1"/>
          </p:cNvSpPr>
          <p:nvPr>
            <p:ph type="title"/>
          </p:nvPr>
        </p:nvSpPr>
        <p:spPr>
          <a:xfrm>
            <a:off x="460950" y="303000"/>
            <a:ext cx="8222100" cy="9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SzPts val="2600"/>
              <a:buNone/>
            </a:pPr>
            <a:r>
              <a:rPr lang="en" sz="2100"/>
              <a:t>TRANSFER LEARNING</a:t>
            </a:r>
            <a:endParaRPr sz="2100"/>
          </a:p>
          <a:p>
            <a:pPr marL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SzPts val="2600"/>
              <a:buNone/>
            </a:pPr>
            <a:r>
              <a:rPr lang="en" sz="2100"/>
              <a:t>GENERATIVE ADVERSARIAL NETWORKS</a:t>
            </a:r>
            <a:endParaRPr sz="2100"/>
          </a:p>
        </p:txBody>
      </p:sp>
      <p:sp>
        <p:nvSpPr>
          <p:cNvPr id="82" name="Google Shape;82;p2"/>
          <p:cNvSpPr txBox="1">
            <a:spLocks noGrp="1"/>
          </p:cNvSpPr>
          <p:nvPr>
            <p:ph type="body" idx="1"/>
          </p:nvPr>
        </p:nvSpPr>
        <p:spPr>
          <a:xfrm>
            <a:off x="1381375" y="1986025"/>
            <a:ext cx="2421300" cy="30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Transfer learning</a:t>
            </a:r>
            <a:endParaRPr dirty="0">
              <a:solidFill>
                <a:schemeClr val="dk2"/>
              </a:solidFill>
            </a:endParaRPr>
          </a:p>
          <a:p>
            <a:pPr>
              <a:buClr>
                <a:schemeClr val="dk2"/>
              </a:buClr>
              <a:buFont typeface="Roboto"/>
              <a:buChar char="-"/>
            </a:pPr>
            <a:r>
              <a:rPr lang="en" dirty="0">
                <a:solidFill>
                  <a:schemeClr val="dk2"/>
                </a:solidFill>
              </a:rPr>
              <a:t>Ventajas</a:t>
            </a:r>
            <a:endParaRPr dirty="0">
              <a:solidFill>
                <a:schemeClr val="dk2"/>
              </a:solidFill>
            </a:endParaRPr>
          </a:p>
          <a:p>
            <a:pPr>
              <a:buClr>
                <a:schemeClr val="dk2"/>
              </a:buClr>
              <a:buFont typeface="Roboto"/>
              <a:buChar char="-"/>
            </a:pPr>
            <a:r>
              <a:rPr lang="en" dirty="0">
                <a:solidFill>
                  <a:schemeClr val="dk2"/>
                </a:solidFill>
              </a:rPr>
              <a:t>Estrategias</a:t>
            </a:r>
            <a:endParaRPr dirty="0">
              <a:solidFill>
                <a:schemeClr val="dk2"/>
              </a:solidFill>
            </a:endParaRPr>
          </a:p>
          <a:p>
            <a:pPr>
              <a:buClr>
                <a:schemeClr val="dk2"/>
              </a:buClr>
              <a:buFont typeface="Roboto"/>
              <a:buChar char="-"/>
            </a:pPr>
            <a:r>
              <a:rPr lang="en" dirty="0">
                <a:solidFill>
                  <a:schemeClr val="dk2"/>
                </a:solidFill>
              </a:rPr>
              <a:t>Ejemplo en colab</a:t>
            </a:r>
            <a:endParaRPr dirty="0">
              <a:solidFill>
                <a:schemeClr val="dk2"/>
              </a:solidFill>
            </a:endParaRPr>
          </a:p>
        </p:txBody>
      </p:sp>
      <p:pic>
        <p:nvPicPr>
          <p:cNvPr id="83" name="Google Shape;83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2"/>
          <p:cNvSpPr txBox="1">
            <a:spLocks noGrp="1"/>
          </p:cNvSpPr>
          <p:nvPr>
            <p:ph type="body" idx="1"/>
          </p:nvPr>
        </p:nvSpPr>
        <p:spPr>
          <a:xfrm>
            <a:off x="4512875" y="1986025"/>
            <a:ext cx="3792300" cy="30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dirty="0">
                <a:solidFill>
                  <a:schemeClr val="dk2"/>
                </a:solidFill>
              </a:rPr>
              <a:t>. Generative adversarial networks</a:t>
            </a:r>
            <a:endParaRPr dirty="0">
              <a:solidFill>
                <a:schemeClr val="dk2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dirty="0">
                <a:solidFill>
                  <a:schemeClr val="dk2"/>
                </a:solidFill>
              </a:rPr>
              <a:t>Introducción</a:t>
            </a:r>
            <a:endParaRPr dirty="0">
              <a:solidFill>
                <a:schemeClr val="dk2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dirty="0">
                <a:solidFill>
                  <a:schemeClr val="dk2"/>
                </a:solidFill>
              </a:rPr>
              <a:t>Usos</a:t>
            </a:r>
            <a:endParaRPr dirty="0">
              <a:solidFill>
                <a:schemeClr val="dk2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dirty="0">
                <a:solidFill>
                  <a:schemeClr val="dk2"/>
                </a:solidFill>
              </a:rPr>
              <a:t>Ejemplo en colab</a:t>
            </a:r>
            <a:endParaRPr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20569f7507_1_8"/>
          <p:cNvSpPr txBox="1"/>
          <p:nvPr/>
        </p:nvSpPr>
        <p:spPr>
          <a:xfrm>
            <a:off x="2842355" y="139148"/>
            <a:ext cx="3459290" cy="606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Transfer Learning</a:t>
            </a:r>
            <a:endParaRPr sz="2400" b="0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90" name="Google Shape;90;g220569f7507_1_8"/>
          <p:cNvSpPr txBox="1"/>
          <p:nvPr/>
        </p:nvSpPr>
        <p:spPr>
          <a:xfrm>
            <a:off x="251252" y="1047586"/>
            <a:ext cx="8641496" cy="3723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342900" marR="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Char char="•"/>
            </a:pP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No se suele diseñar y entrenar un modelo desde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CERO</a:t>
            </a:r>
            <a:endParaRPr sz="1100">
              <a:solidFill>
                <a:schemeClr val="dk2"/>
              </a:solidFill>
            </a:endParaRPr>
          </a:p>
          <a:p>
            <a:pPr marL="342900" marR="0" lvl="0" indent="-2032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b="1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342900" marR="0" lvl="0" indent="-3365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Char char="•"/>
            </a:pP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emplean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modelos existentes y probados 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 sus parámetros ya entrenados.</a:t>
            </a:r>
            <a:endParaRPr sz="1100">
              <a:solidFill>
                <a:schemeClr val="dk2"/>
              </a:solidFill>
            </a:endParaRPr>
          </a:p>
          <a:p>
            <a:pPr marL="342900" marR="0" lvl="0" indent="-2032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b="0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342900" marR="0" lvl="0" indent="-3365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Char char="•"/>
            </a:pP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Normalmente, los modelos que se toma de “base” cumplen una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tarea genérica.</a:t>
            </a:r>
            <a:endParaRPr sz="1100">
              <a:solidFill>
                <a:schemeClr val="dk2"/>
              </a:solidFill>
            </a:endParaRPr>
          </a:p>
          <a:p>
            <a:pPr marL="342900" marR="0" lvl="0" indent="-2032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b="0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342900" marR="0" lvl="0" indent="-3365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Char char="•"/>
            </a:pP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Al modelo “base” se le hacen los ajuste necesarios para  la nueva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tarea específica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que deben cumplir.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220569f7507_1_13"/>
          <p:cNvSpPr txBox="1"/>
          <p:nvPr/>
        </p:nvSpPr>
        <p:spPr>
          <a:xfrm>
            <a:off x="-119743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Transfer Learning</a:t>
            </a:r>
            <a:endParaRPr sz="2400" b="0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96" name="Google Shape;96;g220569f7507_1_13"/>
          <p:cNvSpPr txBox="1"/>
          <p:nvPr/>
        </p:nvSpPr>
        <p:spPr>
          <a:xfrm>
            <a:off x="358402" y="1752325"/>
            <a:ext cx="2307000" cy="8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Ventajas: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97" name="Google Shape;97;g220569f7507_1_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51176" y="1861852"/>
            <a:ext cx="6216801" cy="3017275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20569f7507_1_13"/>
          <p:cNvSpPr/>
          <p:nvPr/>
        </p:nvSpPr>
        <p:spPr>
          <a:xfrm>
            <a:off x="251252" y="2643357"/>
            <a:ext cx="3602700" cy="14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pocos datos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pre-trained models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pre-trained embeddings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Simulations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Cambio de dominio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20569f7507_1_20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Transfer Learning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04" name="Google Shape;104;g220569f7507_1_20"/>
          <p:cNvSpPr txBox="1"/>
          <p:nvPr/>
        </p:nvSpPr>
        <p:spPr>
          <a:xfrm>
            <a:off x="179650" y="1253975"/>
            <a:ext cx="2034000" cy="19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Adaptación de modelo base para cumplir la tarea específica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105" name="Google Shape;105;g220569f7507_1_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13654" y="922053"/>
            <a:ext cx="4987799" cy="3299382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g220569f7507_1_20"/>
          <p:cNvSpPr txBox="1"/>
          <p:nvPr/>
        </p:nvSpPr>
        <p:spPr>
          <a:xfrm>
            <a:off x="1949457" y="4474836"/>
            <a:ext cx="5516217" cy="393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reentrena la nueva arquitectura con el dataset específico bajo la tarea específica a cumplir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220569f7507_1_27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Transfer Learning - ¿Qué estrategia usar?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</a:pP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112" name="Google Shape;112;g220569f7507_1_27"/>
          <p:cNvCxnSpPr/>
          <p:nvPr/>
        </p:nvCxnSpPr>
        <p:spPr>
          <a:xfrm>
            <a:off x="914400" y="2782957"/>
            <a:ext cx="6927574" cy="0"/>
          </a:xfrm>
          <a:prstGeom prst="straightConnector1">
            <a:avLst/>
          </a:prstGeom>
          <a:noFill/>
          <a:ln w="7620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113" name="Google Shape;113;g220569f7507_1_27"/>
          <p:cNvCxnSpPr/>
          <p:nvPr/>
        </p:nvCxnSpPr>
        <p:spPr>
          <a:xfrm>
            <a:off x="4204252" y="814403"/>
            <a:ext cx="0" cy="3754562"/>
          </a:xfrm>
          <a:prstGeom prst="straightConnector1">
            <a:avLst/>
          </a:prstGeom>
          <a:noFill/>
          <a:ln w="7620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14" name="Google Shape;114;g220569f7507_1_27"/>
          <p:cNvSpPr txBox="1"/>
          <p:nvPr/>
        </p:nvSpPr>
        <p:spPr>
          <a:xfrm>
            <a:off x="44164" y="2463339"/>
            <a:ext cx="13419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pequeño 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5" name="Google Shape;115;g220569f7507_1_27"/>
          <p:cNvSpPr txBox="1"/>
          <p:nvPr/>
        </p:nvSpPr>
        <p:spPr>
          <a:xfrm>
            <a:off x="7890367" y="2399926"/>
            <a:ext cx="12672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grande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g220569f7507_1_27"/>
          <p:cNvSpPr txBox="1"/>
          <p:nvPr/>
        </p:nvSpPr>
        <p:spPr>
          <a:xfrm>
            <a:off x="3858557" y="579789"/>
            <a:ext cx="19116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semejante al generic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7" name="Google Shape;117;g220569f7507_1_27"/>
          <p:cNvSpPr txBox="1"/>
          <p:nvPr/>
        </p:nvSpPr>
        <p:spPr>
          <a:xfrm>
            <a:off x="3733702" y="4568966"/>
            <a:ext cx="16488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distinto al generic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g220569f7507_1_27"/>
          <p:cNvSpPr txBox="1"/>
          <p:nvPr/>
        </p:nvSpPr>
        <p:spPr>
          <a:xfrm>
            <a:off x="1394564" y="579812"/>
            <a:ext cx="1495841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feature extractor</a:t>
            </a:r>
            <a:endParaRPr sz="1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9" name="Google Shape;119;g220569f7507_1_27"/>
          <p:cNvSpPr txBox="1"/>
          <p:nvPr/>
        </p:nvSpPr>
        <p:spPr>
          <a:xfrm>
            <a:off x="6453683" y="533247"/>
            <a:ext cx="123245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fine tunning</a:t>
            </a:r>
            <a:endParaRPr sz="1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20" name="Google Shape;120;g220569f7507_1_27"/>
          <p:cNvSpPr txBox="1"/>
          <p:nvPr/>
        </p:nvSpPr>
        <p:spPr>
          <a:xfrm>
            <a:off x="231521" y="4287688"/>
            <a:ext cx="1809000" cy="7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feature extractor desde menor profundidad</a:t>
            </a:r>
            <a:endParaRPr sz="1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21" name="Google Shape;121;g220569f7507_1_27"/>
          <p:cNvSpPr txBox="1"/>
          <p:nvPr/>
        </p:nvSpPr>
        <p:spPr>
          <a:xfrm>
            <a:off x="6821251" y="4520942"/>
            <a:ext cx="213823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fine tunning (from pre-trained models)</a:t>
            </a:r>
            <a:endParaRPr sz="1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grpSp>
        <p:nvGrpSpPr>
          <p:cNvPr id="122" name="Google Shape;122;g220569f7507_1_27"/>
          <p:cNvGrpSpPr/>
          <p:nvPr/>
        </p:nvGrpSpPr>
        <p:grpSpPr>
          <a:xfrm>
            <a:off x="5712752" y="756097"/>
            <a:ext cx="2347622" cy="1899005"/>
            <a:chOff x="989692" y="2516687"/>
            <a:chExt cx="4698135" cy="4095829"/>
          </a:xfrm>
        </p:grpSpPr>
        <p:pic>
          <p:nvPicPr>
            <p:cNvPr id="123" name="Google Shape;123;g220569f7507_1_27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89692" y="2516687"/>
              <a:ext cx="4698135" cy="310777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4" name="Google Shape;124;g220569f7507_1_27"/>
            <p:cNvSpPr/>
            <p:nvPr/>
          </p:nvSpPr>
          <p:spPr>
            <a:xfrm rot="-5400000">
              <a:off x="3115799" y="4850874"/>
              <a:ext cx="466924" cy="1861478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22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125" name="Google Shape;125;g220569f7507_1_27"/>
            <p:cNvSpPr txBox="1"/>
            <p:nvPr/>
          </p:nvSpPr>
          <p:spPr>
            <a:xfrm>
              <a:off x="2763762" y="6015076"/>
              <a:ext cx="2095092" cy="59744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rgbClr val="FF0000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reentrenar</a:t>
              </a:r>
              <a:endParaRPr sz="1100"/>
            </a:p>
          </p:txBody>
        </p:sp>
      </p:grpSp>
      <p:grpSp>
        <p:nvGrpSpPr>
          <p:cNvPr id="126" name="Google Shape;126;g220569f7507_1_27"/>
          <p:cNvGrpSpPr/>
          <p:nvPr/>
        </p:nvGrpSpPr>
        <p:grpSpPr>
          <a:xfrm>
            <a:off x="854585" y="846167"/>
            <a:ext cx="2320231" cy="1808395"/>
            <a:chOff x="1139447" y="1128222"/>
            <a:chExt cx="4698135" cy="4213175"/>
          </a:xfrm>
        </p:grpSpPr>
        <p:pic>
          <p:nvPicPr>
            <p:cNvPr id="127" name="Google Shape;127;g220569f7507_1_27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139447" y="1128222"/>
              <a:ext cx="4698135" cy="310777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8" name="Google Shape;128;g220569f7507_1_27"/>
            <p:cNvSpPr/>
            <p:nvPr/>
          </p:nvSpPr>
          <p:spPr>
            <a:xfrm rot="-5400000">
              <a:off x="3866949" y="3979243"/>
              <a:ext cx="466924" cy="827809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22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129" name="Google Shape;129;g220569f7507_1_27"/>
            <p:cNvSpPr txBox="1"/>
            <p:nvPr/>
          </p:nvSpPr>
          <p:spPr>
            <a:xfrm>
              <a:off x="3454962" y="4696048"/>
              <a:ext cx="1597579" cy="6453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rgbClr val="FF0000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entrenar</a:t>
              </a:r>
              <a:endParaRPr sz="1100"/>
            </a:p>
          </p:txBody>
        </p:sp>
      </p:grpSp>
      <p:pic>
        <p:nvPicPr>
          <p:cNvPr id="130" name="Google Shape;130;g220569f7507_1_2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559877" y="2950618"/>
            <a:ext cx="2378053" cy="1572506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g220569f7507_1_27"/>
          <p:cNvSpPr/>
          <p:nvPr/>
        </p:nvSpPr>
        <p:spPr>
          <a:xfrm rot="-5400000">
            <a:off x="2732372" y="4325651"/>
            <a:ext cx="200415" cy="408824"/>
          </a:xfrm>
          <a:prstGeom prst="leftBrace">
            <a:avLst>
              <a:gd name="adj1" fmla="val 8333"/>
              <a:gd name="adj2" fmla="val 50000"/>
            </a:avLst>
          </a:prstGeom>
          <a:noFill/>
          <a:ln w="222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g220569f7507_1_27"/>
          <p:cNvSpPr txBox="1"/>
          <p:nvPr/>
        </p:nvSpPr>
        <p:spPr>
          <a:xfrm>
            <a:off x="2495725" y="4603590"/>
            <a:ext cx="107092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entrenar</a:t>
            </a:r>
            <a:endParaRPr sz="1100"/>
          </a:p>
        </p:txBody>
      </p:sp>
      <p:grpSp>
        <p:nvGrpSpPr>
          <p:cNvPr id="133" name="Google Shape;133;g220569f7507_1_27"/>
          <p:cNvGrpSpPr/>
          <p:nvPr/>
        </p:nvGrpSpPr>
        <p:grpSpPr>
          <a:xfrm>
            <a:off x="4661343" y="3001016"/>
            <a:ext cx="2347622" cy="1899005"/>
            <a:chOff x="989692" y="2516687"/>
            <a:chExt cx="4698135" cy="4095829"/>
          </a:xfrm>
        </p:grpSpPr>
        <p:pic>
          <p:nvPicPr>
            <p:cNvPr id="134" name="Google Shape;134;g220569f7507_1_27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89692" y="2516687"/>
              <a:ext cx="4698135" cy="310777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5" name="Google Shape;135;g220569f7507_1_27"/>
            <p:cNvSpPr/>
            <p:nvPr/>
          </p:nvSpPr>
          <p:spPr>
            <a:xfrm rot="-5400000">
              <a:off x="3115799" y="4850874"/>
              <a:ext cx="466924" cy="1861478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22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136" name="Google Shape;136;g220569f7507_1_27"/>
            <p:cNvSpPr txBox="1"/>
            <p:nvPr/>
          </p:nvSpPr>
          <p:spPr>
            <a:xfrm>
              <a:off x="2763762" y="6015076"/>
              <a:ext cx="2095092" cy="59744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rgbClr val="FF0000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reentrenar</a:t>
              </a:r>
              <a:endParaRPr sz="1100"/>
            </a:p>
          </p:txBody>
        </p:sp>
      </p:grpSp>
      <p:pic>
        <p:nvPicPr>
          <p:cNvPr id="137" name="Google Shape;137;g220569f7507_1_27" descr="Imagen que contiene Gráfico de líneas&#10;&#10;Descripción generada automáticamente"/>
          <p:cNvPicPr preferRelativeResize="0"/>
          <p:nvPr/>
        </p:nvPicPr>
        <p:blipFill rotWithShape="1">
          <a:blip r:embed="rId6">
            <a:alphaModFix/>
          </a:blip>
          <a:srcRect l="21184" r="25224"/>
          <a:stretch/>
        </p:blipFill>
        <p:spPr>
          <a:xfrm>
            <a:off x="7350406" y="3199615"/>
            <a:ext cx="1742942" cy="114488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8" name="Google Shape;138;g220569f7507_1_27"/>
          <p:cNvCxnSpPr/>
          <p:nvPr/>
        </p:nvCxnSpPr>
        <p:spPr>
          <a:xfrm>
            <a:off x="7841974" y="3607904"/>
            <a:ext cx="0" cy="544967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220569f7507_1_58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Transfer Learning - ejemplo colab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83" name="Google Shape;183;g220569f7507_1_58" descr="Diagrama&#10;&#10;Descripción generada automáticamente"/>
          <p:cNvPicPr preferRelativeResize="0"/>
          <p:nvPr/>
        </p:nvPicPr>
        <p:blipFill rotWithShape="1">
          <a:blip r:embed="rId3">
            <a:alphaModFix/>
          </a:blip>
          <a:srcRect b="5425"/>
          <a:stretch/>
        </p:blipFill>
        <p:spPr>
          <a:xfrm>
            <a:off x="780914" y="968402"/>
            <a:ext cx="7582169" cy="3859202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g220569f7507_1_58"/>
          <p:cNvSpPr txBox="1"/>
          <p:nvPr/>
        </p:nvSpPr>
        <p:spPr>
          <a:xfrm>
            <a:off x="1749284" y="814404"/>
            <a:ext cx="6805500" cy="5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Adaptación de modelo base para cumplir la tarea específica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85" name="Google Shape;185;g220569f7507_1_58"/>
          <p:cNvSpPr/>
          <p:nvPr/>
        </p:nvSpPr>
        <p:spPr>
          <a:xfrm>
            <a:off x="7026965" y="3657600"/>
            <a:ext cx="705679" cy="238539"/>
          </a:xfrm>
          <a:prstGeom prst="rect">
            <a:avLst/>
          </a:prstGeom>
          <a:solidFill>
            <a:schemeClr val="lt1"/>
          </a:solidFill>
          <a:ln w="158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g220569f7507_1_58"/>
          <p:cNvSpPr/>
          <p:nvPr/>
        </p:nvSpPr>
        <p:spPr>
          <a:xfrm>
            <a:off x="6689035" y="2890793"/>
            <a:ext cx="337930" cy="1005346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g220569f7507_1_58"/>
          <p:cNvSpPr txBox="1"/>
          <p:nvPr/>
        </p:nvSpPr>
        <p:spPr>
          <a:xfrm>
            <a:off x="7041872" y="3156787"/>
            <a:ext cx="1058003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Nuevo!</a:t>
            </a:r>
            <a:endParaRPr sz="1100"/>
          </a:p>
        </p:txBody>
      </p:sp>
      <p:sp>
        <p:nvSpPr>
          <p:cNvPr id="188" name="Google Shape;188;g220569f7507_1_58"/>
          <p:cNvSpPr txBox="1"/>
          <p:nvPr/>
        </p:nvSpPr>
        <p:spPr>
          <a:xfrm>
            <a:off x="116709" y="997014"/>
            <a:ext cx="1632578" cy="14542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rgbClr val="E18405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Generic Dataset:</a:t>
            </a:r>
            <a:endParaRPr sz="11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rgbClr val="E18405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ImageNet 1K</a:t>
            </a:r>
            <a:endParaRPr sz="1100" dirty="0"/>
          </a:p>
          <a:p>
            <a:pPr marL="254000" marR="0" lvl="0" indent="-247650" algn="l" rtl="0">
              <a:spcBef>
                <a:spcPts val="0"/>
              </a:spcBef>
              <a:spcAft>
                <a:spcPts val="0"/>
              </a:spcAft>
              <a:buClr>
                <a:srgbClr val="E18405"/>
              </a:buClr>
              <a:buSzPts val="1500"/>
              <a:buFont typeface="Twentieth Century"/>
              <a:buChar char="-"/>
            </a:pPr>
            <a:r>
              <a:rPr lang="en" sz="1500" b="1" dirty="0">
                <a:solidFill>
                  <a:srgbClr val="E18405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1000 clases</a:t>
            </a:r>
            <a:endParaRPr sz="1100" dirty="0"/>
          </a:p>
          <a:p>
            <a:pPr marL="254000" marR="0" lvl="0" indent="-247650" algn="l" rtl="0">
              <a:spcBef>
                <a:spcPts val="0"/>
              </a:spcBef>
              <a:spcAft>
                <a:spcPts val="0"/>
              </a:spcAft>
              <a:buClr>
                <a:srgbClr val="E18405"/>
              </a:buClr>
              <a:buSzPts val="1500"/>
              <a:buFont typeface="Twentieth Century"/>
              <a:buChar char="-"/>
            </a:pPr>
            <a:r>
              <a:rPr lang="en" sz="1500" b="1" dirty="0">
                <a:solidFill>
                  <a:srgbClr val="E18405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1.281.167 (train set)</a:t>
            </a:r>
            <a:endParaRPr sz="1100" dirty="0"/>
          </a:p>
          <a:p>
            <a:pPr marL="254000" marR="0" lvl="0" indent="-247650" algn="l" rtl="0">
              <a:spcBef>
                <a:spcPts val="0"/>
              </a:spcBef>
              <a:spcAft>
                <a:spcPts val="0"/>
              </a:spcAft>
              <a:buClr>
                <a:srgbClr val="E18405"/>
              </a:buClr>
              <a:buSzPts val="1500"/>
              <a:buFont typeface="Twentieth Century"/>
              <a:buChar char="-"/>
            </a:pPr>
            <a:r>
              <a:rPr lang="en" sz="1500" b="1" dirty="0">
                <a:solidFill>
                  <a:srgbClr val="E18405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RGB</a:t>
            </a:r>
            <a:endParaRPr sz="1100" dirty="0"/>
          </a:p>
        </p:txBody>
      </p:sp>
      <p:sp>
        <p:nvSpPr>
          <p:cNvPr id="189" name="Google Shape;189;g220569f7507_1_58"/>
          <p:cNvSpPr txBox="1"/>
          <p:nvPr/>
        </p:nvSpPr>
        <p:spPr>
          <a:xfrm>
            <a:off x="116709" y="3786802"/>
            <a:ext cx="1632578" cy="1223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Specific Dataset:</a:t>
            </a:r>
            <a:endParaRPr sz="110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Bees &amp; ants</a:t>
            </a:r>
            <a:endParaRPr sz="15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54000" marR="0" lvl="0" indent="-2476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500"/>
              <a:buFont typeface="Twentieth Century"/>
              <a:buChar char="-"/>
            </a:pPr>
            <a:r>
              <a:rPr lang="en" sz="15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2 clases</a:t>
            </a:r>
            <a:endParaRPr sz="1100"/>
          </a:p>
          <a:p>
            <a:pPr marL="254000" marR="0" lvl="0" indent="-2476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500"/>
              <a:buFont typeface="Twentieth Century"/>
              <a:buChar char="-"/>
            </a:pPr>
            <a:r>
              <a:rPr lang="en" sz="15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120 (train set)</a:t>
            </a:r>
            <a:endParaRPr sz="1100"/>
          </a:p>
          <a:p>
            <a:pPr marL="254000" marR="0" lvl="0" indent="-2476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500"/>
              <a:buFont typeface="Twentieth Century"/>
              <a:buChar char="-"/>
            </a:pPr>
            <a:r>
              <a:rPr lang="en" sz="15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RGB</a:t>
            </a:r>
            <a:endParaRPr sz="1100"/>
          </a:p>
        </p:txBody>
      </p:sp>
      <p:sp>
        <p:nvSpPr>
          <p:cNvPr id="190" name="Google Shape;190;g220569f7507_1_58"/>
          <p:cNvSpPr txBox="1"/>
          <p:nvPr/>
        </p:nvSpPr>
        <p:spPr>
          <a:xfrm rot="-5400000">
            <a:off x="1110345" y="2812331"/>
            <a:ext cx="735078" cy="25391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latin typeface="Twentieth Century"/>
                <a:ea typeface="Twentieth Century"/>
                <a:cs typeface="Twentieth Century"/>
                <a:sym typeface="Twentieth Century"/>
              </a:rPr>
              <a:t>400*400</a:t>
            </a:r>
            <a:endParaRPr sz="1100" dirty="0"/>
          </a:p>
        </p:txBody>
      </p:sp>
      <p:sp>
        <p:nvSpPr>
          <p:cNvPr id="191" name="Google Shape;191;g220569f7507_1_58"/>
          <p:cNvSpPr txBox="1"/>
          <p:nvPr/>
        </p:nvSpPr>
        <p:spPr>
          <a:xfrm rot="-5400000">
            <a:off x="5508410" y="1987099"/>
            <a:ext cx="735078" cy="25391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Twentieth Century"/>
                <a:ea typeface="Twentieth Century"/>
                <a:cs typeface="Twentieth Century"/>
                <a:sym typeface="Twentieth Century"/>
              </a:rPr>
              <a:t>12*12</a:t>
            </a:r>
            <a:endParaRPr sz="1100"/>
          </a:p>
        </p:txBody>
      </p:sp>
      <p:sp>
        <p:nvSpPr>
          <p:cNvPr id="192" name="Google Shape;192;g220569f7507_1_58"/>
          <p:cNvSpPr txBox="1"/>
          <p:nvPr/>
        </p:nvSpPr>
        <p:spPr>
          <a:xfrm>
            <a:off x="7012265" y="4175098"/>
            <a:ext cx="735078" cy="25391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Twentieth Century"/>
                <a:ea typeface="Twentieth Century"/>
                <a:cs typeface="Twentieth Century"/>
                <a:sym typeface="Twentieth Century"/>
              </a:rPr>
              <a:t>2 clases</a:t>
            </a:r>
            <a:endParaRPr sz="1100"/>
          </a:p>
        </p:txBody>
      </p:sp>
      <p:sp>
        <p:nvSpPr>
          <p:cNvPr id="2" name="Google Shape;190;g220569f7507_1_58">
            <a:extLst>
              <a:ext uri="{FF2B5EF4-FFF2-40B4-BE49-F238E27FC236}">
                <a16:creationId xmlns:a16="http://schemas.microsoft.com/office/drawing/2014/main" id="{8A466B22-50EF-EA89-C9E0-5F4E0B13CF57}"/>
              </a:ext>
            </a:extLst>
          </p:cNvPr>
          <p:cNvSpPr txBox="1"/>
          <p:nvPr/>
        </p:nvSpPr>
        <p:spPr>
          <a:xfrm rot="-5400000">
            <a:off x="5985881" y="3323990"/>
            <a:ext cx="1145692" cy="23080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sz="1050" dirty="0">
                <a:latin typeface="Twentieth Century"/>
                <a:ea typeface="Twentieth Century"/>
                <a:cs typeface="Twentieth Century"/>
                <a:sym typeface="Twentieth Century"/>
              </a:rPr>
              <a:t>A</a:t>
            </a:r>
            <a:r>
              <a:rPr lang="en" sz="1050" dirty="0">
                <a:latin typeface="Twentieth Century"/>
                <a:ea typeface="Twentieth Century"/>
                <a:cs typeface="Twentieth Century"/>
                <a:sym typeface="Twentieth Century"/>
              </a:rPr>
              <a:t>daptive avg pool</a:t>
            </a:r>
            <a:endParaRPr sz="10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7CC7EB16-79C3-BC0B-2D5A-AB9AC147CD9E}"/>
                  </a:ext>
                </a:extLst>
              </p14:cNvPr>
              <p14:cNvContentPartPr/>
              <p14:nvPr/>
            </p14:nvContentPartPr>
            <p14:xfrm>
              <a:off x="4164510" y="1904226"/>
              <a:ext cx="128880" cy="268848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7CC7EB16-79C3-BC0B-2D5A-AB9AC147CD9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158390" y="1898106"/>
                <a:ext cx="141120" cy="2700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4C43E8B0-69F4-8D41-97F2-76C93B7BF211}"/>
              </a:ext>
            </a:extLst>
          </p:cNvPr>
          <p:cNvGrpSpPr/>
          <p:nvPr/>
        </p:nvGrpSpPr>
        <p:grpSpPr>
          <a:xfrm>
            <a:off x="6457530" y="2970405"/>
            <a:ext cx="637920" cy="500760"/>
            <a:chOff x="6457530" y="2970405"/>
            <a:chExt cx="637920" cy="500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CD3EFCCE-6884-6DBD-D1E8-7D199E1F5173}"/>
                    </a:ext>
                  </a:extLst>
                </p14:cNvPr>
                <p14:cNvContentPartPr/>
                <p14:nvPr/>
              </p14:nvContentPartPr>
              <p14:xfrm>
                <a:off x="6714210" y="3164085"/>
                <a:ext cx="307800" cy="1746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CD3EFCCE-6884-6DBD-D1E8-7D199E1F517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708090" y="3157965"/>
                  <a:ext cx="32004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158CD8C-A48A-EACB-7951-971348D90670}"/>
                    </a:ext>
                  </a:extLst>
                </p14:cNvPr>
                <p14:cNvContentPartPr/>
                <p14:nvPr/>
              </p14:nvContentPartPr>
              <p14:xfrm>
                <a:off x="6868290" y="3039525"/>
                <a:ext cx="227160" cy="4316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158CD8C-A48A-EACB-7951-971348D9067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862170" y="3033405"/>
                  <a:ext cx="239400" cy="44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F938434-BF59-978E-401C-83988FF9C2D6}"/>
                    </a:ext>
                  </a:extLst>
                </p14:cNvPr>
                <p14:cNvContentPartPr/>
                <p14:nvPr/>
              </p14:nvContentPartPr>
              <p14:xfrm>
                <a:off x="6457530" y="3046005"/>
                <a:ext cx="241560" cy="1674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F938434-BF59-978E-401C-83988FF9C2D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451410" y="3039885"/>
                  <a:ext cx="25380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C9DEBD3-95FE-8E3F-3502-D99A29DEAF53}"/>
                    </a:ext>
                  </a:extLst>
                </p14:cNvPr>
                <p14:cNvContentPartPr/>
                <p14:nvPr/>
              </p14:nvContentPartPr>
              <p14:xfrm>
                <a:off x="6569850" y="2970405"/>
                <a:ext cx="142560" cy="3117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C9DEBD3-95FE-8E3F-3502-D99A29DEAF5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563730" y="2964285"/>
                  <a:ext cx="154800" cy="32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08045E3-946E-9723-9A03-5A630F0F7F56}"/>
              </a:ext>
            </a:extLst>
          </p:cNvPr>
          <p:cNvGrpSpPr/>
          <p:nvPr/>
        </p:nvGrpSpPr>
        <p:grpSpPr>
          <a:xfrm>
            <a:off x="5584170" y="3978405"/>
            <a:ext cx="543960" cy="474120"/>
            <a:chOff x="5584170" y="3978405"/>
            <a:chExt cx="543960" cy="474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55FD632-C512-E9E6-EB36-4FFFE1AA7333}"/>
                    </a:ext>
                  </a:extLst>
                </p14:cNvPr>
                <p14:cNvContentPartPr/>
                <p14:nvPr/>
              </p14:nvContentPartPr>
              <p14:xfrm>
                <a:off x="5584170" y="3988125"/>
                <a:ext cx="462600" cy="4644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55FD632-C512-E9E6-EB36-4FFFE1AA733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78050" y="3982005"/>
                  <a:ext cx="474840" cy="47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C2BA84F-02C0-CF20-1E37-F9BD3D592C7A}"/>
                    </a:ext>
                  </a:extLst>
                </p14:cNvPr>
                <p14:cNvContentPartPr/>
                <p14:nvPr/>
              </p14:nvContentPartPr>
              <p14:xfrm>
                <a:off x="5884770" y="3978405"/>
                <a:ext cx="243360" cy="3654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C2BA84F-02C0-CF20-1E37-F9BD3D592C7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878650" y="3972285"/>
                  <a:ext cx="255600" cy="37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7A06EFF-EE68-246C-E6DE-E6C74E8EC618}"/>
              </a:ext>
            </a:extLst>
          </p:cNvPr>
          <p:cNvGrpSpPr/>
          <p:nvPr/>
        </p:nvGrpSpPr>
        <p:grpSpPr>
          <a:xfrm>
            <a:off x="4684530" y="3957885"/>
            <a:ext cx="306360" cy="368280"/>
            <a:chOff x="4684530" y="3957885"/>
            <a:chExt cx="306360" cy="368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54B0B17-762F-2121-74D6-E6BD2DE48172}"/>
                    </a:ext>
                  </a:extLst>
                </p14:cNvPr>
                <p14:cNvContentPartPr/>
                <p14:nvPr/>
              </p14:nvContentPartPr>
              <p14:xfrm>
                <a:off x="4684530" y="3992085"/>
                <a:ext cx="306360" cy="3340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54B0B17-762F-2121-74D6-E6BD2DE4817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678410" y="3985965"/>
                  <a:ext cx="31860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C3F9E96-2535-7877-526E-C02EDEE7BA6E}"/>
                    </a:ext>
                  </a:extLst>
                </p14:cNvPr>
                <p14:cNvContentPartPr/>
                <p14:nvPr/>
              </p14:nvContentPartPr>
              <p14:xfrm>
                <a:off x="4740330" y="3957885"/>
                <a:ext cx="213480" cy="3628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C3F9E96-2535-7877-526E-C02EDEE7BA6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34210" y="3951765"/>
                  <a:ext cx="225720" cy="375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E52BE05-93AB-4F64-0A31-CDA9CA5CA868}"/>
              </a:ext>
            </a:extLst>
          </p:cNvPr>
          <p:cNvGrpSpPr/>
          <p:nvPr/>
        </p:nvGrpSpPr>
        <p:grpSpPr>
          <a:xfrm>
            <a:off x="4240290" y="1377405"/>
            <a:ext cx="1893600" cy="1462680"/>
            <a:chOff x="4240290" y="1377405"/>
            <a:chExt cx="1893600" cy="1462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9777732-20EE-EC16-3D3B-85FBACA9DBA6}"/>
                    </a:ext>
                  </a:extLst>
                </p14:cNvPr>
                <p14:cNvContentPartPr/>
                <p14:nvPr/>
              </p14:nvContentPartPr>
              <p14:xfrm>
                <a:off x="4240290" y="2269485"/>
                <a:ext cx="74520" cy="190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9777732-20EE-EC16-3D3B-85FBACA9DBA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234170" y="2263365"/>
                  <a:ext cx="8676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707D21A-AF92-462A-9E5E-792F619F2AEA}"/>
                    </a:ext>
                  </a:extLst>
                </p14:cNvPr>
                <p14:cNvContentPartPr/>
                <p14:nvPr/>
              </p14:nvContentPartPr>
              <p14:xfrm>
                <a:off x="4256850" y="1736685"/>
                <a:ext cx="1247040" cy="11034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707D21A-AF92-462A-9E5E-792F619F2AE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250730" y="1730565"/>
                  <a:ext cx="1259280" cy="11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01DDC19-AFDA-CB11-AD4E-D4CF83A9F3B6}"/>
                    </a:ext>
                  </a:extLst>
                </p14:cNvPr>
                <p14:cNvContentPartPr/>
                <p14:nvPr/>
              </p14:nvContentPartPr>
              <p14:xfrm>
                <a:off x="5664810" y="1377405"/>
                <a:ext cx="47880" cy="6094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01DDC19-AFDA-CB11-AD4E-D4CF83A9F3B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658690" y="1371285"/>
                  <a:ext cx="60120" cy="62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6177A82-DBBE-1A2A-10D3-53DE32892305}"/>
                    </a:ext>
                  </a:extLst>
                </p14:cNvPr>
                <p14:cNvContentPartPr/>
                <p14:nvPr/>
              </p14:nvContentPartPr>
              <p14:xfrm>
                <a:off x="5861370" y="1542645"/>
                <a:ext cx="47880" cy="3157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6177A82-DBBE-1A2A-10D3-53DE3289230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855250" y="1536525"/>
                  <a:ext cx="60120" cy="32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750712A-F8DF-70D5-52D5-440F794C2EC4}"/>
                    </a:ext>
                  </a:extLst>
                </p14:cNvPr>
                <p14:cNvContentPartPr/>
                <p14:nvPr/>
              </p14:nvContentPartPr>
              <p14:xfrm>
                <a:off x="6012570" y="1613925"/>
                <a:ext cx="121320" cy="2541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750712A-F8DF-70D5-52D5-440F794C2EC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006450" y="1607805"/>
                  <a:ext cx="133560" cy="2664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220569f7507_1_72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Transfer Learning - ejemplo colab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98" name="Google Shape;198;g220569f7507_1_72"/>
          <p:cNvSpPr txBox="1"/>
          <p:nvPr/>
        </p:nvSpPr>
        <p:spPr>
          <a:xfrm>
            <a:off x="113485" y="789727"/>
            <a:ext cx="1985832" cy="393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Colab</a:t>
            </a:r>
            <a:endParaRPr sz="2100" dirty="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grpSp>
        <p:nvGrpSpPr>
          <p:cNvPr id="199" name="Google Shape;199;g220569f7507_1_72"/>
          <p:cNvGrpSpPr/>
          <p:nvPr/>
        </p:nvGrpSpPr>
        <p:grpSpPr>
          <a:xfrm>
            <a:off x="5165183" y="1658233"/>
            <a:ext cx="3523601" cy="3363885"/>
            <a:chOff x="989692" y="1991560"/>
            <a:chExt cx="4698135" cy="4485180"/>
          </a:xfrm>
        </p:grpSpPr>
        <p:pic>
          <p:nvPicPr>
            <p:cNvPr id="200" name="Google Shape;200;g220569f7507_1_7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89692" y="2516687"/>
              <a:ext cx="4698135" cy="310777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01" name="Google Shape;201;g220569f7507_1_72"/>
            <p:cNvSpPr txBox="1"/>
            <p:nvPr/>
          </p:nvSpPr>
          <p:spPr>
            <a:xfrm>
              <a:off x="2155339" y="1991560"/>
              <a:ext cx="2366839" cy="52512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100"/>
                <a:buFont typeface="Arial"/>
                <a:buNone/>
              </a:pPr>
              <a:r>
                <a:rPr lang="en" sz="2100">
                  <a:solidFill>
                    <a:schemeClr val="dk2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Fine tuning</a:t>
              </a:r>
              <a:endParaRPr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202" name="Google Shape;202;g220569f7507_1_72"/>
            <p:cNvSpPr/>
            <p:nvPr/>
          </p:nvSpPr>
          <p:spPr>
            <a:xfrm rot="-5400000">
              <a:off x="3115799" y="4850874"/>
              <a:ext cx="466924" cy="1861478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22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203" name="Google Shape;203;g220569f7507_1_72"/>
            <p:cNvSpPr txBox="1"/>
            <p:nvPr/>
          </p:nvSpPr>
          <p:spPr>
            <a:xfrm>
              <a:off x="2763763" y="6015075"/>
              <a:ext cx="1758415" cy="46166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rgbClr val="FF0000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reentrenar</a:t>
              </a:r>
              <a:endParaRPr sz="1100"/>
            </a:p>
          </p:txBody>
        </p:sp>
      </p:grpSp>
      <p:grpSp>
        <p:nvGrpSpPr>
          <p:cNvPr id="204" name="Google Shape;204;g220569f7507_1_72"/>
          <p:cNvGrpSpPr/>
          <p:nvPr/>
        </p:nvGrpSpPr>
        <p:grpSpPr>
          <a:xfrm>
            <a:off x="561301" y="1577417"/>
            <a:ext cx="3523601" cy="3363885"/>
            <a:chOff x="6504175" y="1991560"/>
            <a:chExt cx="4698135" cy="4485180"/>
          </a:xfrm>
        </p:grpSpPr>
        <p:pic>
          <p:nvPicPr>
            <p:cNvPr id="205" name="Google Shape;205;g220569f7507_1_7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6504175" y="2516687"/>
              <a:ext cx="4698135" cy="310777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06" name="Google Shape;206;g220569f7507_1_72"/>
            <p:cNvSpPr txBox="1"/>
            <p:nvPr/>
          </p:nvSpPr>
          <p:spPr>
            <a:xfrm>
              <a:off x="7481639" y="1991560"/>
              <a:ext cx="2968284" cy="52512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100"/>
                <a:buFont typeface="Arial"/>
                <a:buNone/>
              </a:pPr>
              <a:r>
                <a:rPr lang="en" sz="2100">
                  <a:solidFill>
                    <a:schemeClr val="dk2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Feature extractor</a:t>
              </a:r>
              <a:endParaRPr sz="1100">
                <a:solidFill>
                  <a:schemeClr val="dk2"/>
                </a:solidFill>
              </a:endParaRPr>
            </a:p>
          </p:txBody>
        </p:sp>
        <p:sp>
          <p:nvSpPr>
            <p:cNvPr id="207" name="Google Shape;207;g220569f7507_1_72"/>
            <p:cNvSpPr/>
            <p:nvPr/>
          </p:nvSpPr>
          <p:spPr>
            <a:xfrm rot="-5400000">
              <a:off x="9231677" y="5367708"/>
              <a:ext cx="466924" cy="827809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22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208" name="Google Shape;208;g220569f7507_1_72"/>
            <p:cNvSpPr txBox="1"/>
            <p:nvPr/>
          </p:nvSpPr>
          <p:spPr>
            <a:xfrm>
              <a:off x="8822805" y="6015075"/>
              <a:ext cx="1627118" cy="46166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rgbClr val="FF0000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entrenar</a:t>
              </a:r>
              <a:endParaRPr sz="1100" dirty="0"/>
            </a:p>
          </p:txBody>
        </p:sp>
      </p:grpSp>
      <p:sp>
        <p:nvSpPr>
          <p:cNvPr id="2" name="Google Shape;208;g220569f7507_1_72">
            <a:extLst>
              <a:ext uri="{FF2B5EF4-FFF2-40B4-BE49-F238E27FC236}">
                <a16:creationId xmlns:a16="http://schemas.microsoft.com/office/drawing/2014/main" id="{6CE24DBD-9BCC-92C6-C02D-FE232734CD59}"/>
              </a:ext>
            </a:extLst>
          </p:cNvPr>
          <p:cNvSpPr txBox="1"/>
          <p:nvPr/>
        </p:nvSpPr>
        <p:spPr>
          <a:xfrm>
            <a:off x="2097859" y="2999114"/>
            <a:ext cx="1220338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copiar</a:t>
            </a:r>
            <a:endParaRPr sz="1100" dirty="0"/>
          </a:p>
        </p:txBody>
      </p:sp>
      <p:sp>
        <p:nvSpPr>
          <p:cNvPr id="3" name="Google Shape;208;g220569f7507_1_72">
            <a:extLst>
              <a:ext uri="{FF2B5EF4-FFF2-40B4-BE49-F238E27FC236}">
                <a16:creationId xmlns:a16="http://schemas.microsoft.com/office/drawing/2014/main" id="{028E9DD1-A9F2-DEB4-F6D2-89AEF7B841ED}"/>
              </a:ext>
            </a:extLst>
          </p:cNvPr>
          <p:cNvSpPr txBox="1"/>
          <p:nvPr/>
        </p:nvSpPr>
        <p:spPr>
          <a:xfrm>
            <a:off x="6745141" y="3044368"/>
            <a:ext cx="1220338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copiar</a:t>
            </a:r>
            <a:endParaRPr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220569f7507_1_87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Transfer Learning - ¿Qué estrategia usar?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</a:pP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144" name="Google Shape;144;g220569f7507_1_87"/>
          <p:cNvCxnSpPr/>
          <p:nvPr/>
        </p:nvCxnSpPr>
        <p:spPr>
          <a:xfrm>
            <a:off x="872777" y="1639904"/>
            <a:ext cx="6927600" cy="0"/>
          </a:xfrm>
          <a:prstGeom prst="straightConnector1">
            <a:avLst/>
          </a:prstGeom>
          <a:noFill/>
          <a:ln w="7620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145" name="Google Shape;145;g220569f7507_1_87"/>
          <p:cNvCxnSpPr/>
          <p:nvPr/>
        </p:nvCxnSpPr>
        <p:spPr>
          <a:xfrm>
            <a:off x="1918253" y="868458"/>
            <a:ext cx="0" cy="3754562"/>
          </a:xfrm>
          <a:prstGeom prst="straightConnector1">
            <a:avLst/>
          </a:prstGeom>
          <a:noFill/>
          <a:ln w="7620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46" name="Google Shape;146;g220569f7507_1_87"/>
          <p:cNvSpPr txBox="1"/>
          <p:nvPr/>
        </p:nvSpPr>
        <p:spPr>
          <a:xfrm>
            <a:off x="2541" y="1091687"/>
            <a:ext cx="13419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pequeño 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47" name="Google Shape;147;g220569f7507_1_87"/>
          <p:cNvSpPr txBox="1"/>
          <p:nvPr/>
        </p:nvSpPr>
        <p:spPr>
          <a:xfrm>
            <a:off x="7848744" y="1028273"/>
            <a:ext cx="12672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grande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48" name="Google Shape;148;g220569f7507_1_87"/>
          <p:cNvSpPr txBox="1"/>
          <p:nvPr/>
        </p:nvSpPr>
        <p:spPr>
          <a:xfrm>
            <a:off x="2193139" y="669176"/>
            <a:ext cx="19116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semejante al generic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49" name="Google Shape;149;g220569f7507_1_87"/>
          <p:cNvSpPr txBox="1"/>
          <p:nvPr/>
        </p:nvSpPr>
        <p:spPr>
          <a:xfrm>
            <a:off x="1727384" y="4520252"/>
            <a:ext cx="16488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distinto al generic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50" name="Google Shape;150;g220569f7507_1_87"/>
          <p:cNvSpPr txBox="1"/>
          <p:nvPr/>
        </p:nvSpPr>
        <p:spPr>
          <a:xfrm>
            <a:off x="6131159" y="3188248"/>
            <a:ext cx="2546357" cy="9309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fine tunning (from pre-trained models)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NECESITAMOS MODELOS PRE-ENTRENADOS!!</a:t>
            </a:r>
            <a:endParaRPr sz="14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grpSp>
        <p:nvGrpSpPr>
          <p:cNvPr id="151" name="Google Shape;151;g220569f7507_1_87"/>
          <p:cNvGrpSpPr/>
          <p:nvPr/>
        </p:nvGrpSpPr>
        <p:grpSpPr>
          <a:xfrm>
            <a:off x="2345649" y="1969894"/>
            <a:ext cx="2795716" cy="2210903"/>
            <a:chOff x="989692" y="2516687"/>
            <a:chExt cx="4698135" cy="3999474"/>
          </a:xfrm>
        </p:grpSpPr>
        <p:pic>
          <p:nvPicPr>
            <p:cNvPr id="152" name="Google Shape;152;g220569f7507_1_87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89692" y="2516687"/>
              <a:ext cx="4698135" cy="310777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3" name="Google Shape;153;g220569f7507_1_87"/>
            <p:cNvSpPr/>
            <p:nvPr/>
          </p:nvSpPr>
          <p:spPr>
            <a:xfrm rot="-5400000">
              <a:off x="3115799" y="4850874"/>
              <a:ext cx="466924" cy="1861478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22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154" name="Google Shape;154;g220569f7507_1_87"/>
            <p:cNvSpPr txBox="1"/>
            <p:nvPr/>
          </p:nvSpPr>
          <p:spPr>
            <a:xfrm>
              <a:off x="2763762" y="6015076"/>
              <a:ext cx="2095092" cy="50108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rgbClr val="FF0000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entrenar</a:t>
              </a:r>
              <a:endParaRPr sz="1100"/>
            </a:p>
          </p:txBody>
        </p:sp>
      </p:grpSp>
      <p:pic>
        <p:nvPicPr>
          <p:cNvPr id="155" name="Google Shape;155;g220569f7507_1_87" descr="Imagen que contiene Gráfico de líneas&#10;&#10;Descripción generada automáticamente"/>
          <p:cNvPicPr preferRelativeResize="0"/>
          <p:nvPr/>
        </p:nvPicPr>
        <p:blipFill rotWithShape="1">
          <a:blip r:embed="rId4">
            <a:alphaModFix/>
          </a:blip>
          <a:srcRect l="21184" r="25224"/>
          <a:stretch/>
        </p:blipFill>
        <p:spPr>
          <a:xfrm>
            <a:off x="6186699" y="1794654"/>
            <a:ext cx="2078096" cy="136503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6" name="Google Shape;156;g220569f7507_1_87"/>
          <p:cNvCxnSpPr/>
          <p:nvPr/>
        </p:nvCxnSpPr>
        <p:spPr>
          <a:xfrm>
            <a:off x="6802210" y="2342935"/>
            <a:ext cx="0" cy="64976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7" name="Google Shape;157;g220569f7507_1_87"/>
          <p:cNvSpPr txBox="1"/>
          <p:nvPr/>
        </p:nvSpPr>
        <p:spPr>
          <a:xfrm>
            <a:off x="5767818" y="4265245"/>
            <a:ext cx="3200675" cy="715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sz="1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https://pytorch.org/blog/introducing-torchvision-new-multi-weight-support-api/</a:t>
            </a:r>
            <a:endParaRPr sz="1100" dirty="0"/>
          </a:p>
        </p:txBody>
      </p:sp>
      <p:sp>
        <p:nvSpPr>
          <p:cNvPr id="2" name="Google Shape;208;g220569f7507_1_72">
            <a:extLst>
              <a:ext uri="{FF2B5EF4-FFF2-40B4-BE49-F238E27FC236}">
                <a16:creationId xmlns:a16="http://schemas.microsoft.com/office/drawing/2014/main" id="{026C687C-6073-863C-EE88-136DA22135BC}"/>
              </a:ext>
            </a:extLst>
          </p:cNvPr>
          <p:cNvSpPr txBox="1"/>
          <p:nvPr/>
        </p:nvSpPr>
        <p:spPr>
          <a:xfrm>
            <a:off x="3638977" y="2655755"/>
            <a:ext cx="1220338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copiar</a:t>
            </a:r>
            <a:endParaRPr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220569f7507_1_105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Transfer Learning - ¿Qué estrategia usar?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</a:pP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163" name="Google Shape;163;g220569f7507_1_105"/>
          <p:cNvCxnSpPr/>
          <p:nvPr/>
        </p:nvCxnSpPr>
        <p:spPr>
          <a:xfrm>
            <a:off x="914400" y="1759226"/>
            <a:ext cx="6927574" cy="0"/>
          </a:xfrm>
          <a:prstGeom prst="straightConnector1">
            <a:avLst/>
          </a:prstGeom>
          <a:noFill/>
          <a:ln w="7620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164" name="Google Shape;164;g220569f7507_1_105"/>
          <p:cNvCxnSpPr/>
          <p:nvPr/>
        </p:nvCxnSpPr>
        <p:spPr>
          <a:xfrm>
            <a:off x="6216667" y="875707"/>
            <a:ext cx="0" cy="3754562"/>
          </a:xfrm>
          <a:prstGeom prst="straightConnector1">
            <a:avLst/>
          </a:prstGeom>
          <a:noFill/>
          <a:ln w="7620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65" name="Google Shape;165;g220569f7507_1_105"/>
          <p:cNvSpPr txBox="1"/>
          <p:nvPr/>
        </p:nvSpPr>
        <p:spPr>
          <a:xfrm>
            <a:off x="-25334" y="1297580"/>
            <a:ext cx="13419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pequeño 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6" name="Google Shape;166;g220569f7507_1_105"/>
          <p:cNvSpPr txBox="1"/>
          <p:nvPr/>
        </p:nvSpPr>
        <p:spPr>
          <a:xfrm>
            <a:off x="7890366" y="1759226"/>
            <a:ext cx="12672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grande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7" name="Google Shape;167;g220569f7507_1_105"/>
          <p:cNvSpPr txBox="1"/>
          <p:nvPr/>
        </p:nvSpPr>
        <p:spPr>
          <a:xfrm>
            <a:off x="3851207" y="674339"/>
            <a:ext cx="19116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semejante al generic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8" name="Google Shape;168;g220569f7507_1_105"/>
          <p:cNvSpPr txBox="1"/>
          <p:nvPr/>
        </p:nvSpPr>
        <p:spPr>
          <a:xfrm>
            <a:off x="4032407" y="4457069"/>
            <a:ext cx="16488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distinto al generic</a:t>
            </a:r>
            <a:endParaRPr sz="18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9" name="Google Shape;169;g220569f7507_1_105"/>
          <p:cNvSpPr txBox="1"/>
          <p:nvPr/>
        </p:nvSpPr>
        <p:spPr>
          <a:xfrm>
            <a:off x="1541164" y="810262"/>
            <a:ext cx="14958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feature extractor</a:t>
            </a:r>
            <a:endParaRPr sz="1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70" name="Google Shape;170;g220569f7507_1_105"/>
          <p:cNvSpPr txBox="1"/>
          <p:nvPr/>
        </p:nvSpPr>
        <p:spPr>
          <a:xfrm>
            <a:off x="6772858" y="814097"/>
            <a:ext cx="12324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fine tunning</a:t>
            </a:r>
            <a:endParaRPr sz="1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71" name="Google Shape;171;g220569f7507_1_105"/>
          <p:cNvSpPr txBox="1"/>
          <p:nvPr/>
        </p:nvSpPr>
        <p:spPr>
          <a:xfrm>
            <a:off x="177946" y="4086788"/>
            <a:ext cx="1809000" cy="7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feature extractor desde menor profundidad</a:t>
            </a:r>
            <a:endParaRPr sz="1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72" name="Google Shape;172;g220569f7507_1_105"/>
          <p:cNvSpPr txBox="1"/>
          <p:nvPr/>
        </p:nvSpPr>
        <p:spPr>
          <a:xfrm>
            <a:off x="6772858" y="3118999"/>
            <a:ext cx="213823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fine tunning (from pre-trained models)</a:t>
            </a:r>
            <a:endParaRPr sz="1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73" name="Google Shape;173;g220569f7507_1_10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47033" y="2952112"/>
            <a:ext cx="2378053" cy="1572506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g220569f7507_1_105"/>
          <p:cNvSpPr/>
          <p:nvPr/>
        </p:nvSpPr>
        <p:spPr>
          <a:xfrm rot="-5400000">
            <a:off x="2732372" y="4325651"/>
            <a:ext cx="200415" cy="408824"/>
          </a:xfrm>
          <a:prstGeom prst="leftBrace">
            <a:avLst>
              <a:gd name="adj1" fmla="val 8333"/>
              <a:gd name="adj2" fmla="val 50000"/>
            </a:avLst>
          </a:prstGeom>
          <a:noFill/>
          <a:ln w="222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75" name="Google Shape;175;g220569f7507_1_105"/>
          <p:cNvSpPr txBox="1"/>
          <p:nvPr/>
        </p:nvSpPr>
        <p:spPr>
          <a:xfrm>
            <a:off x="2501531" y="4630270"/>
            <a:ext cx="1070921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entrenar</a:t>
            </a:r>
            <a:endParaRPr sz="1100"/>
          </a:p>
        </p:txBody>
      </p:sp>
      <p:sp>
        <p:nvSpPr>
          <p:cNvPr id="176" name="Google Shape;176;g220569f7507_1_105"/>
          <p:cNvSpPr txBox="1"/>
          <p:nvPr/>
        </p:nvSpPr>
        <p:spPr>
          <a:xfrm>
            <a:off x="304408" y="2009421"/>
            <a:ext cx="4691270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https://discuss.pytorch.org/t/how-can-i-replace-the-forward-method-of-a-predefined-torchvision-model-with-my-customized-forward-function/54224/8</a:t>
            </a:r>
            <a:endParaRPr sz="1100" dirty="0"/>
          </a:p>
        </p:txBody>
      </p:sp>
      <p:sp>
        <p:nvSpPr>
          <p:cNvPr id="177" name="Google Shape;177;g220569f7507_1_105"/>
          <p:cNvSpPr txBox="1"/>
          <p:nvPr/>
        </p:nvSpPr>
        <p:spPr>
          <a:xfrm>
            <a:off x="3991376" y="2929046"/>
            <a:ext cx="2005650" cy="1311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https://github.com/mortezamg63/Accessing-and-modifying-different-layers-of-a-pretrained-model-in-pytorch/blob/master/README.md</a:t>
            </a:r>
            <a:endParaRPr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20569f7507_1_124"/>
          <p:cNvSpPr txBox="1"/>
          <p:nvPr/>
        </p:nvSpPr>
        <p:spPr>
          <a:xfrm>
            <a:off x="2175193" y="157412"/>
            <a:ext cx="4315200" cy="3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¡Un merecido descanso!</a:t>
            </a:r>
            <a:endParaRPr sz="1100"/>
          </a:p>
        </p:txBody>
      </p:sp>
      <p:pic>
        <p:nvPicPr>
          <p:cNvPr id="214" name="Google Shape;214;g220569f7507_1_1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8867" y="1043643"/>
            <a:ext cx="8080892" cy="3674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>
          <a:extLst>
            <a:ext uri="{FF2B5EF4-FFF2-40B4-BE49-F238E27FC236}">
              <a16:creationId xmlns:a16="http://schemas.microsoft.com/office/drawing/2014/main" id="{1AC41B8B-5F84-85B3-13FC-D9FF58660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220569f7507_1_129">
            <a:extLst>
              <a:ext uri="{FF2B5EF4-FFF2-40B4-BE49-F238E27FC236}">
                <a16:creationId xmlns:a16="http://schemas.microsoft.com/office/drawing/2014/main" id="{F7E019D6-E64C-AD0E-6A04-3FDF00378CC7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20" name="Google Shape;220;g220569f7507_1_129">
            <a:extLst>
              <a:ext uri="{FF2B5EF4-FFF2-40B4-BE49-F238E27FC236}">
                <a16:creationId xmlns:a16="http://schemas.microsoft.com/office/drawing/2014/main" id="{1CA0C463-F9CE-9BBE-AC24-5DE104D50DFA}"/>
              </a:ext>
            </a:extLst>
          </p:cNvPr>
          <p:cNvSpPr txBox="1"/>
          <p:nvPr/>
        </p:nvSpPr>
        <p:spPr>
          <a:xfrm>
            <a:off x="614362" y="1077430"/>
            <a:ext cx="7915275" cy="3727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sym typeface="Twentieth Century"/>
              </a:rPr>
              <a:t>Configuración de DL que busca </a:t>
            </a:r>
            <a:r>
              <a:rPr lang="es-ES" sz="2100" b="1" dirty="0">
                <a:solidFill>
                  <a:schemeClr val="dk2"/>
                </a:solidFill>
                <a:latin typeface="Twentieth Century"/>
                <a:sym typeface="Twentieth Century"/>
              </a:rPr>
              <a:t>aprender la distribución de </a:t>
            </a:r>
            <a:r>
              <a:rPr lang="es-ES" sz="2100" b="1" dirty="0" err="1">
                <a:solidFill>
                  <a:schemeClr val="dk2"/>
                </a:solidFill>
                <a:latin typeface="Twentieth Century"/>
                <a:sym typeface="Twentieth Century"/>
              </a:rPr>
              <a:t>prob</a:t>
            </a:r>
            <a:r>
              <a:rPr lang="es-ES" sz="2100" b="1" dirty="0">
                <a:solidFill>
                  <a:schemeClr val="dk2"/>
                </a:solidFill>
                <a:latin typeface="Twentieth Century"/>
                <a:sym typeface="Twentieth Century"/>
              </a:rPr>
              <a:t> de los datos de entrenamiento</a:t>
            </a:r>
            <a:r>
              <a:rPr lang="es-ES" sz="2100" dirty="0">
                <a:solidFill>
                  <a:schemeClr val="dk2"/>
                </a:solidFill>
                <a:latin typeface="Twentieth Century"/>
                <a:sym typeface="Twentieth Century"/>
              </a:rPr>
              <a:t> para poder </a:t>
            </a:r>
            <a:r>
              <a:rPr lang="es-ES" sz="2100" b="1" dirty="0">
                <a:solidFill>
                  <a:schemeClr val="dk2"/>
                </a:solidFill>
                <a:latin typeface="Twentieth Century"/>
                <a:sym typeface="Twentieth Century"/>
              </a:rPr>
              <a:t>generar nuevos datos a partir de esa distribución.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b="1" dirty="0">
              <a:solidFill>
                <a:schemeClr val="dk2"/>
              </a:solidFill>
              <a:latin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sym typeface="Twentieth Century"/>
              </a:rPr>
              <a:t>Se logra entrenando 2 modelos compitiendo: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b="1" dirty="0">
                <a:solidFill>
                  <a:schemeClr val="dk2"/>
                </a:solidFill>
                <a:latin typeface="Twentieth Century"/>
                <a:sym typeface="Twentieth Century"/>
              </a:rPr>
              <a:t>G</a:t>
            </a:r>
            <a:r>
              <a:rPr lang="es-ES" sz="2100" dirty="0">
                <a:solidFill>
                  <a:schemeClr val="dk2"/>
                </a:solidFill>
                <a:latin typeface="Twentieth Century"/>
                <a:sym typeface="Wingdings" panose="05000000000000000000" pitchFamily="2" charset="2"/>
              </a:rPr>
              <a:t></a:t>
            </a:r>
            <a:r>
              <a:rPr lang="es-ES" sz="2100" dirty="0">
                <a:solidFill>
                  <a:schemeClr val="dk2"/>
                </a:solidFill>
                <a:latin typeface="Twentieth Century"/>
                <a:sym typeface="Twentieth Century"/>
              </a:rPr>
              <a:t> generador que busca generar  datos “falsos”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b="1" dirty="0">
                <a:solidFill>
                  <a:schemeClr val="dk2"/>
                </a:solidFill>
                <a:latin typeface="Twentieth Century"/>
                <a:sym typeface="Twentieth Century"/>
              </a:rPr>
              <a:t>D</a:t>
            </a:r>
            <a:r>
              <a:rPr lang="es-ES" sz="2100" dirty="0">
                <a:solidFill>
                  <a:schemeClr val="dk2"/>
                </a:solidFill>
                <a:latin typeface="Twentieth Century"/>
                <a:sym typeface="Wingdings" panose="05000000000000000000" pitchFamily="2" charset="2"/>
              </a:rPr>
              <a:t></a:t>
            </a:r>
            <a:r>
              <a:rPr lang="es-ES" sz="2100" dirty="0">
                <a:solidFill>
                  <a:schemeClr val="dk2"/>
                </a:solidFill>
                <a:latin typeface="Twentieth Century"/>
                <a:sym typeface="Twentieth Century"/>
              </a:rPr>
              <a:t> discriminador que busca identificar datos “verdaderos” o “falsos”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sym typeface="Twentieth Century"/>
              </a:rPr>
              <a:t>Cuando el sistema “converge” el </a:t>
            </a:r>
            <a:r>
              <a:rPr lang="es-ES" sz="2100" b="1" dirty="0">
                <a:solidFill>
                  <a:schemeClr val="dk2"/>
                </a:solidFill>
                <a:latin typeface="Twentieth Century"/>
                <a:sym typeface="Twentieth Century"/>
              </a:rPr>
              <a:t>D</a:t>
            </a:r>
            <a:r>
              <a:rPr lang="es-ES" sz="2100" dirty="0">
                <a:solidFill>
                  <a:schemeClr val="dk2"/>
                </a:solidFill>
                <a:latin typeface="Twentieth Century"/>
                <a:sym typeface="Twentieth Century"/>
              </a:rPr>
              <a:t> no es capaz de distinguir datos reales de falsos (50% de real y 50% de falso)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sym typeface="Twentieth Century"/>
              </a:rPr>
              <a:t>Ese punto de convergencia es teórico y aún no se ha podido alcanzar.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sz="1100" b="1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990D051-C66A-C56A-D805-6A98D5B29615}"/>
                  </a:ext>
                </a:extLst>
              </p14:cNvPr>
              <p14:cNvContentPartPr/>
              <p14:nvPr/>
            </p14:nvContentPartPr>
            <p14:xfrm>
              <a:off x="7063770" y="2103885"/>
              <a:ext cx="78480" cy="6408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990D051-C66A-C56A-D805-6A98D5B2961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057650" y="2097765"/>
                <a:ext cx="90720" cy="7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38AB26BC-324D-34C7-0856-100126DC2C55}"/>
                  </a:ext>
                </a:extLst>
              </p14:cNvPr>
              <p14:cNvContentPartPr/>
              <p14:nvPr/>
            </p14:nvContentPartPr>
            <p14:xfrm>
              <a:off x="5189610" y="1315125"/>
              <a:ext cx="3970080" cy="207828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38AB26BC-324D-34C7-0856-100126DC2C5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171970" y="1297125"/>
                <a:ext cx="4005720" cy="2113920"/>
              </a:xfrm>
              <a:prstGeom prst="rect">
                <a:avLst/>
              </a:prstGeom>
            </p:spPr>
          </p:pic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2DE89795-9460-725F-4BED-FA131201ADD1}"/>
              </a:ext>
            </a:extLst>
          </p:cNvPr>
          <p:cNvGrpSpPr/>
          <p:nvPr/>
        </p:nvGrpSpPr>
        <p:grpSpPr>
          <a:xfrm>
            <a:off x="5232450" y="1720485"/>
            <a:ext cx="1515240" cy="597960"/>
            <a:chOff x="5232450" y="1720485"/>
            <a:chExt cx="1515240" cy="597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3E993879-7F1A-71DE-A28C-0341F0FEE7A0}"/>
                    </a:ext>
                  </a:extLst>
                </p14:cNvPr>
                <p14:cNvContentPartPr/>
                <p14:nvPr/>
              </p14:nvContentPartPr>
              <p14:xfrm>
                <a:off x="5245410" y="2106765"/>
                <a:ext cx="52560" cy="8244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3E993879-7F1A-71DE-A28C-0341F0FEE7A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239290" y="2100645"/>
                  <a:ext cx="6480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9A35D86-F76A-A7CF-A1F9-885229750DE7}"/>
                    </a:ext>
                  </a:extLst>
                </p14:cNvPr>
                <p14:cNvContentPartPr/>
                <p14:nvPr/>
              </p14:nvContentPartPr>
              <p14:xfrm>
                <a:off x="5443410" y="1796085"/>
                <a:ext cx="50760" cy="8136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9A35D86-F76A-A7CF-A1F9-885229750DE7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437290" y="1789965"/>
                  <a:ext cx="6300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D1687432-C338-7215-75BA-0D2F857B889C}"/>
                    </a:ext>
                  </a:extLst>
                </p14:cNvPr>
                <p14:cNvContentPartPr/>
                <p14:nvPr/>
              </p14:nvContentPartPr>
              <p14:xfrm>
                <a:off x="5764170" y="1747125"/>
                <a:ext cx="62640" cy="2448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D1687432-C338-7215-75BA-0D2F857B889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758050" y="1741005"/>
                  <a:ext cx="7488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C95186D-B186-837A-D62F-0C23696930B6}"/>
                    </a:ext>
                  </a:extLst>
                </p14:cNvPr>
                <p14:cNvContentPartPr/>
                <p14:nvPr/>
              </p14:nvContentPartPr>
              <p14:xfrm>
                <a:off x="6059010" y="1840005"/>
                <a:ext cx="80640" cy="399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C95186D-B186-837A-D62F-0C23696930B6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052890" y="1833885"/>
                  <a:ext cx="9288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2B0609E-25A3-9080-80BF-14B7875A6927}"/>
                    </a:ext>
                  </a:extLst>
                </p14:cNvPr>
                <p14:cNvContentPartPr/>
                <p14:nvPr/>
              </p14:nvContentPartPr>
              <p14:xfrm>
                <a:off x="6353130" y="2002005"/>
                <a:ext cx="74160" cy="525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2B0609E-25A3-9080-80BF-14B7875A692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347010" y="1995885"/>
                  <a:ext cx="8640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28041A0-3ADC-7840-A3A1-98846888C560}"/>
                    </a:ext>
                  </a:extLst>
                </p14:cNvPr>
                <p14:cNvContentPartPr/>
                <p14:nvPr/>
              </p14:nvContentPartPr>
              <p14:xfrm>
                <a:off x="6613050" y="2228805"/>
                <a:ext cx="110160" cy="896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28041A0-3ADC-7840-A3A1-98846888C56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606930" y="2222685"/>
                  <a:ext cx="12240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F31C660-4F88-9EC1-4C36-F71B3A47585F}"/>
                    </a:ext>
                  </a:extLst>
                </p14:cNvPr>
                <p14:cNvContentPartPr/>
                <p14:nvPr/>
              </p14:nvContentPartPr>
              <p14:xfrm>
                <a:off x="5232450" y="2077965"/>
                <a:ext cx="105120" cy="1123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F31C660-4F88-9EC1-4C36-F71B3A47585F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226330" y="2071845"/>
                  <a:ext cx="1173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155DF55-1358-B4BC-6C57-7FD9AE7DF0BB}"/>
                    </a:ext>
                  </a:extLst>
                </p14:cNvPr>
                <p14:cNvContentPartPr/>
                <p14:nvPr/>
              </p14:nvContentPartPr>
              <p14:xfrm>
                <a:off x="5426850" y="1800765"/>
                <a:ext cx="97200" cy="687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155DF55-1358-B4BC-6C57-7FD9AE7DF0B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420730" y="1794645"/>
                  <a:ext cx="10944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4FEECB5-63FB-2A92-D639-9E18B4AFCCEB}"/>
                    </a:ext>
                  </a:extLst>
                </p14:cNvPr>
                <p14:cNvContentPartPr/>
                <p14:nvPr/>
              </p14:nvContentPartPr>
              <p14:xfrm>
                <a:off x="5748690" y="1720485"/>
                <a:ext cx="86040" cy="684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4FEECB5-63FB-2A92-D639-9E18B4AFCCEB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742570" y="1714365"/>
                  <a:ext cx="9828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D7C4E47-0DA5-CA07-8587-9265C209C400}"/>
                    </a:ext>
                  </a:extLst>
                </p14:cNvPr>
                <p14:cNvContentPartPr/>
                <p14:nvPr/>
              </p14:nvContentPartPr>
              <p14:xfrm>
                <a:off x="6074130" y="1835325"/>
                <a:ext cx="72360" cy="601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D7C4E47-0DA5-CA07-8587-9265C209C400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6068010" y="1829205"/>
                  <a:ext cx="8460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E925FE7-BC92-0067-6FE7-7D02C729E10B}"/>
                    </a:ext>
                  </a:extLst>
                </p14:cNvPr>
                <p14:cNvContentPartPr/>
                <p14:nvPr/>
              </p14:nvContentPartPr>
              <p14:xfrm>
                <a:off x="6311010" y="2005965"/>
                <a:ext cx="127080" cy="518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E925FE7-BC92-0067-6FE7-7D02C729E10B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304890" y="1999845"/>
                  <a:ext cx="13932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EDFA997-788C-1A63-C6CC-2D851F67F5F0}"/>
                    </a:ext>
                  </a:extLst>
                </p14:cNvPr>
                <p14:cNvContentPartPr/>
                <p14:nvPr/>
              </p14:nvContentPartPr>
              <p14:xfrm>
                <a:off x="6637170" y="2219445"/>
                <a:ext cx="110520" cy="867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EDFA997-788C-1A63-C6CC-2D851F67F5F0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631050" y="2213325"/>
                  <a:ext cx="122760" cy="99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1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B4119769-F4B0-1547-259E-201C23E7BD49}"/>
                  </a:ext>
                </a:extLst>
              </p14:cNvPr>
              <p14:cNvContentPartPr/>
              <p14:nvPr/>
            </p14:nvContentPartPr>
            <p14:xfrm>
              <a:off x="7083210" y="2103885"/>
              <a:ext cx="93240" cy="7380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B4119769-F4B0-1547-259E-201C23E7BD49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7077090" y="2097765"/>
                <a:ext cx="105480" cy="86040"/>
              </a:xfrm>
              <a:prstGeom prst="rect">
                <a:avLst/>
              </a:prstGeom>
            </p:spPr>
          </p:pic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F96BE9FC-37A6-EFD9-CBCF-31B89E856322}"/>
              </a:ext>
            </a:extLst>
          </p:cNvPr>
          <p:cNvGrpSpPr/>
          <p:nvPr/>
        </p:nvGrpSpPr>
        <p:grpSpPr>
          <a:xfrm>
            <a:off x="7336650" y="895005"/>
            <a:ext cx="1638720" cy="1054800"/>
            <a:chOff x="7336650" y="895005"/>
            <a:chExt cx="1638720" cy="1054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FB19BF3-C66C-1773-B229-E4B3E919EC3B}"/>
                    </a:ext>
                  </a:extLst>
                </p14:cNvPr>
                <p14:cNvContentPartPr/>
                <p14:nvPr/>
              </p14:nvContentPartPr>
              <p14:xfrm>
                <a:off x="7336650" y="1823805"/>
                <a:ext cx="78840" cy="1260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FB19BF3-C66C-1773-B229-E4B3E919EC3B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330530" y="1817685"/>
                  <a:ext cx="9108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1104A0E-059A-6EE7-91FA-7B03ECF8F21E}"/>
                    </a:ext>
                  </a:extLst>
                </p14:cNvPr>
                <p14:cNvContentPartPr/>
                <p14:nvPr/>
              </p14:nvContentPartPr>
              <p14:xfrm>
                <a:off x="7624650" y="1459125"/>
                <a:ext cx="31320" cy="957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1104A0E-059A-6EE7-91FA-7B03ECF8F21E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618530" y="1453005"/>
                  <a:ext cx="4356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C84ED97-995A-D4FE-3316-69AF034AFDA3}"/>
                    </a:ext>
                  </a:extLst>
                </p14:cNvPr>
                <p14:cNvContentPartPr/>
                <p14:nvPr/>
              </p14:nvContentPartPr>
              <p14:xfrm>
                <a:off x="7716810" y="1204605"/>
                <a:ext cx="93240" cy="1436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C84ED97-995A-D4FE-3316-69AF034AFDA3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710690" y="1198485"/>
                  <a:ext cx="1054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D59DE83-F862-91A4-23AB-AA1D989CD129}"/>
                    </a:ext>
                  </a:extLst>
                </p14:cNvPr>
                <p14:cNvContentPartPr/>
                <p14:nvPr/>
              </p14:nvContentPartPr>
              <p14:xfrm>
                <a:off x="7863330" y="901845"/>
                <a:ext cx="93960" cy="1519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D59DE83-F862-91A4-23AB-AA1D989CD129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857210" y="895725"/>
                  <a:ext cx="10620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1DC85EF-9DCE-CC19-9121-CB6BCFEEF4CC}"/>
                    </a:ext>
                  </a:extLst>
                </p14:cNvPr>
                <p14:cNvContentPartPr/>
                <p14:nvPr/>
              </p14:nvContentPartPr>
              <p14:xfrm>
                <a:off x="8196330" y="895005"/>
                <a:ext cx="107280" cy="561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1DC85EF-9DCE-CC19-9121-CB6BCFEEF4C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190210" y="888885"/>
                  <a:ext cx="11952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802AE70-3720-12C4-A2A9-4FCC3BD1056D}"/>
                    </a:ext>
                  </a:extLst>
                </p14:cNvPr>
                <p14:cNvContentPartPr/>
                <p14:nvPr/>
              </p14:nvContentPartPr>
              <p14:xfrm>
                <a:off x="8471730" y="946485"/>
                <a:ext cx="171360" cy="849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802AE70-3720-12C4-A2A9-4FCC3BD1056D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465610" y="940365"/>
                  <a:ext cx="1836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E990591-09F0-EB7B-9E54-451255DCC0D3}"/>
                    </a:ext>
                  </a:extLst>
                </p14:cNvPr>
                <p14:cNvContentPartPr/>
                <p14:nvPr/>
              </p14:nvContentPartPr>
              <p14:xfrm>
                <a:off x="8701770" y="1107765"/>
                <a:ext cx="90720" cy="1868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E990591-09F0-EB7B-9E54-451255DCC0D3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695650" y="1101645"/>
                  <a:ext cx="1029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336CA2C-2EC9-94F6-C322-9F63C61EB775}"/>
                    </a:ext>
                  </a:extLst>
                </p14:cNvPr>
                <p14:cNvContentPartPr/>
                <p14:nvPr/>
              </p14:nvContentPartPr>
              <p14:xfrm>
                <a:off x="8873850" y="1489725"/>
                <a:ext cx="79920" cy="2278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336CA2C-2EC9-94F6-C322-9F63C61EB775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867730" y="1483605"/>
                  <a:ext cx="9216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81D75FB-E03A-38A3-AFB9-E5F35DE9247B}"/>
                    </a:ext>
                  </a:extLst>
                </p14:cNvPr>
                <p14:cNvContentPartPr/>
                <p14:nvPr/>
              </p14:nvContentPartPr>
              <p14:xfrm>
                <a:off x="7367970" y="1854405"/>
                <a:ext cx="93960" cy="907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81D75FB-E03A-38A3-AFB9-E5F35DE9247B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361850" y="1848285"/>
                  <a:ext cx="10620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A66EE15-5B96-9A18-B4D7-DD9982D75E48}"/>
                    </a:ext>
                  </a:extLst>
                </p14:cNvPr>
                <p14:cNvContentPartPr/>
                <p14:nvPr/>
              </p14:nvContentPartPr>
              <p14:xfrm>
                <a:off x="7638690" y="1470645"/>
                <a:ext cx="137160" cy="1044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A66EE15-5B96-9A18-B4D7-DD9982D75E48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7632570" y="1464525"/>
                  <a:ext cx="14940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6B1EFD5-4B47-4604-02D8-3650952496B1}"/>
                    </a:ext>
                  </a:extLst>
                </p14:cNvPr>
                <p14:cNvContentPartPr/>
                <p14:nvPr/>
              </p14:nvContentPartPr>
              <p14:xfrm>
                <a:off x="7717530" y="1221885"/>
                <a:ext cx="114120" cy="1245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6B1EFD5-4B47-4604-02D8-3650952496B1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7711410" y="1215765"/>
                  <a:ext cx="1263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3DE8BDF-6403-8A05-959C-DFCE5512008D}"/>
                    </a:ext>
                  </a:extLst>
                </p14:cNvPr>
                <p14:cNvContentPartPr/>
                <p14:nvPr/>
              </p14:nvContentPartPr>
              <p14:xfrm>
                <a:off x="7878090" y="983565"/>
                <a:ext cx="77040" cy="403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3DE8BDF-6403-8A05-959C-DFCE5512008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7871970" y="977445"/>
                  <a:ext cx="892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B7D4EBF-151F-0380-6EDB-B640AFB1E205}"/>
                    </a:ext>
                  </a:extLst>
                </p14:cNvPr>
                <p14:cNvContentPartPr/>
                <p14:nvPr/>
              </p14:nvContentPartPr>
              <p14:xfrm>
                <a:off x="8177610" y="907605"/>
                <a:ext cx="105480" cy="885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B7D4EBF-151F-0380-6EDB-B640AFB1E205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171490" y="901485"/>
                  <a:ext cx="11772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5106F7A-1F43-E0CF-746D-AA8DF8FB4599}"/>
                    </a:ext>
                  </a:extLst>
                </p14:cNvPr>
                <p14:cNvContentPartPr/>
                <p14:nvPr/>
              </p14:nvContentPartPr>
              <p14:xfrm>
                <a:off x="8537610" y="929925"/>
                <a:ext cx="46440" cy="943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5106F7A-1F43-E0CF-746D-AA8DF8FB4599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531490" y="923805"/>
                  <a:ext cx="5868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DAB5E60-F554-551B-DC19-5D606D317221}"/>
                    </a:ext>
                  </a:extLst>
                </p14:cNvPr>
                <p14:cNvContentPartPr/>
                <p14:nvPr/>
              </p14:nvContentPartPr>
              <p14:xfrm>
                <a:off x="8687370" y="1139085"/>
                <a:ext cx="100440" cy="824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DAB5E60-F554-551B-DC19-5D606D317221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681250" y="1132965"/>
                  <a:ext cx="11268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80628A2-B896-0C83-4E4D-499C62C015AF}"/>
                    </a:ext>
                  </a:extLst>
                </p14:cNvPr>
                <p14:cNvContentPartPr/>
                <p14:nvPr/>
              </p14:nvContentPartPr>
              <p14:xfrm>
                <a:off x="8886810" y="1562085"/>
                <a:ext cx="88560" cy="730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80628A2-B896-0C83-4E4D-499C62C015AF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8880690" y="1555965"/>
                  <a:ext cx="100800" cy="85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2678652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220569f7507_1_129"/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20" name="Google Shape;220;g220569f7507_1_129"/>
          <p:cNvSpPr txBox="1"/>
          <p:nvPr/>
        </p:nvSpPr>
        <p:spPr>
          <a:xfrm>
            <a:off x="1228725" y="594256"/>
            <a:ext cx="7915275" cy="8179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2 redes neuronales enfrentadas:   </a:t>
            </a:r>
            <a:r>
              <a:rPr lang="en" sz="21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</a:t>
            </a: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enerador -  </a:t>
            </a:r>
            <a:r>
              <a:rPr lang="en" sz="21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</a:t>
            </a: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iscriminador	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21" name="Google Shape;221;g220569f7507_1_129" descr="Forma&#10;&#10;Descripción generada automáticamente con confianza baja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4363" y="1097324"/>
            <a:ext cx="7915275" cy="34519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220569f7507_1_135"/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28" name="Google Shape;228;g220569f7507_1_13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89417" y="728084"/>
            <a:ext cx="3672643" cy="441542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g220569f7507_1_135"/>
          <p:cNvSpPr txBox="1"/>
          <p:nvPr/>
        </p:nvSpPr>
        <p:spPr>
          <a:xfrm>
            <a:off x="117195" y="814403"/>
            <a:ext cx="4432267" cy="8179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2 redes neuronales enfrentadas: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</a:t>
            </a: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enerador -  </a:t>
            </a:r>
            <a:r>
              <a:rPr lang="en" sz="21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</a:t>
            </a: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iscriminador	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" name="Google Shape;238;g220569f7507_1_144">
            <a:extLst>
              <a:ext uri="{FF2B5EF4-FFF2-40B4-BE49-F238E27FC236}">
                <a16:creationId xmlns:a16="http://schemas.microsoft.com/office/drawing/2014/main" id="{6805E0BA-5B3D-9629-D43D-F1C128B8D5B7}"/>
              </a:ext>
            </a:extLst>
          </p:cNvPr>
          <p:cNvSpPr txBox="1"/>
          <p:nvPr/>
        </p:nvSpPr>
        <p:spPr>
          <a:xfrm>
            <a:off x="117195" y="2884445"/>
            <a:ext cx="4432267" cy="939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entrena de forma indirecta (“supervisada”… pero de distinta forma)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" name="Google Shape;239;g220569f7507_1_144">
            <a:extLst>
              <a:ext uri="{FF2B5EF4-FFF2-40B4-BE49-F238E27FC236}">
                <a16:creationId xmlns:a16="http://schemas.microsoft.com/office/drawing/2014/main" id="{0829DAA1-5D49-B41C-D512-29EFF96AA847}"/>
              </a:ext>
            </a:extLst>
          </p:cNvPr>
          <p:cNvSpPr txBox="1"/>
          <p:nvPr/>
        </p:nvSpPr>
        <p:spPr>
          <a:xfrm>
            <a:off x="139733" y="3945437"/>
            <a:ext cx="4432267" cy="643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determina si una muestra es real </a:t>
            </a: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o falsa </a:t>
            </a: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0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" name="Google Shape;240;g220569f7507_1_144">
            <a:extLst>
              <a:ext uri="{FF2B5EF4-FFF2-40B4-BE49-F238E27FC236}">
                <a16:creationId xmlns:a16="http://schemas.microsoft.com/office/drawing/2014/main" id="{ECA63837-EE2B-8924-E0B7-602D680265D7}"/>
              </a:ext>
            </a:extLst>
          </p:cNvPr>
          <p:cNvSpPr txBox="1"/>
          <p:nvPr/>
        </p:nvSpPr>
        <p:spPr>
          <a:xfrm>
            <a:off x="139733" y="1799048"/>
            <a:ext cx="4432267" cy="939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entrena para que </a:t>
            </a: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falle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entrena para no fallar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220569f7507_1_154"/>
          <p:cNvSpPr txBox="1"/>
          <p:nvPr/>
        </p:nvSpPr>
        <p:spPr>
          <a:xfrm>
            <a:off x="0" y="897109"/>
            <a:ext cx="3183622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i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z</a:t>
            </a: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– vector aleatorio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i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x</a:t>
            </a: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– vector muestra (real)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i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pz</a:t>
            </a: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– func prob </a:t>
            </a:r>
            <a:r>
              <a:rPr lang="en" sz="2100" i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z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i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</a:t>
            </a: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– func prob </a:t>
            </a:r>
            <a:r>
              <a:rPr lang="en" sz="2100" i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x</a:t>
            </a:r>
            <a:r>
              <a:rPr lang="en" sz="21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generated</a:t>
            </a:r>
            <a:endParaRPr sz="2100" b="1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i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 </a:t>
            </a: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– func prob </a:t>
            </a:r>
            <a:r>
              <a:rPr lang="en" sz="2100" i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x </a:t>
            </a: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real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</a:t>
            </a: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– generator (NN)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</a:t>
            </a: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– discriminator (NN)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48" name="Google Shape;248;g220569f7507_1_154"/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– Función de costo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49" name="Google Shape;249;g220569f7507_1_1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27963" y="1304310"/>
            <a:ext cx="6341469" cy="700778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g220569f7507_1_15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2537" y="3601182"/>
            <a:ext cx="6938926" cy="78913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g220569f7507_1_154"/>
          <p:cNvSpPr txBox="1"/>
          <p:nvPr/>
        </p:nvSpPr>
        <p:spPr>
          <a:xfrm>
            <a:off x="3764675" y="2816777"/>
            <a:ext cx="4432267" cy="643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D(x)=1 si x es real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D(x)=0 si x es falsa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52" name="Google Shape;252;g220569f7507_1_154"/>
          <p:cNvSpPr txBox="1"/>
          <p:nvPr/>
        </p:nvSpPr>
        <p:spPr>
          <a:xfrm>
            <a:off x="248524" y="4767319"/>
            <a:ext cx="4737683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https://neptune.ai/blog/gan-loss-functions</a:t>
            </a:r>
            <a:endParaRPr sz="11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DEE781F1-57AC-E6E3-6B6D-A9E2536C9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220569f7507_1_172">
            <a:extLst>
              <a:ext uri="{FF2B5EF4-FFF2-40B4-BE49-F238E27FC236}">
                <a16:creationId xmlns:a16="http://schemas.microsoft.com/office/drawing/2014/main" id="{A2EDDB55-49CB-222B-05D9-0599A6F28B0D}"/>
              </a:ext>
            </a:extLst>
          </p:cNvPr>
          <p:cNvSpPr txBox="1"/>
          <p:nvPr/>
        </p:nvSpPr>
        <p:spPr>
          <a:xfrm>
            <a:off x="358048" y="814403"/>
            <a:ext cx="8427904" cy="3735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Entrena GANs es actualmente una especie de “trabajo de artesano”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n"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Algunos trucos son: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n"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Tx/>
              <a:buChar char="-"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TanH como output del generador.</a:t>
            </a:r>
          </a:p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Tx/>
              <a:buChar char="-"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Poner etiquetas reales a muestras falsas para entrenar generador.</a:t>
            </a:r>
          </a:p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Tx/>
              <a:buChar char="-"/>
            </a:pPr>
            <a:r>
              <a:rPr lang="es-AR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sar batch normalization y minibatch.</a:t>
            </a:r>
          </a:p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Tx/>
              <a:buChar char="-"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Evitar Maxpool, usar average pool o haccer downsampling con el stride de conv.</a:t>
            </a:r>
          </a:p>
          <a:p>
            <a:pPr marL="342900" lvl="0" indent="-342900">
              <a:lnSpc>
                <a:spcPct val="90000"/>
              </a:lnSpc>
              <a:buClr>
                <a:schemeClr val="dk1"/>
              </a:buClr>
              <a:buSzPts val="2100"/>
              <a:buFontTx/>
              <a:buChar char="-"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Evitar usar ReLu, usar LeakyReLu.</a:t>
            </a:r>
          </a:p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Tx/>
              <a:buChar char="-"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Usar Adam como optimizador, beta_1 = 0,5, lr=0,0002.</a:t>
            </a:r>
          </a:p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Tx/>
              <a:buChar char="-"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Usar label smoothing (en lugar de 1 – 0; usar 0,9 – 0,1 para las clases real-fake).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69" name="Google Shape;269;g220569f7507_1_172">
            <a:extLst>
              <a:ext uri="{FF2B5EF4-FFF2-40B4-BE49-F238E27FC236}">
                <a16:creationId xmlns:a16="http://schemas.microsoft.com/office/drawing/2014/main" id="{639ED827-AF87-178A-F1AA-8E9F6BC77668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</a:t>
            </a:r>
            <a:endParaRPr sz="1100"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10863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220569f7507_1_172"/>
          <p:cNvSpPr txBox="1"/>
          <p:nvPr/>
        </p:nvSpPr>
        <p:spPr>
          <a:xfrm>
            <a:off x="222275" y="814403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Conditionals GANs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le pasa un ‘label’ para que genere algo bajo ese ‘label’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69" name="Google Shape;269;g220569f7507_1_172"/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70" name="Google Shape;270;g220569f7507_1_1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41863" y="1986797"/>
            <a:ext cx="5699757" cy="2316974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g220569f7507_1_172"/>
          <p:cNvSpPr/>
          <p:nvPr/>
        </p:nvSpPr>
        <p:spPr>
          <a:xfrm>
            <a:off x="112689" y="4661781"/>
            <a:ext cx="886066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https://machinelearningmastery.com/impressive-applications-of-generative-adversarial-networks/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220569f7507_1_179"/>
          <p:cNvSpPr txBox="1"/>
          <p:nvPr/>
        </p:nvSpPr>
        <p:spPr>
          <a:xfrm>
            <a:off x="251252" y="704466"/>
            <a:ext cx="8641496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Super resolution GANs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77" name="Google Shape;277;g220569f7507_1_179"/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78" name="Google Shape;278;g220569f7507_1_179"/>
          <p:cNvSpPr/>
          <p:nvPr/>
        </p:nvSpPr>
        <p:spPr>
          <a:xfrm>
            <a:off x="112689" y="4661781"/>
            <a:ext cx="8860666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https://www.researchgate.net/publication/361868139_SWCGAN_Generative_Adversarial_Network_Combining_Swin_Transformer_and_CNN_for_Remote_Sensing_Image_Super-Resolution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79" name="Google Shape;279;g220569f7507_1_179"/>
          <p:cNvPicPr preferRelativeResize="0"/>
          <p:nvPr/>
        </p:nvPicPr>
        <p:blipFill rotWithShape="1">
          <a:blip r:embed="rId3">
            <a:alphaModFix/>
          </a:blip>
          <a:srcRect l="5651" t="45941" r="72717" b="20227"/>
          <a:stretch/>
        </p:blipFill>
        <p:spPr>
          <a:xfrm>
            <a:off x="1456555" y="1093304"/>
            <a:ext cx="6175988" cy="33457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220569f7507_1_186"/>
          <p:cNvSpPr txBox="1"/>
          <p:nvPr/>
        </p:nvSpPr>
        <p:spPr>
          <a:xfrm>
            <a:off x="251252" y="704466"/>
            <a:ext cx="8641496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Remote Sensing Image to Map Translation GANs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85" name="Google Shape;285;g220569f7507_1_186"/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86" name="Google Shape;286;g220569f7507_1_186"/>
          <p:cNvSpPr/>
          <p:nvPr/>
        </p:nvSpPr>
        <p:spPr>
          <a:xfrm>
            <a:off x="112689" y="4661781"/>
            <a:ext cx="886066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https://www.mdpi.com/2072-4292/13/10/1936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87" name="Google Shape;287;g220569f7507_1_186" descr="Forma&#10;&#10;Descripción generada automáticamente con confianza baja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7342" y="1408377"/>
            <a:ext cx="6949316" cy="3030657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g220569f7507_1_186" descr="Imagen que contiene Aplicación&#10;&#10;Descripción generada automáticamente"/>
          <p:cNvPicPr preferRelativeResize="0"/>
          <p:nvPr/>
        </p:nvPicPr>
        <p:blipFill rotWithShape="1">
          <a:blip r:embed="rId4">
            <a:alphaModFix/>
          </a:blip>
          <a:srcRect r="79198" b="51977"/>
          <a:stretch/>
        </p:blipFill>
        <p:spPr>
          <a:xfrm>
            <a:off x="448971" y="2762299"/>
            <a:ext cx="1517626" cy="15246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89" name="Google Shape;289;g220569f7507_1_186"/>
          <p:cNvPicPr preferRelativeResize="0"/>
          <p:nvPr/>
        </p:nvPicPr>
        <p:blipFill rotWithShape="1">
          <a:blip r:embed="rId5">
            <a:alphaModFix/>
          </a:blip>
          <a:srcRect l="20282" r="59793" b="52174"/>
          <a:stretch/>
        </p:blipFill>
        <p:spPr>
          <a:xfrm>
            <a:off x="3919627" y="3104779"/>
            <a:ext cx="1055138" cy="11021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0" name="Google Shape;290;g220569f7507_1_186"/>
          <p:cNvPicPr preferRelativeResize="0"/>
          <p:nvPr/>
        </p:nvPicPr>
        <p:blipFill rotWithShape="1">
          <a:blip r:embed="rId5">
            <a:alphaModFix/>
          </a:blip>
          <a:srcRect l="20282" r="59793" b="52931"/>
          <a:stretch/>
        </p:blipFill>
        <p:spPr>
          <a:xfrm>
            <a:off x="3330720" y="1453624"/>
            <a:ext cx="1241279" cy="12760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220569f7507_1_196"/>
          <p:cNvSpPr txBox="1"/>
          <p:nvPr/>
        </p:nvSpPr>
        <p:spPr>
          <a:xfrm>
            <a:off x="251252" y="1114299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GANs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- ver colab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6" name="Google Shape;296;g220569f7507_1_196"/>
          <p:cNvSpPr/>
          <p:nvPr/>
        </p:nvSpPr>
        <p:spPr>
          <a:xfrm>
            <a:off x="2450749" y="1972520"/>
            <a:ext cx="4000133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https://github.com/Yangyangii/GAN-Tutorial</a:t>
            </a:r>
            <a:endParaRPr sz="1100" dirty="0"/>
          </a:p>
        </p:txBody>
      </p:sp>
      <p:sp>
        <p:nvSpPr>
          <p:cNvPr id="297" name="Google Shape;297;g220569f7507_1_196"/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98" name="Google Shape;298;g220569f7507_1_196"/>
          <p:cNvSpPr txBox="1"/>
          <p:nvPr/>
        </p:nvSpPr>
        <p:spPr>
          <a:xfrm>
            <a:off x="4450816" y="4155548"/>
            <a:ext cx="469582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https://github.com/hindupuravinash/the-gan-zoo</a:t>
            </a:r>
            <a:endParaRPr sz="1100" dirty="0"/>
          </a:p>
        </p:txBody>
      </p:sp>
      <p:sp>
        <p:nvSpPr>
          <p:cNvPr id="299" name="Google Shape;299;g220569f7507_1_196"/>
          <p:cNvSpPr txBox="1"/>
          <p:nvPr/>
        </p:nvSpPr>
        <p:spPr>
          <a:xfrm>
            <a:off x="87424" y="3893847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https://arxiv.org/abs/1606.03498</a:t>
            </a:r>
            <a:endParaRPr dirty="0"/>
          </a:p>
        </p:txBody>
      </p:sp>
      <p:sp>
        <p:nvSpPr>
          <p:cNvPr id="300" name="Google Shape;300;g220569f7507_1_196"/>
          <p:cNvSpPr txBox="1"/>
          <p:nvPr/>
        </p:nvSpPr>
        <p:spPr>
          <a:xfrm>
            <a:off x="120325" y="3049798"/>
            <a:ext cx="2414834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How to train GANs: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52BA9D1-0C1A-6AF6-A3CD-CDB983D8E434}"/>
              </a:ext>
            </a:extLst>
          </p:cNvPr>
          <p:cNvSpPr txBox="1"/>
          <p:nvPr/>
        </p:nvSpPr>
        <p:spPr>
          <a:xfrm>
            <a:off x="87424" y="3565447"/>
            <a:ext cx="3327655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</a:defRPr>
            </a:lvl1pPr>
          </a:lstStyle>
          <a:p>
            <a:r>
              <a:rPr lang="es-AR" dirty="0"/>
              <a:t>https://neptune.ai/blog/gan-loss-functions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1A771BC-9320-4477-D4CE-E48E835C0A6D}"/>
              </a:ext>
            </a:extLst>
          </p:cNvPr>
          <p:cNvSpPr txBox="1"/>
          <p:nvPr/>
        </p:nvSpPr>
        <p:spPr>
          <a:xfrm>
            <a:off x="4450816" y="3529259"/>
            <a:ext cx="3680827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</a:defRPr>
            </a:lvl1pPr>
          </a:lstStyle>
          <a:p>
            <a:r>
              <a:rPr lang="es-AR" dirty="0"/>
              <a:t>https://docs.pytorch.org/tutorials/beginner/dcgan_faces_tutorial.html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65C14E4-B3EF-D19C-1D43-2D916429F03D}"/>
              </a:ext>
            </a:extLst>
          </p:cNvPr>
          <p:cNvSpPr txBox="1"/>
          <p:nvPr/>
        </p:nvSpPr>
        <p:spPr>
          <a:xfrm>
            <a:off x="4450816" y="4472539"/>
            <a:ext cx="4693184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>
              <a:buNone/>
              <a:defRPr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</a:defRPr>
            </a:lvl1pPr>
          </a:lstStyle>
          <a:p>
            <a:r>
              <a:rPr lang="es-AR" dirty="0"/>
              <a:t>https://github.com/nashory/gans-awesome-applications</a:t>
            </a:r>
          </a:p>
        </p:txBody>
      </p:sp>
      <p:sp>
        <p:nvSpPr>
          <p:cNvPr id="8" name="Google Shape;300;g220569f7507_1_196">
            <a:extLst>
              <a:ext uri="{FF2B5EF4-FFF2-40B4-BE49-F238E27FC236}">
                <a16:creationId xmlns:a16="http://schemas.microsoft.com/office/drawing/2014/main" id="{6512D101-6837-A73E-D75D-958F6A99344A}"/>
              </a:ext>
            </a:extLst>
          </p:cNvPr>
          <p:cNvSpPr txBox="1"/>
          <p:nvPr/>
        </p:nvSpPr>
        <p:spPr>
          <a:xfrm>
            <a:off x="5468807" y="2979754"/>
            <a:ext cx="2414834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as sobre GANs: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D79F49-D78E-CC45-08B2-8B5CF4768294}"/>
              </a:ext>
            </a:extLst>
          </p:cNvPr>
          <p:cNvSpPr txBox="1"/>
          <p:nvPr/>
        </p:nvSpPr>
        <p:spPr>
          <a:xfrm>
            <a:off x="120325" y="4204101"/>
            <a:ext cx="3206769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</a:defRPr>
            </a:lvl1pPr>
          </a:lstStyle>
          <a:p>
            <a:r>
              <a:rPr lang="es-AR" dirty="0"/>
              <a:t>https://github.com/soumith/ganhacks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B8CC89-ED55-C9D3-89AC-203C814D0040}"/>
              </a:ext>
            </a:extLst>
          </p:cNvPr>
          <p:cNvSpPr txBox="1"/>
          <p:nvPr/>
        </p:nvSpPr>
        <p:spPr>
          <a:xfrm>
            <a:off x="120324" y="4517436"/>
            <a:ext cx="3449141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</a:defRPr>
            </a:lvl1pPr>
          </a:lstStyle>
          <a:p>
            <a:r>
              <a:rPr lang="es-AR" dirty="0"/>
              <a:t>https://dropsofai.com/best-practices-for-training-stable-gans/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terial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1A237E"/>
      </a:accent5>
      <a:accent6>
        <a:srgbClr val="F4B400"/>
      </a:accent6>
      <a:hlink>
        <a:srgbClr val="1A237E"/>
      </a:hlink>
      <a:folHlink>
        <a:srgbClr val="1A2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754</TotalTime>
  <Words>932</Words>
  <Application>Microsoft Office PowerPoint</Application>
  <PresentationFormat>On-screen Show (16:9)</PresentationFormat>
  <Paragraphs>166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Times New Roman</vt:lpstr>
      <vt:lpstr>Roboto</vt:lpstr>
      <vt:lpstr>Twentieth Century</vt:lpstr>
      <vt:lpstr>Material</vt:lpstr>
      <vt:lpstr>Aprendizaje Profundo</vt:lpstr>
      <vt:lpstr>TRANSFER LEARNING GENERATIVE ADVERSARIAL NETWORKS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Marcos Maillot</cp:lastModifiedBy>
  <cp:revision>8</cp:revision>
  <dcterms:modified xsi:type="dcterms:W3CDTF">2025-12-10T00:11:08Z</dcterms:modified>
</cp:coreProperties>
</file>